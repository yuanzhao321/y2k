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6BAD-BD98-429A-B38A-11E041430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51E7F-622C-B4A5-EC86-0D48DB023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91C92-6745-3900-B475-1E90F463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D1A0-1A34-7580-72F6-9FED530C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4EDD-0231-AAF1-4360-A1088339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89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8D39-8F49-3F61-F002-5DB5C70B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52B84-15B8-61EF-AF3F-11C2579C7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6480-2A0C-3AD8-804D-E163DFAB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D3F99-0EA6-7381-655F-12E29BC7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47C7-16E5-6408-049A-7F61882D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63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4E4D-AADD-1843-458D-DC7FD78A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13DAD-48DD-9BEB-58FA-E6C62B04B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A8AB-04D1-AFC2-CD8B-10EEB459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65AB2-49A3-484D-D70B-18C99AC0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10F04-F523-DF2C-A574-7983FCC9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85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9554-E5E8-F6D0-FC7E-8FAB53BC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CF9BC-649E-0563-67D7-4EAE6329B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96594-FAFD-D9FD-0866-53EEE42B3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10A6A-7DF1-2226-350A-00E51978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F4511-FE85-BED8-24A2-42C17CF4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E994C-6003-F468-A9A8-1FB17D4C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21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F853-30A3-0C87-F2D5-C413CEDD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50E74-5584-1962-4D8B-EDD8EE381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9C830-5978-71BE-1D69-A57F775B9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FAD6A-A447-975A-0B05-06A0F4F38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3F7FE-C063-A667-A084-C64281617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3A1D0-AC44-C78E-538E-A8E90743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ED23C-C064-CCF9-C326-1731D0BA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85B49-5712-F8C2-FF48-8656119A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C2A7-EECE-E7CC-2683-A6A4CB4F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0EDE9-F587-FC61-76C3-B358B11E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A1B7-3F6D-822F-3177-BF7E3B25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8A31A-C0AB-D728-29C0-DB46DD5F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51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2B591-AB80-0A1D-425F-0B8159EC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FDD17-A1ED-D10B-ABE9-4B671128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E0822-41AC-EE9F-E1C3-C7266926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5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DDD7-758E-A266-1CB6-1791597F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EEBC-5F93-1859-010B-BFD4C58B1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575B0-135C-E7D2-B55E-DD0991506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0009-9A4C-450F-4E57-5FC4B0A6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A623-0500-483E-7F21-1FA231E5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FFF69-F9A2-64E1-360A-FACDD778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86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7008-C4C1-A8BE-4032-9232A50C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CEEF8-CD60-FC4B-DC50-B2BBDA39D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C75DD-4149-A150-B369-267E91BB9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E75A4-5B55-D157-F15C-DE3D9E4F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9A1D5-E2BA-8E32-3738-2DA7197F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39998-01F6-37A7-AFE0-E4792916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07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84FD-5BEE-3519-771C-9646703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CA8EB-B675-8B06-F9DC-8ACB8C54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EA0B5-3F97-7634-0DE5-60E4760A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6B00-A712-C58C-9A62-6AE98740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2AF89-0262-4BD6-7EFC-41A06A58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97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D5627-2766-A5DB-C79B-A4DBB5A4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9602A-F42A-F179-1A75-B515CFB8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90FF4-8310-6D42-EE02-C8E5F23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DF09F-4857-CA5A-79A9-5AA292CE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6436-D369-6317-602C-113B2E76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16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36365-17D1-44A8-ACAF-92CF1BB9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D3A9C-7174-024A-E30C-EE09D177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8CA8-589D-B9C2-4F43-5E97B9114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E25D3-173F-4022-9759-DFB59A2B560B}" type="datetimeFigureOut">
              <a:rPr lang="en-GB" smtClean="0"/>
              <a:t>14/09/2023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AA39-B4D4-01CD-29E7-2A2C6243E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F3CE7-8E33-CD9C-8F08-3F62B801F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7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099A39BF-29EE-FDAA-8178-89226EAFA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08067"/>
            <a:ext cx="10587969" cy="625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4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C59F2B7-FF20-E715-6C27-5372CEA21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49043"/>
            <a:ext cx="11079240" cy="633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8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paper with black lines&#10;&#10;Description automatically generated">
            <a:extLst>
              <a:ext uri="{FF2B5EF4-FFF2-40B4-BE49-F238E27FC236}">
                <a16:creationId xmlns:a16="http://schemas.microsoft.com/office/drawing/2014/main" id="{BA5162EE-5293-B18D-0CFB-63E1B4EF7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1791"/>
            <a:ext cx="10920925" cy="634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CCA6AD-03DE-10D8-FA2E-4CF0A835B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28" y="2295525"/>
            <a:ext cx="10578007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Holland</dc:creator>
  <cp:lastModifiedBy>Greg Holland</cp:lastModifiedBy>
  <cp:revision>1</cp:revision>
  <dcterms:created xsi:type="dcterms:W3CDTF">2023-09-14T14:15:15Z</dcterms:created>
  <dcterms:modified xsi:type="dcterms:W3CDTF">2023-09-14T14:16:59Z</dcterms:modified>
</cp:coreProperties>
</file>