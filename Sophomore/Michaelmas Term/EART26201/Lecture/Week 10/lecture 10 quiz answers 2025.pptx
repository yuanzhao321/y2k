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6BAD-BD98-429A-B38A-11E041430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51E7F-622C-B4A5-EC86-0D48DB023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1C92-6745-3900-B475-1E90F463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D1A0-1A34-7580-72F6-9FED530C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DD-0231-AAF1-4360-A1088339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89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8D39-8F49-3F61-F002-5DB5C70B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2B84-15B8-61EF-AF3F-11C2579C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6480-2A0C-3AD8-804D-E163DFA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D3F99-0EA6-7381-655F-12E29BC7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47C7-16E5-6408-049A-7F61882D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63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4E4D-AADD-1843-458D-DC7FD78A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13DAD-48DD-9BEB-58FA-E6C62B04B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A8AB-04D1-AFC2-CD8B-10EEB459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5AB2-49A3-484D-D70B-18C99AC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0F04-F523-DF2C-A574-7983FCC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5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554-E5E8-F6D0-FC7E-8FAB53BC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F9BC-649E-0563-67D7-4EAE6329B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6594-FAFD-D9FD-0866-53EEE42B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10A6A-7DF1-2226-350A-00E51978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F4511-FE85-BED8-24A2-42C17CF4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E994C-6003-F468-A9A8-1FB17D4C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21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F853-30A3-0C87-F2D5-C413CEDD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50E74-5584-1962-4D8B-EDD8EE381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9C830-5978-71BE-1D69-A57F775B9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FAD6A-A447-975A-0B05-06A0F4F38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F7FE-C063-A667-A084-C64281617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3A1D0-AC44-C78E-538E-A8E90743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ED23C-C064-CCF9-C326-1731D0B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85B49-5712-F8C2-FF48-8656119A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C2A7-EECE-E7CC-2683-A6A4CB4F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0EDE9-F587-FC61-76C3-B358B11E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A1B7-3F6D-822F-3177-BF7E3B25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A31A-C0AB-D728-29C0-DB46DD5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5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2B591-AB80-0A1D-425F-0B8159EC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DD17-A1ED-D10B-ABE9-4B671128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E0822-41AC-EE9F-E1C3-C7266926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5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DDD7-758E-A266-1CB6-1791597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EBC-5F93-1859-010B-BFD4C58B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575B0-135C-E7D2-B55E-DD099150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009-9A4C-450F-4E57-5FC4B0A6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A623-0500-483E-7F21-1FA231E5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FF69-F9A2-64E1-360A-FACDD778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6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7008-C4C1-A8BE-4032-9232A50C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CEEF8-CD60-FC4B-DC50-B2BBDA39D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C75DD-4149-A150-B369-267E91BB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E75A4-5B55-D157-F15C-DE3D9E4F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9A1D5-E2BA-8E32-3738-2DA7197F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39998-01F6-37A7-AFE0-E4792916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0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84FD-5BEE-3519-771C-9646703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CA8EB-B675-8B06-F9DC-8ACB8C54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A0B5-3F97-7634-0DE5-60E4760A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6B00-A712-C58C-9A62-6AE98740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2AF89-0262-4BD6-7EFC-41A06A58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97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D5627-2766-A5DB-C79B-A4DBB5A4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9602A-F42A-F179-1A75-B515CFB8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0FF4-8310-6D42-EE02-C8E5F23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F09F-4857-CA5A-79A9-5AA292CE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6436-D369-6317-602C-113B2E76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16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36365-17D1-44A8-ACAF-92CF1BB9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D3A9C-7174-024A-E30C-EE09D177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8CA8-589D-B9C2-4F43-5E97B9114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E25D3-173F-4022-9759-DFB59A2B560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AA39-B4D4-01CD-29E7-2A2C6243E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3CE7-8E33-CD9C-8F08-3F62B801F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2C175-BB82-3DD0-82BA-C1CF9FAE7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18" y="719855"/>
            <a:ext cx="9281964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4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5B761-F487-1897-DDBC-D6BC66CDF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38" y="681752"/>
            <a:ext cx="9266723" cy="54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9CE8F8-E440-58D3-1A29-71CD4253A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761769"/>
            <a:ext cx="9198137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AA30D-DD34-639B-8496-6DD474D84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41" y="799872"/>
            <a:ext cx="9220131" cy="527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580D0C-6648-3DEE-CE32-CDF36EAB5BC6}"/>
              </a:ext>
            </a:extLst>
          </p:cNvPr>
          <p:cNvSpPr txBox="1"/>
          <p:nvPr/>
        </p:nvSpPr>
        <p:spPr>
          <a:xfrm>
            <a:off x="2696547" y="2649894"/>
            <a:ext cx="6652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Bit of confusion in the lecture (by me!). It is ice cores only because the other 2 can be </a:t>
            </a:r>
            <a:r>
              <a:rPr lang="en-GB" dirty="0" err="1"/>
              <a:t>palaeoclimate</a:t>
            </a:r>
            <a:r>
              <a:rPr lang="en-GB" dirty="0"/>
              <a:t> archives but they don’t go back far enough in time to cover Milankovitch cycles</a:t>
            </a:r>
          </a:p>
        </p:txBody>
      </p:sp>
    </p:spTree>
    <p:extLst>
      <p:ext uri="{BB962C8B-B14F-4D97-AF65-F5344CB8AC3E}">
        <p14:creationId xmlns:p14="http://schemas.microsoft.com/office/powerpoint/2010/main" val="71127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9795-F6BE-A903-87C9-1870DC51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8FE164-1150-34BC-3C53-19F0E393C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83" y="735096"/>
            <a:ext cx="9160034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7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1E6A-80AD-3DC2-D065-27EE2BF2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BEB0D-3C80-806D-3C80-F8456DAA6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21" y="2144918"/>
            <a:ext cx="9205758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60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36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Holland</dc:creator>
  <cp:lastModifiedBy>Greg Holland</cp:lastModifiedBy>
  <cp:revision>11</cp:revision>
  <dcterms:created xsi:type="dcterms:W3CDTF">2023-09-14T14:15:15Z</dcterms:created>
  <dcterms:modified xsi:type="dcterms:W3CDTF">2025-12-10T08:44:16Z</dcterms:modified>
</cp:coreProperties>
</file>