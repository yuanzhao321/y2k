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6BAD-BD98-429A-B38A-11E041430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951E7F-622C-B4A5-EC86-0D48DB023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91C92-6745-3900-B475-1E90F4632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4D1A0-1A34-7580-72F6-9FED530CB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C4EDD-0231-AAF1-4360-A10883399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890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48D39-8F49-3F61-F002-5DB5C70B3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52B84-15B8-61EF-AF3F-11C2579C7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86480-2A0C-3AD8-804D-E163DFABD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D3F99-0EA6-7381-655F-12E29BC7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147C7-16E5-6408-049A-7F61882DF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2630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84E4D-AADD-1843-458D-DC7FD78A2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13DAD-48DD-9BEB-58FA-E6C62B04B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CA8AB-04D1-AFC2-CD8B-10EEB459A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65AB2-49A3-484D-D70B-18C99AC07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10F04-F523-DF2C-A574-7983FCC99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9850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89554-E5E8-F6D0-FC7E-8FAB53BCE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CF9BC-649E-0563-67D7-4EAE6329B6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296594-FAFD-D9FD-0866-53EEE42B3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F10A6A-7DF1-2226-350A-00E519780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F4511-FE85-BED8-24A2-42C17CF4F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E994C-6003-F468-A9A8-1FB17D4CE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7217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EF853-30A3-0C87-F2D5-C413CEDDC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50E74-5584-1962-4D8B-EDD8EE381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79C830-5978-71BE-1D69-A57F775B9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5FAD6A-A447-975A-0B05-06A0F4F388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D3F7FE-C063-A667-A084-C642816177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3A1D0-AC44-C78E-538E-A8E90743C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BED23C-C064-CCF9-C326-1731D0BAA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785B49-5712-F8C2-FF48-8656119A3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58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BC2A7-EECE-E7CC-2683-A6A4CB4F6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80EDE9-F587-FC61-76C3-B358B11EC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4A1B7-3F6D-822F-3177-BF7E3B255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08A31A-C0AB-D728-29C0-DB46DD5FD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7519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52B591-AB80-0A1D-425F-0B8159EC2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DFDD17-A1ED-D10B-ABE9-4B6711283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E0822-41AC-EE9F-E1C3-C72669268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51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FDDD7-758E-A266-1CB6-1791597F2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DEEBC-5F93-1859-010B-BFD4C58B1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B575B0-135C-E7D2-B55E-DD0991506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40009-9A4C-450F-4E57-5FC4B0A66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6A623-0500-483E-7F21-1FA231E51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FFF69-F9A2-64E1-360A-FACDD7784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861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17008-C4C1-A8BE-4032-9232A50C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9CEEF8-CD60-FC4B-DC50-B2BBDA39DD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3C75DD-4149-A150-B369-267E91BB9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E75A4-5B55-D157-F15C-DE3D9E4F6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9A1D5-E2BA-8E32-3738-2DA7197F7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139998-01F6-37A7-AFE0-E47929169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9071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184FD-5BEE-3519-771C-96467038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BCA8EB-B675-8B06-F9DC-8ACB8C544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EA0B5-3F97-7634-0DE5-60E4760A3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36B00-A712-C58C-9A62-6AE987402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2AF89-0262-4BD6-7EFC-41A06A588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6971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ED5627-2766-A5DB-C79B-A4DBB5A46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9602A-F42A-F179-1A75-B515CFB8A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90FF4-8310-6D42-EE02-C8E5F23C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DF09F-4857-CA5A-79A9-5AA292CE3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96436-D369-6317-602C-113B2E764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2168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C36365-17D1-44A8-ACAF-92CF1BB99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D3A9C-7174-024A-E30C-EE09D1779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E8CA8-589D-B9C2-4F43-5E97B91148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E25D3-173F-4022-9759-DFB59A2B560B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0AA39-B4D4-01CD-29E7-2A2C6243EC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F3CE7-8E33-CD9C-8F08-3F62B801F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0729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320C0E3-C8A1-BAAC-8C6B-3695895B0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9251"/>
            <a:ext cx="12192000" cy="575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942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0C8AE29-7DE0-B979-70F9-75E942031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641" y="380736"/>
            <a:ext cx="10592718" cy="609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380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72E73DB-93EF-7216-AAF6-7130B209F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20" y="300719"/>
            <a:ext cx="10607959" cy="625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75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109D22B-2D65-58E0-A84E-E8FCC3CEF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37" y="266426"/>
            <a:ext cx="10668925" cy="632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27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Greg Holland</dc:creator>
  <cp:lastModifiedBy>Greg Holland</cp:lastModifiedBy>
  <cp:revision>5</cp:revision>
  <dcterms:created xsi:type="dcterms:W3CDTF">2023-09-14T14:15:15Z</dcterms:created>
  <dcterms:modified xsi:type="dcterms:W3CDTF">2024-11-26T15:02:31Z</dcterms:modified>
</cp:coreProperties>
</file>