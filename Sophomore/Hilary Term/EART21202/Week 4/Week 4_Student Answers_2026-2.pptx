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6" r:id="rId2"/>
  </p:sldMasterIdLst>
  <p:notesMasterIdLst>
    <p:notesMasterId r:id="rId8"/>
  </p:notesMasterIdLst>
  <p:sldIdLst>
    <p:sldId id="863" r:id="rId3"/>
    <p:sldId id="865" r:id="rId4"/>
    <p:sldId id="1367" r:id="rId5"/>
    <p:sldId id="287" r:id="rId6"/>
    <p:sldId id="136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F2FD78-87FF-6F4C-9AF3-345ACB1161F9}" v="3809" dt="2026-02-26T14:35:29.9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3"/>
    <p:restoredTop sz="88493"/>
  </p:normalViewPr>
  <p:slideViewPr>
    <p:cSldViewPr snapToGrid="0">
      <p:cViewPr varScale="1">
        <p:scale>
          <a:sx n="112" d="100"/>
          <a:sy n="112" d="100"/>
        </p:scale>
        <p:origin x="112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 O'Meara" userId="37bc7dfb-edde-456d-b544-b966b13ebebd" providerId="ADAL" clId="{CB7906F0-806B-51F6-BB00-FAD47A43F88F}"/>
    <pc:docChg chg="custSel addSld delSld modSld sldOrd delMainMaster">
      <pc:chgData name="Simon O'Meara" userId="37bc7dfb-edde-456d-b544-b966b13ebebd" providerId="ADAL" clId="{CB7906F0-806B-51F6-BB00-FAD47A43F88F}" dt="2026-02-27T10:14:02.108" v="3849" actId="5793"/>
      <pc:docMkLst>
        <pc:docMk/>
      </pc:docMkLst>
      <pc:sldChg chg="add">
        <pc:chgData name="Simon O'Meara" userId="37bc7dfb-edde-456d-b544-b966b13ebebd" providerId="ADAL" clId="{CB7906F0-806B-51F6-BB00-FAD47A43F88F}" dt="2026-02-26T13:51:41.080" v="1795"/>
        <pc:sldMkLst>
          <pc:docMk/>
          <pc:sldMk cId="3185957405" sldId="287"/>
        </pc:sldMkLst>
      </pc:sldChg>
      <pc:sldChg chg="del">
        <pc:chgData name="Simon O'Meara" userId="37bc7dfb-edde-456d-b544-b966b13ebebd" providerId="ADAL" clId="{CB7906F0-806B-51F6-BB00-FAD47A43F88F}" dt="2026-02-26T13:51:03.617" v="1793" actId="2696"/>
        <pc:sldMkLst>
          <pc:docMk/>
          <pc:sldMk cId="291340654" sldId="826"/>
        </pc:sldMkLst>
      </pc:sldChg>
      <pc:sldChg chg="del">
        <pc:chgData name="Simon O'Meara" userId="37bc7dfb-edde-456d-b544-b966b13ebebd" providerId="ADAL" clId="{CB7906F0-806B-51F6-BB00-FAD47A43F88F}" dt="2026-02-26T13:51:03.617" v="1793" actId="2696"/>
        <pc:sldMkLst>
          <pc:docMk/>
          <pc:sldMk cId="660529813" sldId="827"/>
        </pc:sldMkLst>
      </pc:sldChg>
      <pc:sldChg chg="addSp delSp modSp mod">
        <pc:chgData name="Simon O'Meara" userId="37bc7dfb-edde-456d-b544-b966b13ebebd" providerId="ADAL" clId="{CB7906F0-806B-51F6-BB00-FAD47A43F88F}" dt="2026-02-26T12:08:53.277" v="1"/>
        <pc:sldMkLst>
          <pc:docMk/>
          <pc:sldMk cId="0" sldId="863"/>
        </pc:sldMkLst>
        <pc:spChg chg="del">
          <ac:chgData name="Simon O'Meara" userId="37bc7dfb-edde-456d-b544-b966b13ebebd" providerId="ADAL" clId="{CB7906F0-806B-51F6-BB00-FAD47A43F88F}" dt="2026-02-26T12:08:52.825" v="0" actId="478"/>
          <ac:spMkLst>
            <pc:docMk/>
            <pc:sldMk cId="0" sldId="863"/>
            <ac:spMk id="3" creationId="{4E4EAF08-B290-2C6A-BBCC-3221855F907B}"/>
          </ac:spMkLst>
        </pc:spChg>
        <pc:spChg chg="add mod">
          <ac:chgData name="Simon O'Meara" userId="37bc7dfb-edde-456d-b544-b966b13ebebd" providerId="ADAL" clId="{CB7906F0-806B-51F6-BB00-FAD47A43F88F}" dt="2026-02-26T12:08:53.277" v="1"/>
          <ac:spMkLst>
            <pc:docMk/>
            <pc:sldMk cId="0" sldId="863"/>
            <ac:spMk id="5" creationId="{7576ADCD-3996-612D-968B-2E384C3C782F}"/>
          </ac:spMkLst>
        </pc:spChg>
      </pc:sldChg>
      <pc:sldChg chg="addSp delSp modSp mod">
        <pc:chgData name="Simon O'Meara" userId="37bc7dfb-edde-456d-b544-b966b13ebebd" providerId="ADAL" clId="{CB7906F0-806B-51F6-BB00-FAD47A43F88F}" dt="2026-02-27T10:14:02.108" v="3849" actId="5793"/>
        <pc:sldMkLst>
          <pc:docMk/>
          <pc:sldMk cId="2594524385" sldId="865"/>
        </pc:sldMkLst>
        <pc:spChg chg="add mod">
          <ac:chgData name="Simon O'Meara" userId="37bc7dfb-edde-456d-b544-b966b13ebebd" providerId="ADAL" clId="{CB7906F0-806B-51F6-BB00-FAD47A43F88F}" dt="2026-02-26T13:51:26.746" v="1794"/>
          <ac:spMkLst>
            <pc:docMk/>
            <pc:sldMk cId="2594524385" sldId="865"/>
            <ac:spMk id="2" creationId="{BFC36FA6-068F-D30A-5598-505935FF06F5}"/>
          </ac:spMkLst>
        </pc:spChg>
        <pc:spChg chg="del">
          <ac:chgData name="Simon O'Meara" userId="37bc7dfb-edde-456d-b544-b966b13ebebd" providerId="ADAL" clId="{CB7906F0-806B-51F6-BB00-FAD47A43F88F}" dt="2026-02-26T12:09:26.512" v="2" actId="478"/>
          <ac:spMkLst>
            <pc:docMk/>
            <pc:sldMk cId="2594524385" sldId="865"/>
            <ac:spMk id="4" creationId="{F6FA3CCC-601F-4DB4-22B3-A2DFE059E2DB}"/>
          </ac:spMkLst>
        </pc:spChg>
        <pc:spChg chg="mod">
          <ac:chgData name="Simon O'Meara" userId="37bc7dfb-edde-456d-b544-b966b13ebebd" providerId="ADAL" clId="{CB7906F0-806B-51F6-BB00-FAD47A43F88F}" dt="2026-02-27T10:14:02.108" v="3849" actId="5793"/>
          <ac:spMkLst>
            <pc:docMk/>
            <pc:sldMk cId="2594524385" sldId="865"/>
            <ac:spMk id="5" creationId="{8EDB024D-BA72-B62B-EDCF-7FE70506FD65}"/>
          </ac:spMkLst>
        </pc:spChg>
      </pc:sldChg>
      <pc:sldChg chg="del">
        <pc:chgData name="Simon O'Meara" userId="37bc7dfb-edde-456d-b544-b966b13ebebd" providerId="ADAL" clId="{CB7906F0-806B-51F6-BB00-FAD47A43F88F}" dt="2026-02-26T13:51:03.617" v="1793" actId="2696"/>
        <pc:sldMkLst>
          <pc:docMk/>
          <pc:sldMk cId="3769461538" sldId="1230"/>
        </pc:sldMkLst>
      </pc:sldChg>
      <pc:sldChg chg="del">
        <pc:chgData name="Simon O'Meara" userId="37bc7dfb-edde-456d-b544-b966b13ebebd" providerId="ADAL" clId="{CB7906F0-806B-51F6-BB00-FAD47A43F88F}" dt="2026-02-26T13:51:03.617" v="1793" actId="2696"/>
        <pc:sldMkLst>
          <pc:docMk/>
          <pc:sldMk cId="3427917788" sldId="1231"/>
        </pc:sldMkLst>
      </pc:sldChg>
      <pc:sldChg chg="del">
        <pc:chgData name="Simon O'Meara" userId="37bc7dfb-edde-456d-b544-b966b13ebebd" providerId="ADAL" clId="{CB7906F0-806B-51F6-BB00-FAD47A43F88F}" dt="2026-02-26T13:51:03.617" v="1793" actId="2696"/>
        <pc:sldMkLst>
          <pc:docMk/>
          <pc:sldMk cId="1783009681" sldId="1249"/>
        </pc:sldMkLst>
      </pc:sldChg>
      <pc:sldChg chg="del">
        <pc:chgData name="Simon O'Meara" userId="37bc7dfb-edde-456d-b544-b966b13ebebd" providerId="ADAL" clId="{CB7906F0-806B-51F6-BB00-FAD47A43F88F}" dt="2026-02-26T13:51:03.617" v="1793" actId="2696"/>
        <pc:sldMkLst>
          <pc:docMk/>
          <pc:sldMk cId="4091626852" sldId="1251"/>
        </pc:sldMkLst>
      </pc:sldChg>
      <pc:sldChg chg="del">
        <pc:chgData name="Simon O'Meara" userId="37bc7dfb-edde-456d-b544-b966b13ebebd" providerId="ADAL" clId="{CB7906F0-806B-51F6-BB00-FAD47A43F88F}" dt="2026-02-26T13:51:03.617" v="1793" actId="2696"/>
        <pc:sldMkLst>
          <pc:docMk/>
          <pc:sldMk cId="184177959" sldId="1283"/>
        </pc:sldMkLst>
      </pc:sldChg>
      <pc:sldChg chg="del">
        <pc:chgData name="Simon O'Meara" userId="37bc7dfb-edde-456d-b544-b966b13ebebd" providerId="ADAL" clId="{CB7906F0-806B-51F6-BB00-FAD47A43F88F}" dt="2026-02-26T13:51:03.617" v="1793" actId="2696"/>
        <pc:sldMkLst>
          <pc:docMk/>
          <pc:sldMk cId="64838817" sldId="1284"/>
        </pc:sldMkLst>
      </pc:sldChg>
      <pc:sldChg chg="del">
        <pc:chgData name="Simon O'Meara" userId="37bc7dfb-edde-456d-b544-b966b13ebebd" providerId="ADAL" clId="{CB7906F0-806B-51F6-BB00-FAD47A43F88F}" dt="2026-02-26T13:51:03.617" v="1793" actId="2696"/>
        <pc:sldMkLst>
          <pc:docMk/>
          <pc:sldMk cId="2946248374" sldId="1360"/>
        </pc:sldMkLst>
      </pc:sldChg>
      <pc:sldChg chg="del">
        <pc:chgData name="Simon O'Meara" userId="37bc7dfb-edde-456d-b544-b966b13ebebd" providerId="ADAL" clId="{CB7906F0-806B-51F6-BB00-FAD47A43F88F}" dt="2026-02-26T13:51:03.617" v="1793" actId="2696"/>
        <pc:sldMkLst>
          <pc:docMk/>
          <pc:sldMk cId="3481502496" sldId="1361"/>
        </pc:sldMkLst>
      </pc:sldChg>
      <pc:sldChg chg="del">
        <pc:chgData name="Simon O'Meara" userId="37bc7dfb-edde-456d-b544-b966b13ebebd" providerId="ADAL" clId="{CB7906F0-806B-51F6-BB00-FAD47A43F88F}" dt="2026-02-26T13:51:03.617" v="1793" actId="2696"/>
        <pc:sldMkLst>
          <pc:docMk/>
          <pc:sldMk cId="4185383984" sldId="1363"/>
        </pc:sldMkLst>
      </pc:sldChg>
      <pc:sldChg chg="addSp delSp modSp mod modAnim">
        <pc:chgData name="Simon O'Meara" userId="37bc7dfb-edde-456d-b544-b966b13ebebd" providerId="ADAL" clId="{CB7906F0-806B-51F6-BB00-FAD47A43F88F}" dt="2026-02-26T14:35:29.966" v="3842" actId="20577"/>
        <pc:sldMkLst>
          <pc:docMk/>
          <pc:sldMk cId="3540515824" sldId="1367"/>
        </pc:sldMkLst>
        <pc:spChg chg="mod">
          <ac:chgData name="Simon O'Meara" userId="37bc7dfb-edde-456d-b544-b966b13ebebd" providerId="ADAL" clId="{CB7906F0-806B-51F6-BB00-FAD47A43F88F}" dt="2026-02-26T13:50:37.861" v="1789" actId="20577"/>
          <ac:spMkLst>
            <pc:docMk/>
            <pc:sldMk cId="3540515824" sldId="1367"/>
            <ac:spMk id="2" creationId="{EDA173DC-9DD3-0AFD-E3ED-F1F4E9E71271}"/>
          </ac:spMkLst>
        </pc:spChg>
        <pc:spChg chg="mod">
          <ac:chgData name="Simon O'Meara" userId="37bc7dfb-edde-456d-b544-b966b13ebebd" providerId="ADAL" clId="{CB7906F0-806B-51F6-BB00-FAD47A43F88F}" dt="2026-02-26T14:35:29.966" v="3842" actId="20577"/>
          <ac:spMkLst>
            <pc:docMk/>
            <pc:sldMk cId="3540515824" sldId="1367"/>
            <ac:spMk id="4" creationId="{E1F79F79-A743-49CC-7956-5E9589B3F288}"/>
          </ac:spMkLst>
        </pc:spChg>
        <pc:spChg chg="add del mod">
          <ac:chgData name="Simon O'Meara" userId="37bc7dfb-edde-456d-b544-b966b13ebebd" providerId="ADAL" clId="{CB7906F0-806B-51F6-BB00-FAD47A43F88F}" dt="2026-02-26T13:52:25.103" v="1801"/>
          <ac:spMkLst>
            <pc:docMk/>
            <pc:sldMk cId="3540515824" sldId="1367"/>
            <ac:spMk id="5" creationId="{2681789A-C576-B6AB-25EC-573969BEB16C}"/>
          </ac:spMkLst>
        </pc:spChg>
      </pc:sldChg>
      <pc:sldChg chg="modSp del mod">
        <pc:chgData name="Simon O'Meara" userId="37bc7dfb-edde-456d-b544-b966b13ebebd" providerId="ADAL" clId="{CB7906F0-806B-51F6-BB00-FAD47A43F88F}" dt="2026-02-26T13:51:03.617" v="1793" actId="2696"/>
        <pc:sldMkLst>
          <pc:docMk/>
          <pc:sldMk cId="276534658" sldId="1368"/>
        </pc:sldMkLst>
        <pc:spChg chg="mod">
          <ac:chgData name="Simon O'Meara" userId="37bc7dfb-edde-456d-b544-b966b13ebebd" providerId="ADAL" clId="{CB7906F0-806B-51F6-BB00-FAD47A43F88F}" dt="2026-02-26T13:50:41.116" v="1792" actId="20577"/>
          <ac:spMkLst>
            <pc:docMk/>
            <pc:sldMk cId="276534658" sldId="1368"/>
            <ac:spMk id="2" creationId="{510C74A9-A460-F27C-0A97-F852506798DF}"/>
          </ac:spMkLst>
        </pc:spChg>
      </pc:sldChg>
      <pc:sldChg chg="modSp add mod ord modAnim">
        <pc:chgData name="Simon O'Meara" userId="37bc7dfb-edde-456d-b544-b966b13ebebd" providerId="ADAL" clId="{CB7906F0-806B-51F6-BB00-FAD47A43F88F}" dt="2026-02-26T14:16:44.773" v="3815" actId="20577"/>
        <pc:sldMkLst>
          <pc:docMk/>
          <pc:sldMk cId="1089303048" sldId="1368"/>
        </pc:sldMkLst>
        <pc:spChg chg="mod">
          <ac:chgData name="Simon O'Meara" userId="37bc7dfb-edde-456d-b544-b966b13ebebd" providerId="ADAL" clId="{CB7906F0-806B-51F6-BB00-FAD47A43F88F}" dt="2026-02-26T13:53:43.543" v="1809" actId="20577"/>
          <ac:spMkLst>
            <pc:docMk/>
            <pc:sldMk cId="1089303048" sldId="1368"/>
            <ac:spMk id="2" creationId="{67925064-F142-A867-DC9A-68D3E34A8A40}"/>
          </ac:spMkLst>
        </pc:spChg>
        <pc:spChg chg="mod">
          <ac:chgData name="Simon O'Meara" userId="37bc7dfb-edde-456d-b544-b966b13ebebd" providerId="ADAL" clId="{CB7906F0-806B-51F6-BB00-FAD47A43F88F}" dt="2026-02-26T14:16:44.773" v="3815" actId="20577"/>
          <ac:spMkLst>
            <pc:docMk/>
            <pc:sldMk cId="1089303048" sldId="1368"/>
            <ac:spMk id="4" creationId="{66A7CE7E-C081-CFC7-79B8-D7882D0811E2}"/>
          </ac:spMkLst>
        </pc:spChg>
      </pc:sldChg>
      <pc:sldChg chg="add del setBg">
        <pc:chgData name="Simon O'Meara" userId="37bc7dfb-edde-456d-b544-b966b13ebebd" providerId="ADAL" clId="{CB7906F0-806B-51F6-BB00-FAD47A43F88F}" dt="2026-02-26T13:53:35.083" v="1805" actId="2696"/>
        <pc:sldMkLst>
          <pc:docMk/>
          <pc:sldMk cId="3389710754" sldId="1368"/>
        </pc:sldMkLst>
      </pc:sldChg>
      <pc:sldChg chg="add del setBg">
        <pc:chgData name="Simon O'Meara" userId="37bc7dfb-edde-456d-b544-b966b13ebebd" providerId="ADAL" clId="{CB7906F0-806B-51F6-BB00-FAD47A43F88F}" dt="2026-02-26T13:52:00.975" v="1797" actId="2696"/>
        <pc:sldMkLst>
          <pc:docMk/>
          <pc:sldMk cId="3704167295" sldId="1368"/>
        </pc:sldMkLst>
      </pc:sldChg>
      <pc:sldChg chg="del">
        <pc:chgData name="Simon O'Meara" userId="37bc7dfb-edde-456d-b544-b966b13ebebd" providerId="ADAL" clId="{CB7906F0-806B-51F6-BB00-FAD47A43F88F}" dt="2026-02-26T13:51:03.617" v="1793" actId="2696"/>
        <pc:sldMkLst>
          <pc:docMk/>
          <pc:sldMk cId="2025219785" sldId="1369"/>
        </pc:sldMkLst>
      </pc:sldChg>
      <pc:sldChg chg="add del setBg">
        <pc:chgData name="Simon O'Meara" userId="37bc7dfb-edde-456d-b544-b966b13ebebd" providerId="ADAL" clId="{CB7906F0-806B-51F6-BB00-FAD47A43F88F}" dt="2026-02-26T13:53:18.646" v="1803"/>
        <pc:sldMkLst>
          <pc:docMk/>
          <pc:sldMk cId="3523708210" sldId="1369"/>
        </pc:sldMkLst>
      </pc:sldChg>
      <pc:sldChg chg="add del">
        <pc:chgData name="Simon O'Meara" userId="37bc7dfb-edde-456d-b544-b966b13ebebd" providerId="ADAL" clId="{CB7906F0-806B-51F6-BB00-FAD47A43F88F}" dt="2026-02-26T13:53:35.083" v="1805" actId="2696"/>
        <pc:sldMkLst>
          <pc:docMk/>
          <pc:sldMk cId="3920917036" sldId="1369"/>
        </pc:sldMkLst>
      </pc:sldChg>
      <pc:sldChg chg="del">
        <pc:chgData name="Simon O'Meara" userId="37bc7dfb-edde-456d-b544-b966b13ebebd" providerId="ADAL" clId="{CB7906F0-806B-51F6-BB00-FAD47A43F88F}" dt="2026-02-26T13:51:03.617" v="1793" actId="2696"/>
        <pc:sldMkLst>
          <pc:docMk/>
          <pc:sldMk cId="917413" sldId="1371"/>
        </pc:sldMkLst>
      </pc:sldChg>
      <pc:sldChg chg="del">
        <pc:chgData name="Simon O'Meara" userId="37bc7dfb-edde-456d-b544-b966b13ebebd" providerId="ADAL" clId="{CB7906F0-806B-51F6-BB00-FAD47A43F88F}" dt="2026-02-26T13:51:03.617" v="1793" actId="2696"/>
        <pc:sldMkLst>
          <pc:docMk/>
          <pc:sldMk cId="1331162305" sldId="1372"/>
        </pc:sldMkLst>
      </pc:sldChg>
      <pc:sldChg chg="del">
        <pc:chgData name="Simon O'Meara" userId="37bc7dfb-edde-456d-b544-b966b13ebebd" providerId="ADAL" clId="{CB7906F0-806B-51F6-BB00-FAD47A43F88F}" dt="2026-02-26T13:51:03.617" v="1793" actId="2696"/>
        <pc:sldMkLst>
          <pc:docMk/>
          <pc:sldMk cId="766733690" sldId="1754"/>
        </pc:sldMkLst>
      </pc:sldChg>
      <pc:sldChg chg="del">
        <pc:chgData name="Simon O'Meara" userId="37bc7dfb-edde-456d-b544-b966b13ebebd" providerId="ADAL" clId="{CB7906F0-806B-51F6-BB00-FAD47A43F88F}" dt="2026-02-26T13:51:03.617" v="1793" actId="2696"/>
        <pc:sldMkLst>
          <pc:docMk/>
          <pc:sldMk cId="2768336638" sldId="1755"/>
        </pc:sldMkLst>
      </pc:sldChg>
      <pc:sldChg chg="del">
        <pc:chgData name="Simon O'Meara" userId="37bc7dfb-edde-456d-b544-b966b13ebebd" providerId="ADAL" clId="{CB7906F0-806B-51F6-BB00-FAD47A43F88F}" dt="2026-02-26T13:51:03.617" v="1793" actId="2696"/>
        <pc:sldMkLst>
          <pc:docMk/>
          <pc:sldMk cId="4204236274" sldId="1756"/>
        </pc:sldMkLst>
      </pc:sldChg>
      <pc:sldChg chg="del">
        <pc:chgData name="Simon O'Meara" userId="37bc7dfb-edde-456d-b544-b966b13ebebd" providerId="ADAL" clId="{CB7906F0-806B-51F6-BB00-FAD47A43F88F}" dt="2026-02-26T13:51:03.617" v="1793" actId="2696"/>
        <pc:sldMkLst>
          <pc:docMk/>
          <pc:sldMk cId="2283921726" sldId="1757"/>
        </pc:sldMkLst>
      </pc:sldChg>
      <pc:sldChg chg="del">
        <pc:chgData name="Simon O'Meara" userId="37bc7dfb-edde-456d-b544-b966b13ebebd" providerId="ADAL" clId="{CB7906F0-806B-51F6-BB00-FAD47A43F88F}" dt="2026-02-26T13:51:03.617" v="1793" actId="2696"/>
        <pc:sldMkLst>
          <pc:docMk/>
          <pc:sldMk cId="3713675584" sldId="1759"/>
        </pc:sldMkLst>
      </pc:sldChg>
      <pc:sldChg chg="del">
        <pc:chgData name="Simon O'Meara" userId="37bc7dfb-edde-456d-b544-b966b13ebebd" providerId="ADAL" clId="{CB7906F0-806B-51F6-BB00-FAD47A43F88F}" dt="2026-02-26T13:51:03.617" v="1793" actId="2696"/>
        <pc:sldMkLst>
          <pc:docMk/>
          <pc:sldMk cId="632216886" sldId="1761"/>
        </pc:sldMkLst>
      </pc:sldChg>
      <pc:sldChg chg="del">
        <pc:chgData name="Simon O'Meara" userId="37bc7dfb-edde-456d-b544-b966b13ebebd" providerId="ADAL" clId="{CB7906F0-806B-51F6-BB00-FAD47A43F88F}" dt="2026-02-26T13:51:03.617" v="1793" actId="2696"/>
        <pc:sldMkLst>
          <pc:docMk/>
          <pc:sldMk cId="3772123474" sldId="1762"/>
        </pc:sldMkLst>
      </pc:sldChg>
      <pc:sldChg chg="del">
        <pc:chgData name="Simon O'Meara" userId="37bc7dfb-edde-456d-b544-b966b13ebebd" providerId="ADAL" clId="{CB7906F0-806B-51F6-BB00-FAD47A43F88F}" dt="2026-02-26T13:51:03.617" v="1793" actId="2696"/>
        <pc:sldMkLst>
          <pc:docMk/>
          <pc:sldMk cId="2268505901" sldId="1763"/>
        </pc:sldMkLst>
      </pc:sldChg>
      <pc:sldMasterChg chg="del delSldLayout">
        <pc:chgData name="Simon O'Meara" userId="37bc7dfb-edde-456d-b544-b966b13ebebd" providerId="ADAL" clId="{CB7906F0-806B-51F6-BB00-FAD47A43F88F}" dt="2026-02-26T13:51:03.617" v="1793" actId="2696"/>
        <pc:sldMasterMkLst>
          <pc:docMk/>
          <pc:sldMasterMk cId="3638449304" sldId="2147483688"/>
        </pc:sldMasterMkLst>
        <pc:sldLayoutChg chg="del">
          <pc:chgData name="Simon O'Meara" userId="37bc7dfb-edde-456d-b544-b966b13ebebd" providerId="ADAL" clId="{CB7906F0-806B-51F6-BB00-FAD47A43F88F}" dt="2026-02-26T13:51:03.617" v="1793" actId="2696"/>
          <pc:sldLayoutMkLst>
            <pc:docMk/>
            <pc:sldMasterMk cId="3638449304" sldId="2147483688"/>
            <pc:sldLayoutMk cId="3954812736" sldId="2147483689"/>
          </pc:sldLayoutMkLst>
        </pc:sldLayoutChg>
        <pc:sldLayoutChg chg="del">
          <pc:chgData name="Simon O'Meara" userId="37bc7dfb-edde-456d-b544-b966b13ebebd" providerId="ADAL" clId="{CB7906F0-806B-51F6-BB00-FAD47A43F88F}" dt="2026-02-26T13:51:03.617" v="1793" actId="2696"/>
          <pc:sldLayoutMkLst>
            <pc:docMk/>
            <pc:sldMasterMk cId="3638449304" sldId="2147483688"/>
            <pc:sldLayoutMk cId="2327793671" sldId="2147483690"/>
          </pc:sldLayoutMkLst>
        </pc:sldLayoutChg>
        <pc:sldLayoutChg chg="del">
          <pc:chgData name="Simon O'Meara" userId="37bc7dfb-edde-456d-b544-b966b13ebebd" providerId="ADAL" clId="{CB7906F0-806B-51F6-BB00-FAD47A43F88F}" dt="2026-02-26T13:51:03.617" v="1793" actId="2696"/>
          <pc:sldLayoutMkLst>
            <pc:docMk/>
            <pc:sldMasterMk cId="3638449304" sldId="2147483688"/>
            <pc:sldLayoutMk cId="817556650" sldId="2147483691"/>
          </pc:sldLayoutMkLst>
        </pc:sldLayoutChg>
        <pc:sldLayoutChg chg="del">
          <pc:chgData name="Simon O'Meara" userId="37bc7dfb-edde-456d-b544-b966b13ebebd" providerId="ADAL" clId="{CB7906F0-806B-51F6-BB00-FAD47A43F88F}" dt="2026-02-26T13:51:03.617" v="1793" actId="2696"/>
          <pc:sldLayoutMkLst>
            <pc:docMk/>
            <pc:sldMasterMk cId="3638449304" sldId="2147483688"/>
            <pc:sldLayoutMk cId="3566118682" sldId="2147483692"/>
          </pc:sldLayoutMkLst>
        </pc:sldLayoutChg>
        <pc:sldLayoutChg chg="del">
          <pc:chgData name="Simon O'Meara" userId="37bc7dfb-edde-456d-b544-b966b13ebebd" providerId="ADAL" clId="{CB7906F0-806B-51F6-BB00-FAD47A43F88F}" dt="2026-02-26T13:51:03.617" v="1793" actId="2696"/>
          <pc:sldLayoutMkLst>
            <pc:docMk/>
            <pc:sldMasterMk cId="3638449304" sldId="2147483688"/>
            <pc:sldLayoutMk cId="3103998885" sldId="2147483693"/>
          </pc:sldLayoutMkLst>
        </pc:sldLayoutChg>
        <pc:sldLayoutChg chg="del">
          <pc:chgData name="Simon O'Meara" userId="37bc7dfb-edde-456d-b544-b966b13ebebd" providerId="ADAL" clId="{CB7906F0-806B-51F6-BB00-FAD47A43F88F}" dt="2026-02-26T13:51:03.617" v="1793" actId="2696"/>
          <pc:sldLayoutMkLst>
            <pc:docMk/>
            <pc:sldMasterMk cId="3638449304" sldId="2147483688"/>
            <pc:sldLayoutMk cId="3544630115" sldId="2147483694"/>
          </pc:sldLayoutMkLst>
        </pc:sldLayoutChg>
        <pc:sldLayoutChg chg="del">
          <pc:chgData name="Simon O'Meara" userId="37bc7dfb-edde-456d-b544-b966b13ebebd" providerId="ADAL" clId="{CB7906F0-806B-51F6-BB00-FAD47A43F88F}" dt="2026-02-26T13:51:03.617" v="1793" actId="2696"/>
          <pc:sldLayoutMkLst>
            <pc:docMk/>
            <pc:sldMasterMk cId="3638449304" sldId="2147483688"/>
            <pc:sldLayoutMk cId="3830356413" sldId="2147483695"/>
          </pc:sldLayoutMkLst>
        </pc:sldLayoutChg>
        <pc:sldLayoutChg chg="del">
          <pc:chgData name="Simon O'Meara" userId="37bc7dfb-edde-456d-b544-b966b13ebebd" providerId="ADAL" clId="{CB7906F0-806B-51F6-BB00-FAD47A43F88F}" dt="2026-02-26T13:51:03.617" v="1793" actId="2696"/>
          <pc:sldLayoutMkLst>
            <pc:docMk/>
            <pc:sldMasterMk cId="3638449304" sldId="2147483688"/>
            <pc:sldLayoutMk cId="559114559" sldId="2147483696"/>
          </pc:sldLayoutMkLst>
        </pc:sldLayoutChg>
        <pc:sldLayoutChg chg="del">
          <pc:chgData name="Simon O'Meara" userId="37bc7dfb-edde-456d-b544-b966b13ebebd" providerId="ADAL" clId="{CB7906F0-806B-51F6-BB00-FAD47A43F88F}" dt="2026-02-26T13:51:03.617" v="1793" actId="2696"/>
          <pc:sldLayoutMkLst>
            <pc:docMk/>
            <pc:sldMasterMk cId="3638449304" sldId="2147483688"/>
            <pc:sldLayoutMk cId="4034301690" sldId="2147483697"/>
          </pc:sldLayoutMkLst>
        </pc:sldLayoutChg>
        <pc:sldLayoutChg chg="del">
          <pc:chgData name="Simon O'Meara" userId="37bc7dfb-edde-456d-b544-b966b13ebebd" providerId="ADAL" clId="{CB7906F0-806B-51F6-BB00-FAD47A43F88F}" dt="2026-02-26T13:51:03.617" v="1793" actId="2696"/>
          <pc:sldLayoutMkLst>
            <pc:docMk/>
            <pc:sldMasterMk cId="3638449304" sldId="2147483688"/>
            <pc:sldLayoutMk cId="3786361367" sldId="2147483698"/>
          </pc:sldLayoutMkLst>
        </pc:sldLayoutChg>
        <pc:sldLayoutChg chg="del">
          <pc:chgData name="Simon O'Meara" userId="37bc7dfb-edde-456d-b544-b966b13ebebd" providerId="ADAL" clId="{CB7906F0-806B-51F6-BB00-FAD47A43F88F}" dt="2026-02-26T13:51:03.617" v="1793" actId="2696"/>
          <pc:sldLayoutMkLst>
            <pc:docMk/>
            <pc:sldMasterMk cId="3638449304" sldId="2147483688"/>
            <pc:sldLayoutMk cId="372100994" sldId="2147483699"/>
          </pc:sldLayoutMkLst>
        </pc:sldLayoutChg>
        <pc:sldLayoutChg chg="del">
          <pc:chgData name="Simon O'Meara" userId="37bc7dfb-edde-456d-b544-b966b13ebebd" providerId="ADAL" clId="{CB7906F0-806B-51F6-BB00-FAD47A43F88F}" dt="2026-02-26T13:51:03.617" v="1793" actId="2696"/>
          <pc:sldLayoutMkLst>
            <pc:docMk/>
            <pc:sldMasterMk cId="3638449304" sldId="2147483688"/>
            <pc:sldLayoutMk cId="1117424194" sldId="2147483700"/>
          </pc:sldLayoutMkLst>
        </pc:sldLayoutChg>
        <pc:sldLayoutChg chg="del">
          <pc:chgData name="Simon O'Meara" userId="37bc7dfb-edde-456d-b544-b966b13ebebd" providerId="ADAL" clId="{CB7906F0-806B-51F6-BB00-FAD47A43F88F}" dt="2026-02-26T13:51:03.617" v="1793" actId="2696"/>
          <pc:sldLayoutMkLst>
            <pc:docMk/>
            <pc:sldMasterMk cId="3638449304" sldId="2147483688"/>
            <pc:sldLayoutMk cId="100412593" sldId="214748370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9CE20F-8FD7-BB4D-B975-6E9EA7E222E8}" type="datetimeFigureOut">
              <a:rPr lang="en-US" smtClean="0"/>
              <a:t>2/27/26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BDBDB3-6F44-4343-B982-74DC091B0E8D}" type="slidenum">
              <a:rPr lang="en-US" smtClean="0"/>
              <a:t>‹#›</a:t>
            </a:fld>
            <a:endParaRPr lang="en-US"/>
          </a:p>
        </p:txBody>
      </p:sp>
    </p:spTree>
    <p:extLst>
      <p:ext uri="{BB962C8B-B14F-4D97-AF65-F5344CB8AC3E}">
        <p14:creationId xmlns:p14="http://schemas.microsoft.com/office/powerpoint/2010/main" val="3053103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BDBDB3-6F44-4343-B982-74DC091B0E8D}" type="slidenum">
              <a:rPr lang="en-US" smtClean="0"/>
              <a:t>2</a:t>
            </a:fld>
            <a:endParaRPr lang="en-US"/>
          </a:p>
        </p:txBody>
      </p:sp>
    </p:spTree>
    <p:extLst>
      <p:ext uri="{BB962C8B-B14F-4D97-AF65-F5344CB8AC3E}">
        <p14:creationId xmlns:p14="http://schemas.microsoft.com/office/powerpoint/2010/main" val="3724063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24984-3B12-C097-7407-D4EC6410EC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964C1-031A-8D15-56FC-EFB37A2892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EAF401-5D77-48DF-037F-EE8F3DBF46A0}"/>
              </a:ext>
            </a:extLst>
          </p:cNvPr>
          <p:cNvSpPr>
            <a:spLocks noGrp="1"/>
          </p:cNvSpPr>
          <p:nvPr>
            <p:ph type="body" idx="1"/>
          </p:nvPr>
        </p:nvSpPr>
        <p:spPr/>
        <p:txBody>
          <a:bodyPr/>
          <a:lstStyle/>
          <a:p>
            <a:br>
              <a:rPr lang="en-GB" dirty="0"/>
            </a:br>
            <a:endParaRPr lang="en-US" dirty="0"/>
          </a:p>
        </p:txBody>
      </p:sp>
      <p:sp>
        <p:nvSpPr>
          <p:cNvPr id="4" name="Slide Number Placeholder 3">
            <a:extLst>
              <a:ext uri="{FF2B5EF4-FFF2-40B4-BE49-F238E27FC236}">
                <a16:creationId xmlns:a16="http://schemas.microsoft.com/office/drawing/2014/main" id="{B009D3B5-1B2F-9B86-56D9-0C93AF9AA5F2}"/>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077388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2EB5-6479-62B4-C44E-4DA9D4828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34AC6-B70F-6247-C078-551ECFE93A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7F97B0-367C-D74A-61B2-26B18A5B3982}"/>
              </a:ext>
            </a:extLst>
          </p:cNvPr>
          <p:cNvSpPr>
            <a:spLocks noGrp="1"/>
          </p:cNvSpPr>
          <p:nvPr>
            <p:ph type="body" idx="1"/>
          </p:nvPr>
        </p:nvSpPr>
        <p:spPr/>
        <p:txBody>
          <a:bodyPr/>
          <a:lstStyle/>
          <a:p>
            <a:br>
              <a:rPr lang="en-GB" dirty="0"/>
            </a:br>
            <a:endParaRPr lang="en-US" dirty="0"/>
          </a:p>
        </p:txBody>
      </p:sp>
      <p:sp>
        <p:nvSpPr>
          <p:cNvPr id="4" name="Slide Number Placeholder 3">
            <a:extLst>
              <a:ext uri="{FF2B5EF4-FFF2-40B4-BE49-F238E27FC236}">
                <a16:creationId xmlns:a16="http://schemas.microsoft.com/office/drawing/2014/main" id="{9B9F0058-2982-E323-FDB7-0DD083EA056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819712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27889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53321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34100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5557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63747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61852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64451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14349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16068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09371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433244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ortfolio 2 Images">
    <p:spTree>
      <p:nvGrpSpPr>
        <p:cNvPr id="1" name=""/>
        <p:cNvGrpSpPr/>
        <p:nvPr/>
      </p:nvGrpSpPr>
      <p:grpSpPr>
        <a:xfrm>
          <a:off x="0" y="0"/>
          <a:ext cx="0" cy="0"/>
          <a:chOff x="0" y="0"/>
          <a:chExt cx="0" cy="0"/>
        </a:xfrm>
      </p:grpSpPr>
      <p:sp>
        <p:nvSpPr>
          <p:cNvPr id="6" name="Picture Placeholder 13"/>
          <p:cNvSpPr>
            <a:spLocks noGrp="1"/>
          </p:cNvSpPr>
          <p:nvPr>
            <p:ph type="pic" sz="quarter" idx="27"/>
          </p:nvPr>
        </p:nvSpPr>
        <p:spPr>
          <a:xfrm>
            <a:off x="0" y="0"/>
            <a:ext cx="12192000" cy="4360127"/>
          </a:xfrm>
          <a:solidFill>
            <a:schemeClr val="bg1">
              <a:lumMod val="95000"/>
            </a:schemeClr>
          </a:solidFill>
          <a:effectLst/>
        </p:spPr>
        <p:txBody>
          <a:bodyPr>
            <a:normAutofit/>
          </a:bodyPr>
          <a:lstStyle>
            <a:lvl1pPr marL="0" indent="0">
              <a:buNone/>
              <a:defRPr sz="1300" b="0" i="0">
                <a:ln>
                  <a:noFill/>
                </a:ln>
                <a:solidFill>
                  <a:schemeClr val="bg1">
                    <a:lumMod val="85000"/>
                  </a:schemeClr>
                </a:solidFill>
                <a:latin typeface="Open Sans" charset="0"/>
                <a:ea typeface="Open Sans" charset="0"/>
                <a:cs typeface="Open Sans" charset="0"/>
              </a:defRPr>
            </a:lvl1pPr>
          </a:lstStyle>
          <a:p>
            <a:endParaRPr lang="en-US" dirty="0"/>
          </a:p>
        </p:txBody>
      </p:sp>
    </p:spTree>
    <p:extLst>
      <p:ext uri="{BB962C8B-B14F-4D97-AF65-F5344CB8AC3E}">
        <p14:creationId xmlns:p14="http://schemas.microsoft.com/office/powerpoint/2010/main" val="323753528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65431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767138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0439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627875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1353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607248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1846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860960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04204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724739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32596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2/27/26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731381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2/27/26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54634556"/>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9.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914400" y="3429000"/>
            <a:ext cx="9842923" cy="917046"/>
          </a:xfrm>
          <a:prstGeom prst="rect">
            <a:avLst/>
          </a:prstGeom>
        </p:spPr>
        <p:txBody>
          <a:bodyPr wrap="square" lIns="0" tIns="0" rIns="0" bIns="0" rtlCol="0" anchor="t">
            <a:spAutoFit/>
          </a:bodyPr>
          <a:lstStyle/>
          <a:p>
            <a:pPr defTabSz="609630">
              <a:lnSpc>
                <a:spcPts val="7333"/>
              </a:lnSpc>
              <a:defRPr/>
            </a:pPr>
            <a:r>
              <a:rPr lang="en-GB" altLang="en-US" sz="5867" b="1" dirty="0">
                <a:solidFill>
                  <a:prstClr val="white"/>
                </a:solidFill>
                <a:latin typeface="DM Sans"/>
              </a:rPr>
              <a:t>Global Climate Change</a:t>
            </a:r>
            <a:endParaRPr lang="en-US" sz="5866" b="1" dirty="0">
              <a:solidFill>
                <a:prstClr val="white"/>
              </a:solidFill>
              <a:latin typeface="DM Sans" pitchFamily="2" charset="0"/>
            </a:endParaRPr>
          </a:p>
        </p:txBody>
      </p:sp>
      <p:sp>
        <p:nvSpPr>
          <p:cNvPr id="4" name="TextBox 3">
            <a:extLst>
              <a:ext uri="{FF2B5EF4-FFF2-40B4-BE49-F238E27FC236}">
                <a16:creationId xmlns:a16="http://schemas.microsoft.com/office/drawing/2014/main" id="{5889A0A8-15D6-C5A0-517B-A5C87EE4AF42}"/>
              </a:ext>
            </a:extLst>
          </p:cNvPr>
          <p:cNvSpPr txBox="1"/>
          <p:nvPr/>
        </p:nvSpPr>
        <p:spPr>
          <a:xfrm>
            <a:off x="845575" y="5983341"/>
            <a:ext cx="6031831" cy="338554"/>
          </a:xfrm>
          <a:prstGeom prst="rect">
            <a:avLst/>
          </a:prstGeom>
          <a:noFill/>
        </p:spPr>
        <p:txBody>
          <a:bodyPr wrap="square" rtlCol="0">
            <a:spAutoFit/>
          </a:bodyPr>
          <a:lstStyle/>
          <a:p>
            <a:pPr defTabSz="609630">
              <a:defRPr/>
            </a:pPr>
            <a:r>
              <a:rPr lang="en-US" sz="1600" dirty="0" err="1">
                <a:solidFill>
                  <a:prstClr val="white"/>
                </a:solidFill>
                <a:latin typeface="DM Sans"/>
              </a:rPr>
              <a:t>Thomas.Bannan@Manchester.ac.uk</a:t>
            </a:r>
            <a:endParaRPr lang="en-US" sz="1600" dirty="0">
              <a:solidFill>
                <a:prstClr val="white"/>
              </a:solidFill>
              <a:latin typeface="DM Sans"/>
            </a:endParaRPr>
          </a:p>
        </p:txBody>
      </p:sp>
      <p:sp>
        <p:nvSpPr>
          <p:cNvPr id="5" name="TextBox 14">
            <a:extLst>
              <a:ext uri="{FF2B5EF4-FFF2-40B4-BE49-F238E27FC236}">
                <a16:creationId xmlns:a16="http://schemas.microsoft.com/office/drawing/2014/main" id="{7576ADCD-3996-612D-968B-2E384C3C782F}"/>
              </a:ext>
            </a:extLst>
          </p:cNvPr>
          <p:cNvSpPr txBox="1"/>
          <p:nvPr/>
        </p:nvSpPr>
        <p:spPr>
          <a:xfrm>
            <a:off x="914400" y="4170916"/>
            <a:ext cx="8207298" cy="1716367"/>
          </a:xfrm>
          <a:prstGeom prst="rect">
            <a:avLst/>
          </a:prstGeom>
        </p:spPr>
        <p:txBody>
          <a:bodyPr wrap="square" lIns="0" tIns="0" rIns="0" bIns="0" rtlCol="0" anchor="t">
            <a:spAutoFit/>
          </a:bodyPr>
          <a:lstStyle/>
          <a:p>
            <a:pPr defTabSz="609630">
              <a:lnSpc>
                <a:spcPts val="7333"/>
              </a:lnSpc>
              <a:defRPr/>
            </a:pPr>
            <a:r>
              <a:rPr lang="en-US" sz="2133" b="1" dirty="0">
                <a:solidFill>
                  <a:srgbClr val="FAB700"/>
                </a:solidFill>
                <a:latin typeface="DM Sans" pitchFamily="2" charset="0"/>
              </a:rPr>
              <a:t>Week 4 - Anthropogenic Impacts on Climate</a:t>
            </a:r>
          </a:p>
          <a:p>
            <a:pPr defTabSz="609630">
              <a:lnSpc>
                <a:spcPts val="7333"/>
              </a:lnSpc>
              <a:defRPr/>
            </a:pPr>
            <a:r>
              <a:rPr lang="en-US" sz="2133" b="1" dirty="0">
                <a:solidFill>
                  <a:srgbClr val="FAB700"/>
                </a:solidFill>
                <a:latin typeface="DM Sans" pitchFamily="2" charset="0"/>
              </a:rPr>
              <a:t>Dr Simon O’Meara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4">
            <a:extLst>
              <a:ext uri="{FF2B5EF4-FFF2-40B4-BE49-F238E27FC236}">
                <a16:creationId xmlns:a16="http://schemas.microsoft.com/office/drawing/2014/main" id="{8EDB024D-BA72-B62B-EDCF-7FE70506FD65}"/>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1</a:t>
            </a:r>
            <a:r>
              <a:rPr lang="en-US" sz="4000" i="1" spc="-275" baseline="30000" dirty="0">
                <a:solidFill>
                  <a:srgbClr val="46245A"/>
                </a:solidFill>
                <a:latin typeface="DM Sans Bold"/>
              </a:rPr>
              <a:t>st</a:t>
            </a:r>
            <a:r>
              <a:rPr lang="en-US" sz="4000" i="1" spc="-275" dirty="0">
                <a:solidFill>
                  <a:srgbClr val="46245A"/>
                </a:solidFill>
                <a:latin typeface="DM Sans Bold"/>
              </a:rPr>
              <a:t> Workshop</a:t>
            </a:r>
          </a:p>
        </p:txBody>
      </p:sp>
      <p:sp>
        <p:nvSpPr>
          <p:cNvPr id="2" name="Content Placeholder 2">
            <a:extLst>
              <a:ext uri="{FF2B5EF4-FFF2-40B4-BE49-F238E27FC236}">
                <a16:creationId xmlns:a16="http://schemas.microsoft.com/office/drawing/2014/main" id="{BFC36FA6-068F-D30A-5598-505935FF06F5}"/>
              </a:ext>
            </a:extLst>
          </p:cNvPr>
          <p:cNvSpPr>
            <a:spLocks noGrp="1"/>
          </p:cNvSpPr>
          <p:nvPr>
            <p:ph idx="1"/>
          </p:nvPr>
        </p:nvSpPr>
        <p:spPr>
          <a:xfrm>
            <a:off x="389464" y="1478280"/>
            <a:ext cx="10490200" cy="3017309"/>
          </a:xfrm>
        </p:spPr>
        <p:txBody>
          <a:bodyPr>
            <a:normAutofit/>
          </a:bodyPr>
          <a:lstStyle/>
          <a:p>
            <a:pPr marL="0" indent="0">
              <a:buNone/>
            </a:pPr>
            <a:r>
              <a:rPr lang="en-GB" dirty="0"/>
              <a:t>Your research group has funding to forecast the effect of reducing ammonium sulphate loading in the global troposphere on radiative forcing. </a:t>
            </a:r>
          </a:p>
          <a:p>
            <a:pPr marL="0" indent="0">
              <a:buNone/>
            </a:pPr>
            <a:endParaRPr lang="en-GB" dirty="0"/>
          </a:p>
          <a:p>
            <a:pPr marL="0" indent="0">
              <a:buNone/>
            </a:pPr>
            <a:r>
              <a:rPr lang="en-GB" dirty="0"/>
              <a:t>You are planning the methodology, which is based on a baseline vs. perturbation setup, what science needs to be included for an accurate forecast?</a:t>
            </a:r>
          </a:p>
          <a:p>
            <a:pPr marL="0" indent="0">
              <a:buNone/>
            </a:pPr>
            <a:r>
              <a:rPr lang="en-GB" dirty="0"/>
              <a:t>	-Consider how long into the future you will need to simulate to quantify effect</a:t>
            </a:r>
          </a:p>
          <a:p>
            <a:pPr marL="0" indent="0">
              <a:buNone/>
            </a:pPr>
            <a:r>
              <a:rPr lang="en-GB" dirty="0"/>
              <a:t>	-Consider the mechanisms that will need to be simulated</a:t>
            </a:r>
          </a:p>
          <a:p>
            <a:pPr marL="0" indent="0">
              <a:buNone/>
            </a:pPr>
            <a:r>
              <a:rPr lang="en-GB" dirty="0"/>
              <a:t>	-Consider where uncertainties will come from</a:t>
            </a:r>
          </a:p>
          <a:p>
            <a:pPr marL="0" indent="0">
              <a:buNone/>
            </a:pPr>
            <a:endParaRPr lang="en-GB" dirty="0"/>
          </a:p>
        </p:txBody>
      </p:sp>
    </p:spTree>
    <p:extLst>
      <p:ext uri="{BB962C8B-B14F-4D97-AF65-F5344CB8AC3E}">
        <p14:creationId xmlns:p14="http://schemas.microsoft.com/office/powerpoint/2010/main" val="2594524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DBCD735A-CABF-B8CF-68B1-DA331BBE5883}"/>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6BDC07A-CC14-614C-BA0D-6C84DD00FED6}"/>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EDA173DC-9DD3-0AFD-E3ED-F1F4E9E71271}"/>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Q1.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4" name="Rectangle 3">
            <a:extLst>
              <a:ext uri="{FF2B5EF4-FFF2-40B4-BE49-F238E27FC236}">
                <a16:creationId xmlns:a16="http://schemas.microsoft.com/office/drawing/2014/main" id="{E1F79F79-A743-49CC-7956-5E9589B3F288}"/>
              </a:ext>
            </a:extLst>
          </p:cNvPr>
          <p:cNvSpPr txBox="1">
            <a:spLocks noChangeArrowheads="1"/>
          </p:cNvSpPr>
          <p:nvPr/>
        </p:nvSpPr>
        <p:spPr>
          <a:xfrm>
            <a:off x="389465" y="1647946"/>
            <a:ext cx="11352876" cy="4525963"/>
          </a:xfrm>
          <a:prstGeom prst="rect">
            <a:avLst/>
          </a:prstGeom>
        </p:spPr>
        <p:txBody>
          <a:bodyPr>
            <a:normAutofit fontScale="92500" lnSpcReduction="20000"/>
          </a:bodyPr>
          <a:lst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a:lstStyle>
          <a:p>
            <a:pPr marL="0" indent="0">
              <a:buNone/>
            </a:pPr>
            <a:r>
              <a:rPr lang="en-GB" altLang="en-US" sz="1600" dirty="0">
                <a:solidFill>
                  <a:schemeClr val="bg1"/>
                </a:solidFill>
                <a:latin typeface="Calibri" panose="020F0502020204030204" pitchFamily="34" charset="0"/>
                <a:cs typeface="Calibri" panose="020F0502020204030204" pitchFamily="34" charset="0"/>
              </a:rPr>
              <a:t>This question is asking you to draw on your knowledge and understanding of aerosol effect on radiative forcing.</a:t>
            </a:r>
          </a:p>
          <a:p>
            <a:pPr marL="0" indent="0">
              <a:buNone/>
            </a:pPr>
            <a:endParaRPr lang="en-GB" altLang="en-US" sz="1600" dirty="0">
              <a:solidFill>
                <a:schemeClr val="bg1"/>
              </a:solidFill>
              <a:latin typeface="Calibri" panose="020F0502020204030204" pitchFamily="34" charset="0"/>
              <a:cs typeface="Calibri" panose="020F0502020204030204" pitchFamily="34" charset="0"/>
            </a:endParaRPr>
          </a:p>
          <a:p>
            <a:pPr marL="0" indent="0">
              <a:buNone/>
            </a:pPr>
            <a:r>
              <a:rPr lang="en-GB" altLang="en-US" sz="1600" dirty="0">
                <a:solidFill>
                  <a:schemeClr val="bg1"/>
                </a:solidFill>
                <a:latin typeface="Calibri" panose="020F0502020204030204" pitchFamily="34" charset="0"/>
                <a:cs typeface="Calibri" panose="020F0502020204030204" pitchFamily="34" charset="0"/>
              </a:rPr>
              <a:t>To forecast the effect of changing ammonium sulphate levels, the key properties that need addressing are:</a:t>
            </a:r>
          </a:p>
          <a:p>
            <a:pPr marL="0" indent="0">
              <a:buNone/>
            </a:pPr>
            <a:r>
              <a:rPr lang="en-GB" altLang="en-US" sz="1600" dirty="0" err="1">
                <a:solidFill>
                  <a:schemeClr val="bg1"/>
                </a:solidFill>
                <a:latin typeface="Calibri" panose="020F0502020204030204" pitchFamily="34" charset="0"/>
                <a:cs typeface="Calibri" panose="020F0502020204030204" pitchFamily="34" charset="0"/>
              </a:rPr>
              <a:t>i</a:t>
            </a:r>
            <a:r>
              <a:rPr lang="en-GB" altLang="en-US" sz="1600" dirty="0">
                <a:solidFill>
                  <a:schemeClr val="bg1"/>
                </a:solidFill>
                <a:latin typeface="Calibri" panose="020F0502020204030204" pitchFamily="34" charset="0"/>
                <a:cs typeface="Calibri" panose="020F0502020204030204" pitchFamily="34" charset="0"/>
              </a:rPr>
              <a:t>) source: where are the sources and what is the emission rate by location?</a:t>
            </a:r>
          </a:p>
          <a:p>
            <a:pPr marL="0" indent="0">
              <a:buNone/>
            </a:pPr>
            <a:endParaRPr lang="en-GB" altLang="en-US" sz="1600" dirty="0">
              <a:solidFill>
                <a:schemeClr val="bg1"/>
              </a:solidFill>
              <a:latin typeface="Calibri" panose="020F0502020204030204" pitchFamily="34" charset="0"/>
              <a:cs typeface="Calibri" panose="020F0502020204030204" pitchFamily="34" charset="0"/>
            </a:endParaRPr>
          </a:p>
          <a:p>
            <a:pPr marL="0" indent="0">
              <a:buNone/>
            </a:pPr>
            <a:r>
              <a:rPr lang="en-GB" altLang="en-US" sz="1600" dirty="0">
                <a:solidFill>
                  <a:schemeClr val="bg1"/>
                </a:solidFill>
                <a:latin typeface="Calibri" panose="020F0502020204030204" pitchFamily="34" charset="0"/>
                <a:cs typeface="Calibri" panose="020F0502020204030204" pitchFamily="34" charset="0"/>
              </a:rPr>
              <a:t>ii) sink: what are the sinks, what are their rates, how do these determine the spread of ammonium sulphate aerosol and the atmospheric lifetime?</a:t>
            </a:r>
          </a:p>
          <a:p>
            <a:pPr marL="0" indent="0">
              <a:buNone/>
            </a:pPr>
            <a:endParaRPr lang="en-GB" altLang="en-US" sz="1600" dirty="0">
              <a:solidFill>
                <a:schemeClr val="bg1"/>
              </a:solidFill>
              <a:latin typeface="Calibri" panose="020F0502020204030204" pitchFamily="34" charset="0"/>
              <a:cs typeface="Calibri" panose="020F0502020204030204" pitchFamily="34" charset="0"/>
            </a:endParaRPr>
          </a:p>
          <a:p>
            <a:pPr marL="0" indent="0">
              <a:buNone/>
            </a:pPr>
            <a:r>
              <a:rPr lang="en-GB" altLang="en-US" sz="1600" dirty="0">
                <a:solidFill>
                  <a:schemeClr val="bg1"/>
                </a:solidFill>
                <a:latin typeface="Calibri" panose="020F0502020204030204" pitchFamily="34" charset="0"/>
                <a:cs typeface="Calibri" panose="020F0502020204030204" pitchFamily="34" charset="0"/>
              </a:rPr>
              <a:t>iii) aerosol-radiation interaction and aerosol-cloud interaction: what is the direct effect of ammonium sulphate aerosol – what affect does it have on planetary albedo?, what is the indirect effect of ammonium sulphate – how does it change cloud albedo and cloud lifetime?</a:t>
            </a:r>
          </a:p>
          <a:p>
            <a:pPr marL="0" indent="0">
              <a:buNone/>
            </a:pPr>
            <a:endParaRPr lang="en-GB" altLang="en-US" sz="1600" dirty="0">
              <a:solidFill>
                <a:schemeClr val="bg1"/>
              </a:solidFill>
              <a:latin typeface="Calibri" panose="020F0502020204030204" pitchFamily="34" charset="0"/>
              <a:cs typeface="Calibri" panose="020F0502020204030204" pitchFamily="34" charset="0"/>
            </a:endParaRPr>
          </a:p>
          <a:p>
            <a:pPr marL="0" indent="0">
              <a:buNone/>
            </a:pPr>
            <a:r>
              <a:rPr lang="en-GB" altLang="en-US" sz="1600" dirty="0">
                <a:solidFill>
                  <a:schemeClr val="bg1"/>
                </a:solidFill>
                <a:latin typeface="Calibri" panose="020F0502020204030204" pitchFamily="34" charset="0"/>
                <a:cs typeface="Calibri" panose="020F0502020204030204" pitchFamily="34" charset="0"/>
              </a:rPr>
              <a:t>Since aerosol have an average lifetime of days, then following an instantaneous decrease in ammonium sulphate precursors, a simulation of one years could suffice to predict effect on radiative forcing whilst also allowing assessment of seasonal variation</a:t>
            </a:r>
          </a:p>
          <a:p>
            <a:pPr marL="0" indent="0">
              <a:buNone/>
            </a:pPr>
            <a:endParaRPr lang="en-GB" altLang="en-US" sz="1600" dirty="0">
              <a:solidFill>
                <a:schemeClr val="bg1"/>
              </a:solidFill>
              <a:latin typeface="Calibri" panose="020F0502020204030204" pitchFamily="34" charset="0"/>
              <a:cs typeface="Calibri" panose="020F0502020204030204" pitchFamily="34" charset="0"/>
            </a:endParaRPr>
          </a:p>
          <a:p>
            <a:pPr marL="0" indent="0">
              <a:buNone/>
            </a:pPr>
            <a:r>
              <a:rPr lang="en-GB" altLang="en-US" sz="1600" dirty="0">
                <a:solidFill>
                  <a:schemeClr val="bg1"/>
                </a:solidFill>
                <a:latin typeface="Calibri" panose="020F0502020204030204" pitchFamily="34" charset="0"/>
                <a:cs typeface="Calibri" panose="020F0502020204030204" pitchFamily="34" charset="0"/>
              </a:rPr>
              <a:t>The production of ammonium sulphate will need to be simulated as it is a secondary aerosol, then the aerosol-radiation interaction and aerosol-cloud interaction needs simulating.</a:t>
            </a:r>
          </a:p>
          <a:p>
            <a:pPr marL="0" indent="0">
              <a:buNone/>
            </a:pPr>
            <a:endParaRPr lang="en-GB" altLang="en-US" sz="1600" dirty="0">
              <a:solidFill>
                <a:schemeClr val="bg1"/>
              </a:solidFill>
              <a:latin typeface="Calibri" panose="020F0502020204030204" pitchFamily="34" charset="0"/>
              <a:cs typeface="Calibri" panose="020F0502020204030204" pitchFamily="34" charset="0"/>
            </a:endParaRPr>
          </a:p>
          <a:p>
            <a:pPr marL="0" indent="0">
              <a:buNone/>
            </a:pPr>
            <a:r>
              <a:rPr lang="en-GB" altLang="en-US" sz="1600" dirty="0">
                <a:solidFill>
                  <a:schemeClr val="bg1"/>
                </a:solidFill>
                <a:latin typeface="Calibri" panose="020F0502020204030204" pitchFamily="34" charset="0"/>
                <a:cs typeface="Calibri" panose="020F0502020204030204" pitchFamily="34" charset="0"/>
              </a:rPr>
              <a:t>Uncertainties arise from the baseline scenario and the perturbed scenario due to uncertainties </a:t>
            </a:r>
            <a:r>
              <a:rPr lang="en-GB" altLang="en-US" sz="1600">
                <a:solidFill>
                  <a:schemeClr val="bg1"/>
                </a:solidFill>
                <a:latin typeface="Calibri" panose="020F0502020204030204" pitchFamily="34" charset="0"/>
                <a:cs typeface="Calibri" panose="020F0502020204030204" pitchFamily="34" charset="0"/>
              </a:rPr>
              <a:t>in aerosol properties</a:t>
            </a:r>
            <a:r>
              <a:rPr lang="en-GB" altLang="en-US" sz="1600" dirty="0">
                <a:solidFill>
                  <a:schemeClr val="bg1"/>
                </a:solidFill>
                <a:latin typeface="Calibri" panose="020F0502020204030204" pitchFamily="34" charset="0"/>
                <a:cs typeface="Calibri" panose="020F0502020204030204" pitchFamily="34" charset="0"/>
              </a:rPr>
              <a:t>: source strengths by location, sink strength by location, aerosol-radiation interaction (albedo and number-size distribution) and aerosol-cloud interaction (number-size distribution and hygroscopicity).</a:t>
            </a:r>
          </a:p>
          <a:p>
            <a:pPr marL="0" indent="0">
              <a:buNone/>
            </a:pPr>
            <a:endParaRPr lang="en-GB" altLang="en-US" sz="16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40515824"/>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500"/>
                                        <p:tgtEl>
                                          <p:spTgt spid="4">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9" end="9"/>
                                            </p:txEl>
                                          </p:spTgt>
                                        </p:tgtEl>
                                        <p:attrNameLst>
                                          <p:attrName>style.visibility</p:attrName>
                                        </p:attrNameLst>
                                      </p:cBhvr>
                                      <p:to>
                                        <p:strVal val="visible"/>
                                      </p:to>
                                    </p:set>
                                    <p:animEffect transition="in" filter="fade">
                                      <p:cBhvr>
                                        <p:cTn id="32" dur="500"/>
                                        <p:tgtEl>
                                          <p:spTgt spid="4">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animEffect transition="in" filter="fade">
                                      <p:cBhvr>
                                        <p:cTn id="37" dur="500"/>
                                        <p:tgtEl>
                                          <p:spTgt spid="4">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13" end="13"/>
                                            </p:txEl>
                                          </p:spTgt>
                                        </p:tgtEl>
                                        <p:attrNameLst>
                                          <p:attrName>style.visibility</p:attrName>
                                        </p:attrNameLst>
                                      </p:cBhvr>
                                      <p:to>
                                        <p:strVal val="visible"/>
                                      </p:to>
                                    </p:set>
                                    <p:animEffect transition="in" filter="fade">
                                      <p:cBhvr>
                                        <p:cTn id="42" dur="500"/>
                                        <p:tgtEl>
                                          <p:spTgt spid="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1128ED-1F21-D022-9450-3C0E0A8611B7}"/>
              </a:ext>
            </a:extLst>
          </p:cNvPr>
          <p:cNvSpPr>
            <a:spLocks noGrp="1"/>
          </p:cNvSpPr>
          <p:nvPr>
            <p:ph idx="1"/>
          </p:nvPr>
        </p:nvSpPr>
        <p:spPr>
          <a:xfrm>
            <a:off x="262624" y="2301345"/>
            <a:ext cx="11103875" cy="3017309"/>
          </a:xfrm>
        </p:spPr>
        <p:txBody>
          <a:bodyPr>
            <a:normAutofit fontScale="77500" lnSpcReduction="20000"/>
          </a:bodyPr>
          <a:lstStyle/>
          <a:p>
            <a:r>
              <a:rPr lang="en-GB" sz="2900" dirty="0">
                <a:latin typeface="Calibri" panose="020F0502020204030204" pitchFamily="34" charset="0"/>
                <a:cs typeface="Calibri" panose="020F0502020204030204" pitchFamily="34" charset="0"/>
              </a:rPr>
              <a:t>Define radiative forcing and describe how ozone and land-use change have affected it </a:t>
            </a:r>
            <a:r>
              <a:rPr lang="en-GB" sz="2900">
                <a:latin typeface="Calibri" panose="020F0502020204030204" pitchFamily="34" charset="0"/>
                <a:cs typeface="Calibri" panose="020F0502020204030204" pitchFamily="34" charset="0"/>
              </a:rPr>
              <a:t>since 1750</a:t>
            </a:r>
            <a:r>
              <a:rPr lang="en-GB" sz="2900" dirty="0">
                <a:latin typeface="Calibri" panose="020F0502020204030204" pitchFamily="34" charset="0"/>
                <a:cs typeface="Calibri" panose="020F0502020204030204" pitchFamily="34" charset="0"/>
              </a:rPr>
              <a:t>. In your answer consider the mechanisms by which these drivers influence radiative forcing, their lifetimes, spatial extent, and compare their radiative forcing magnitude against other important drivers.</a:t>
            </a:r>
          </a:p>
          <a:p>
            <a:endParaRPr lang="en-GB" dirty="0"/>
          </a:p>
        </p:txBody>
      </p:sp>
      <p:sp>
        <p:nvSpPr>
          <p:cNvPr id="4" name="Freeform 13">
            <a:extLst>
              <a:ext uri="{FF2B5EF4-FFF2-40B4-BE49-F238E27FC236}">
                <a16:creationId xmlns:a16="http://schemas.microsoft.com/office/drawing/2014/main" id="{44E9B1A2-B1D0-B839-84E0-79C6512E6D8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0063B2F0-C06B-81D4-254B-8896E308CFA9}"/>
              </a:ext>
            </a:extLst>
          </p:cNvPr>
          <p:cNvSpPr txBox="1"/>
          <p:nvPr/>
        </p:nvSpPr>
        <p:spPr>
          <a:xfrm>
            <a:off x="389464" y="684091"/>
            <a:ext cx="8750623"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2</a:t>
            </a:r>
            <a:r>
              <a:rPr lang="en-US" sz="4000" i="1" spc="-275" baseline="30000" dirty="0">
                <a:solidFill>
                  <a:srgbClr val="46245A"/>
                </a:solidFill>
                <a:latin typeface="DM Sans Bold"/>
              </a:rPr>
              <a:t>nd</a:t>
            </a:r>
            <a:r>
              <a:rPr lang="en-US" sz="4000" i="1" spc="-275" dirty="0">
                <a:solidFill>
                  <a:srgbClr val="46245A"/>
                </a:solidFill>
                <a:latin typeface="DM Sans Bold"/>
              </a:rPr>
              <a:t> Workshop</a:t>
            </a:r>
          </a:p>
        </p:txBody>
      </p:sp>
    </p:spTree>
    <p:extLst>
      <p:ext uri="{BB962C8B-B14F-4D97-AF65-F5344CB8AC3E}">
        <p14:creationId xmlns:p14="http://schemas.microsoft.com/office/powerpoint/2010/main" val="3185957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93DD3FAB-4646-219A-C612-572CC0312400}"/>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95A1835E-0369-8417-08C5-4F11203B3352}"/>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67925064-F142-A867-DC9A-68D3E34A8A40}"/>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Q2.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4" name="Rectangle 3">
            <a:extLst>
              <a:ext uri="{FF2B5EF4-FFF2-40B4-BE49-F238E27FC236}">
                <a16:creationId xmlns:a16="http://schemas.microsoft.com/office/drawing/2014/main" id="{66A7CE7E-C081-CFC7-79B8-D7882D0811E2}"/>
              </a:ext>
            </a:extLst>
          </p:cNvPr>
          <p:cNvSpPr txBox="1">
            <a:spLocks noChangeArrowheads="1"/>
          </p:cNvSpPr>
          <p:nvPr/>
        </p:nvSpPr>
        <p:spPr>
          <a:xfrm>
            <a:off x="389465" y="1647946"/>
            <a:ext cx="11352876" cy="4525963"/>
          </a:xfrm>
          <a:prstGeom prst="rect">
            <a:avLst/>
          </a:prstGeom>
        </p:spPr>
        <p:txBody>
          <a:bodyPr>
            <a:normAutofit lnSpcReduction="10000"/>
          </a:bodyPr>
          <a:lst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a:lstStyle>
          <a:p>
            <a:pPr marL="0" indent="0">
              <a:buNone/>
            </a:pPr>
            <a:r>
              <a:rPr lang="en-GB" altLang="en-US" sz="1600" dirty="0">
                <a:solidFill>
                  <a:schemeClr val="bg1"/>
                </a:solidFill>
                <a:latin typeface="Calibri" panose="020F0502020204030204" pitchFamily="34" charset="0"/>
                <a:cs typeface="Calibri" panose="020F0502020204030204" pitchFamily="34" charset="0"/>
              </a:rPr>
              <a:t>This question is asking you to draw on your knowledge and understanding of the effect of ozone and land-use change on radiative forcing.</a:t>
            </a:r>
          </a:p>
          <a:p>
            <a:pPr marL="0" indent="0">
              <a:buNone/>
            </a:pPr>
            <a:endParaRPr lang="en-GB" altLang="en-US" sz="1600" dirty="0">
              <a:solidFill>
                <a:schemeClr val="bg1"/>
              </a:solidFill>
              <a:latin typeface="Calibri" panose="020F0502020204030204" pitchFamily="34" charset="0"/>
              <a:cs typeface="Calibri" panose="020F0502020204030204" pitchFamily="34" charset="0"/>
            </a:endParaRPr>
          </a:p>
          <a:p>
            <a:pPr marL="0" indent="0">
              <a:buNone/>
            </a:pPr>
            <a:r>
              <a:rPr lang="en-GB" altLang="en-US" sz="1600" dirty="0">
                <a:solidFill>
                  <a:schemeClr val="bg1"/>
                </a:solidFill>
                <a:latin typeface="Calibri" panose="020F0502020204030204" pitchFamily="34" charset="0"/>
                <a:cs typeface="Calibri" panose="020F0502020204030204" pitchFamily="34" charset="0"/>
              </a:rPr>
              <a:t>Radiative forcing is the </a:t>
            </a:r>
            <a:r>
              <a:rPr lang="en-GB" sz="1600" dirty="0">
                <a:solidFill>
                  <a:schemeClr val="bg1"/>
                </a:solidFill>
                <a:latin typeface="Calibri" panose="020F0502020204030204" pitchFamily="34" charset="0"/>
                <a:cs typeface="Calibri" panose="020F0502020204030204" pitchFamily="34" charset="0"/>
              </a:rPr>
              <a:t>change in radiation balance at the tropopause between the incoming solar radiation and the outgoing earth’s radiation (net irradiance).</a:t>
            </a:r>
          </a:p>
          <a:p>
            <a:pPr marL="0" indent="0">
              <a:buNone/>
            </a:pPr>
            <a:endParaRPr lang="en-GB" altLang="en-US" sz="1600" dirty="0">
              <a:solidFill>
                <a:schemeClr val="bg1"/>
              </a:solidFill>
              <a:latin typeface="Calibri" panose="020F0502020204030204" pitchFamily="34" charset="0"/>
              <a:cs typeface="Calibri" panose="020F0502020204030204" pitchFamily="34" charset="0"/>
            </a:endParaRPr>
          </a:p>
          <a:p>
            <a:pPr marL="0" indent="0">
              <a:buNone/>
            </a:pPr>
            <a:r>
              <a:rPr lang="en-GB" altLang="en-US" sz="1600" dirty="0">
                <a:solidFill>
                  <a:schemeClr val="bg1"/>
                </a:solidFill>
                <a:latin typeface="Calibri" panose="020F0502020204030204" pitchFamily="34" charset="0"/>
                <a:cs typeface="Calibri" panose="020F0502020204030204" pitchFamily="34" charset="0"/>
              </a:rPr>
              <a:t>Since 1750 ozone concentrations in the troposphere have increased due to human emissions of precursors. Ozone is a greenhouse has with a lifetime around 3 weeks, so it is not well mixed throughout the troposphere and is considered short-lived in comparison to methane and carbon dioxide. Ozone affects radiative forcing by absorbing short- and long-wave radiation, thereby reducing the radiation flux returned to space from Earth when concentrations increase. Being a greenhouse gas, it exerts a positive radiative forcing, though 4 times less than carbon dioxide, with 0.5 W m</a:t>
            </a:r>
            <a:r>
              <a:rPr lang="en-GB" altLang="en-US" sz="1600" baseline="30000" dirty="0">
                <a:solidFill>
                  <a:schemeClr val="bg1"/>
                </a:solidFill>
                <a:latin typeface="Calibri" panose="020F0502020204030204" pitchFamily="34" charset="0"/>
                <a:cs typeface="Calibri" panose="020F0502020204030204" pitchFamily="34" charset="0"/>
              </a:rPr>
              <a:t>-2</a:t>
            </a:r>
            <a:r>
              <a:rPr lang="en-GB" altLang="en-US" sz="1600" dirty="0">
                <a:solidFill>
                  <a:schemeClr val="bg1"/>
                </a:solidFill>
                <a:latin typeface="Calibri" panose="020F0502020204030204" pitchFamily="34" charset="0"/>
                <a:cs typeface="Calibri" panose="020F0502020204030204" pitchFamily="34" charset="0"/>
              </a:rPr>
              <a:t> since 1750.</a:t>
            </a:r>
          </a:p>
          <a:p>
            <a:pPr marL="0" indent="0">
              <a:buNone/>
            </a:pPr>
            <a:endParaRPr lang="en-GB" altLang="en-US" sz="1600" dirty="0">
              <a:solidFill>
                <a:schemeClr val="bg1"/>
              </a:solidFill>
              <a:latin typeface="Calibri" panose="020F0502020204030204" pitchFamily="34" charset="0"/>
              <a:cs typeface="Calibri" panose="020F0502020204030204" pitchFamily="34" charset="0"/>
            </a:endParaRPr>
          </a:p>
          <a:p>
            <a:pPr marL="0" indent="0">
              <a:buNone/>
            </a:pPr>
            <a:r>
              <a:rPr lang="en-GB" altLang="en-US" sz="1600" dirty="0">
                <a:solidFill>
                  <a:schemeClr val="bg1"/>
                </a:solidFill>
                <a:latin typeface="Calibri" panose="020F0502020204030204" pitchFamily="34" charset="0"/>
                <a:cs typeface="Calibri" panose="020F0502020204030204" pitchFamily="34" charset="0"/>
              </a:rPr>
              <a:t>Since 1750 land-use change has changed land covered originally in forest and shrub to farm. The overall effect has been to increase planetary albedo since the new land cover acts to increase surface albedo. In mid-latitudes, replacing forest with farm increases the effectiveness of snow reflectance, whilst in semi-arid regions, replacing forest and shrub with farmland increases the effectiveness of soil reflectance. By increasing albedo in these ways, land-use change has a negative effect on radiative forcing, though it is 4 times less than aerosol, with -0.25 W m</a:t>
            </a:r>
            <a:r>
              <a:rPr lang="en-GB" altLang="en-US" sz="1600" baseline="30000" dirty="0">
                <a:solidFill>
                  <a:schemeClr val="bg1"/>
                </a:solidFill>
                <a:latin typeface="Calibri" panose="020F0502020204030204" pitchFamily="34" charset="0"/>
                <a:cs typeface="Calibri" panose="020F0502020204030204" pitchFamily="34" charset="0"/>
              </a:rPr>
              <a:t>-2</a:t>
            </a:r>
            <a:r>
              <a:rPr lang="en-GB" altLang="en-US" sz="1600" dirty="0">
                <a:solidFill>
                  <a:schemeClr val="bg1"/>
                </a:solidFill>
                <a:latin typeface="Calibri" panose="020F0502020204030204" pitchFamily="34" charset="0"/>
                <a:cs typeface="Calibri" panose="020F0502020204030204" pitchFamily="34" charset="0"/>
              </a:rPr>
              <a:t> since 1750. The effect of land-use change on radiative forcing will continue so long as demand for agriculture continues.</a:t>
            </a:r>
          </a:p>
          <a:p>
            <a:pPr marL="0" indent="0">
              <a:buNone/>
            </a:pPr>
            <a:endParaRPr lang="en-GB" altLang="en-US" sz="16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89303048"/>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1672</TotalTime>
  <Words>679</Words>
  <Application>Microsoft Macintosh PowerPoint</Application>
  <PresentationFormat>Widescreen</PresentationFormat>
  <Paragraphs>42</Paragraphs>
  <Slides>5</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vt:i4>
      </vt:variant>
    </vt:vector>
  </HeadingPairs>
  <TitlesOfParts>
    <vt:vector size="13" baseType="lpstr">
      <vt:lpstr>Aptos</vt:lpstr>
      <vt:lpstr>Arial</vt:lpstr>
      <vt:lpstr>Calibri</vt:lpstr>
      <vt:lpstr>DM Sans</vt:lpstr>
      <vt:lpstr>DM Sans Bold</vt:lpstr>
      <vt:lpstr>Open Sans</vt:lpstr>
      <vt:lpstr>1_Office Theme</vt:lpstr>
      <vt:lpstr>2_Office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Bannan</dc:creator>
  <cp:lastModifiedBy>Simon O'Meara</cp:lastModifiedBy>
  <cp:revision>59</cp:revision>
  <dcterms:created xsi:type="dcterms:W3CDTF">2025-12-11T10:10:20Z</dcterms:created>
  <dcterms:modified xsi:type="dcterms:W3CDTF">2026-02-27T10:14:07Z</dcterms:modified>
</cp:coreProperties>
</file>