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6" r:id="rId1"/>
    <p:sldMasterId id="2147483702" r:id="rId2"/>
  </p:sldMasterIdLst>
  <p:notesMasterIdLst>
    <p:notesMasterId r:id="rId13"/>
  </p:notesMasterIdLst>
  <p:handoutMasterIdLst>
    <p:handoutMasterId r:id="rId14"/>
  </p:handoutMasterIdLst>
  <p:sldIdLst>
    <p:sldId id="257" r:id="rId3"/>
    <p:sldId id="1361" r:id="rId4"/>
    <p:sldId id="1229" r:id="rId5"/>
    <p:sldId id="1336" r:id="rId6"/>
    <p:sldId id="1418" r:id="rId7"/>
    <p:sldId id="1419" r:id="rId8"/>
    <p:sldId id="1420" r:id="rId9"/>
    <p:sldId id="1421" r:id="rId10"/>
    <p:sldId id="1422" r:id="rId11"/>
    <p:sldId id="1423" r:id="rId12"/>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D3C0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50"/>
    <p:restoredTop sz="93605"/>
  </p:normalViewPr>
  <p:slideViewPr>
    <p:cSldViewPr>
      <p:cViewPr>
        <p:scale>
          <a:sx n="97" d="100"/>
          <a:sy n="97" d="100"/>
        </p:scale>
        <p:origin x="2120" y="1640"/>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DC3A1E59-FC68-8182-9326-1A8B19B022A8}"/>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ea typeface="Arial" charset="0"/>
                <a:cs typeface="Arial" charset="0"/>
              </a:defRPr>
            </a:lvl1pPr>
          </a:lstStyle>
          <a:p>
            <a:pPr>
              <a:defRPr/>
            </a:pPr>
            <a:endParaRPr lang="en-US"/>
          </a:p>
        </p:txBody>
      </p:sp>
      <p:sp>
        <p:nvSpPr>
          <p:cNvPr id="72707" name="Rectangle 3">
            <a:extLst>
              <a:ext uri="{FF2B5EF4-FFF2-40B4-BE49-F238E27FC236}">
                <a16:creationId xmlns:a16="http://schemas.microsoft.com/office/drawing/2014/main" id="{9A822786-B715-44CA-0A4B-9CDC484C09F6}"/>
              </a:ext>
            </a:extLst>
          </p:cNvPr>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ea typeface="Arial" charset="0"/>
                <a:cs typeface="Arial" charset="0"/>
              </a:defRPr>
            </a:lvl1pPr>
          </a:lstStyle>
          <a:p>
            <a:pPr>
              <a:defRPr/>
            </a:pPr>
            <a:endParaRPr lang="en-US"/>
          </a:p>
        </p:txBody>
      </p:sp>
      <p:sp>
        <p:nvSpPr>
          <p:cNvPr id="72708" name="Rectangle 4">
            <a:extLst>
              <a:ext uri="{FF2B5EF4-FFF2-40B4-BE49-F238E27FC236}">
                <a16:creationId xmlns:a16="http://schemas.microsoft.com/office/drawing/2014/main" id="{6EBF77E7-49E0-9B25-CB2E-B11731A0F293}"/>
              </a:ext>
            </a:extLst>
          </p:cNvPr>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ea typeface="Arial" charset="0"/>
                <a:cs typeface="Arial" charset="0"/>
              </a:defRPr>
            </a:lvl1pPr>
          </a:lstStyle>
          <a:p>
            <a:pPr>
              <a:defRPr/>
            </a:pPr>
            <a:endParaRPr lang="en-US"/>
          </a:p>
        </p:txBody>
      </p:sp>
      <p:sp>
        <p:nvSpPr>
          <p:cNvPr id="72709" name="Rectangle 5">
            <a:extLst>
              <a:ext uri="{FF2B5EF4-FFF2-40B4-BE49-F238E27FC236}">
                <a16:creationId xmlns:a16="http://schemas.microsoft.com/office/drawing/2014/main" id="{224CDEE6-180E-2F25-9216-BDD58A599D43}"/>
              </a:ext>
            </a:extLst>
          </p:cNvPr>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B4E2D4F9-3838-F541-9414-920067AF9B76}"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C6826FCE-D9DC-CD25-C8FA-FEE3BEEA1966}"/>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ea typeface="Arial" charset="0"/>
                <a:cs typeface="Arial" charset="0"/>
              </a:defRPr>
            </a:lvl1pPr>
          </a:lstStyle>
          <a:p>
            <a:pPr>
              <a:defRPr/>
            </a:pPr>
            <a:endParaRPr lang="en-US"/>
          </a:p>
        </p:txBody>
      </p:sp>
      <p:sp>
        <p:nvSpPr>
          <p:cNvPr id="11267" name="Rectangle 3">
            <a:extLst>
              <a:ext uri="{FF2B5EF4-FFF2-40B4-BE49-F238E27FC236}">
                <a16:creationId xmlns:a16="http://schemas.microsoft.com/office/drawing/2014/main" id="{084DE568-6AC0-AADD-34E6-45A03FCF2767}"/>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ea typeface="Arial" charset="0"/>
                <a:cs typeface="Arial" charset="0"/>
              </a:defRPr>
            </a:lvl1pPr>
          </a:lstStyle>
          <a:p>
            <a:pPr>
              <a:defRPr/>
            </a:pPr>
            <a:endParaRPr lang="en-US"/>
          </a:p>
        </p:txBody>
      </p:sp>
      <p:sp>
        <p:nvSpPr>
          <p:cNvPr id="15364" name="Rectangle 4">
            <a:extLst>
              <a:ext uri="{FF2B5EF4-FFF2-40B4-BE49-F238E27FC236}">
                <a16:creationId xmlns:a16="http://schemas.microsoft.com/office/drawing/2014/main" id="{ADD33F7E-A996-106D-670E-8FCC9DB9F6F7}"/>
              </a:ext>
            </a:extLst>
          </p:cNvPr>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9" name="Rectangle 5">
            <a:extLst>
              <a:ext uri="{FF2B5EF4-FFF2-40B4-BE49-F238E27FC236}">
                <a16:creationId xmlns:a16="http://schemas.microsoft.com/office/drawing/2014/main" id="{F4574F0B-7796-8223-298C-86F420701591}"/>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270" name="Rectangle 6">
            <a:extLst>
              <a:ext uri="{FF2B5EF4-FFF2-40B4-BE49-F238E27FC236}">
                <a16:creationId xmlns:a16="http://schemas.microsoft.com/office/drawing/2014/main" id="{8020E217-F1D8-9C67-876D-F1FC54FCD76A}"/>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ea typeface="Arial" charset="0"/>
                <a:cs typeface="Arial" charset="0"/>
              </a:defRPr>
            </a:lvl1pPr>
          </a:lstStyle>
          <a:p>
            <a:pPr>
              <a:defRPr/>
            </a:pPr>
            <a:endParaRPr lang="en-US"/>
          </a:p>
        </p:txBody>
      </p:sp>
      <p:sp>
        <p:nvSpPr>
          <p:cNvPr id="11271" name="Rectangle 7">
            <a:extLst>
              <a:ext uri="{FF2B5EF4-FFF2-40B4-BE49-F238E27FC236}">
                <a16:creationId xmlns:a16="http://schemas.microsoft.com/office/drawing/2014/main" id="{2F1A472E-3C7C-A71B-940B-58764F44DC8D}"/>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FE40F24B-5F1B-CA4E-9B5E-D0AD9655A5AF}"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charset="0"/>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Arial" charset="0"/>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Arial" charset="0"/>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Arial" charset="0"/>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Arial" charset="0"/>
        <a:cs typeface="Arial" charset="0"/>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latin typeface="DM Sans" pitchFamily="2"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35333203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27200707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875A35-1295-2AF9-046D-7F9A02AB10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B8ADCC-1249-AD6B-9DBA-200E42EB0D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901DB2-24C5-0FDB-C6F6-A0D4440444B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8DBAD1-78CE-E44D-43BB-2816EB39A0D8}"/>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E40F24B-5F1B-CA4E-9B5E-D0AD9655A5AF}"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21222331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A4E1C-9AD2-87F5-C0C6-BA7C222C60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3EC61B-071B-C379-F2C1-5DCBD23DD0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C4FF92-DE46-6AC9-9100-452E35949416}"/>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4F3A29A5-A20A-2BBD-9F63-0B8B4C25661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21815889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E3723-ADFF-154F-7E9E-26CCDF50BC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C56938-3B63-8C63-FBBF-6CAE64EC97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67E348-0AD6-3A3B-FC57-99D0BD75D8F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BB5209C-68B7-6876-7A09-6C3538D87904}"/>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E40F24B-5F1B-CA4E-9B5E-D0AD9655A5AF}"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25085376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702BB-BBC1-20AD-B89C-3A667F43F7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5DD6EA-E2F7-CA60-46CA-69B77FC12C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BC9D01-8EEE-AEAB-DB54-B2288803CCBB}"/>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61A1B217-CD14-8005-BE5B-E2B5FD36CB3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18034758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23DB02-39E1-0D09-8D8E-75227E2FE4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9BBE6C-41FC-EA6C-F921-BCBEDF9C10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8634BE-23D0-5D1E-20F2-C0CDEAA7730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DF4640-7A53-A0EA-C30F-4CD147BCDB54}"/>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E40F24B-5F1B-CA4E-9B5E-D0AD9655A5AF}"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35414806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32DC6-6F1C-D5D9-AC97-BB36BAE1F0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3FDBFE-CB7F-DFE9-B8E5-FD7267E8D1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8F2796-42A7-DAB2-914C-9D2472062363}"/>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01B1B01D-0E54-6FCE-9EEC-5AD9DC2707B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37502383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7AB98-C14E-038A-EAC9-2A5E8C5EC7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3647AB-0D49-3077-A541-042775924F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ABECED-915E-443E-9CFD-95476103BD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0B910F7-795A-322B-A9F8-9A6971EDACCF}"/>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E40F24B-5F1B-CA4E-9B5E-D0AD9655A5AF}"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34979009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20283"/>
            <a:ext cx="5181600" cy="980017"/>
          </a:xfrm>
        </p:spPr>
        <p:txBody>
          <a:bodyPr/>
          <a:lstStyle/>
          <a:p>
            <a:r>
              <a:rPr lang="en-US"/>
              <a:t>Click to edit Master title style</a:t>
            </a:r>
          </a:p>
        </p:txBody>
      </p:sp>
      <p:sp>
        <p:nvSpPr>
          <p:cNvPr id="3" name="Subtitle 2"/>
          <p:cNvSpPr>
            <a:spLocks noGrp="1"/>
          </p:cNvSpPr>
          <p:nvPr>
            <p:ph type="subTitle" idx="1"/>
          </p:nvPr>
        </p:nvSpPr>
        <p:spPr>
          <a:xfrm>
            <a:off x="914400" y="2590800"/>
            <a:ext cx="4267200" cy="1168400"/>
          </a:xfrm>
        </p:spPr>
        <p:txBody>
          <a:bodyPr/>
          <a:lstStyle>
            <a:lvl1pPr marL="0" indent="0" algn="ctr">
              <a:buNone/>
              <a:defRPr>
                <a:solidFill>
                  <a:schemeClr val="tx1">
                    <a:tint val="75000"/>
                  </a:schemeClr>
                </a:solidFill>
              </a:defRPr>
            </a:lvl1pPr>
            <a:lvl2pPr marL="304815" indent="0" algn="ctr">
              <a:buNone/>
              <a:defRPr>
                <a:solidFill>
                  <a:schemeClr val="tx1">
                    <a:tint val="75000"/>
                  </a:schemeClr>
                </a:solidFill>
              </a:defRPr>
            </a:lvl2pPr>
            <a:lvl3pPr marL="609630" indent="0" algn="ctr">
              <a:buNone/>
              <a:defRPr>
                <a:solidFill>
                  <a:schemeClr val="tx1">
                    <a:tint val="75000"/>
                  </a:schemeClr>
                </a:solidFill>
              </a:defRPr>
            </a:lvl3pPr>
            <a:lvl4pPr marL="914446" indent="0" algn="ctr">
              <a:buNone/>
              <a:defRPr>
                <a:solidFill>
                  <a:schemeClr val="tx1">
                    <a:tint val="75000"/>
                  </a:schemeClr>
                </a:solidFill>
              </a:defRPr>
            </a:lvl4pPr>
            <a:lvl5pPr marL="1219261" indent="0" algn="ctr">
              <a:buNone/>
              <a:defRPr>
                <a:solidFill>
                  <a:schemeClr val="tx1">
                    <a:tint val="75000"/>
                  </a:schemeClr>
                </a:solidFill>
              </a:defRPr>
            </a:lvl5pPr>
            <a:lvl6pPr marL="1524076" indent="0" algn="ctr">
              <a:buNone/>
              <a:defRPr>
                <a:solidFill>
                  <a:schemeClr val="tx1">
                    <a:tint val="75000"/>
                  </a:schemeClr>
                </a:solidFill>
              </a:defRPr>
            </a:lvl6pPr>
            <a:lvl7pPr marL="1828891" indent="0" algn="ctr">
              <a:buNone/>
              <a:defRPr>
                <a:solidFill>
                  <a:schemeClr val="tx1">
                    <a:tint val="75000"/>
                  </a:schemeClr>
                </a:solidFill>
              </a:defRPr>
            </a:lvl7pPr>
            <a:lvl8pPr marL="2133707" indent="0" algn="ctr">
              <a:buNone/>
              <a:defRPr>
                <a:solidFill>
                  <a:schemeClr val="tx1">
                    <a:tint val="75000"/>
                  </a:schemeClr>
                </a:solidFill>
              </a:defRPr>
            </a:lvl8pPr>
            <a:lvl9pPr marL="243852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717775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151548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2" y="2937934"/>
            <a:ext cx="5181600" cy="908050"/>
          </a:xfrm>
        </p:spPr>
        <p:txBody>
          <a:bodyPr anchor="t"/>
          <a:lstStyle>
            <a:lvl1pPr algn="l">
              <a:defRPr sz="2667" b="1" cap="all"/>
            </a:lvl1pPr>
          </a:lstStyle>
          <a:p>
            <a:r>
              <a:rPr lang="en-US"/>
              <a:t>Click to edit Master title style</a:t>
            </a:r>
          </a:p>
        </p:txBody>
      </p:sp>
      <p:sp>
        <p:nvSpPr>
          <p:cNvPr id="3" name="Text Placeholder 2"/>
          <p:cNvSpPr>
            <a:spLocks noGrp="1"/>
          </p:cNvSpPr>
          <p:nvPr>
            <p:ph type="body" idx="1"/>
          </p:nvPr>
        </p:nvSpPr>
        <p:spPr>
          <a:xfrm>
            <a:off x="481542" y="1937809"/>
            <a:ext cx="5181600" cy="1000125"/>
          </a:xfrm>
        </p:spPr>
        <p:txBody>
          <a:bodyPr anchor="b"/>
          <a:lstStyle>
            <a:lvl1pPr marL="0" indent="0">
              <a:buNone/>
              <a:defRPr sz="1333">
                <a:solidFill>
                  <a:schemeClr val="tx1">
                    <a:tint val="75000"/>
                  </a:schemeClr>
                </a:solidFill>
              </a:defRPr>
            </a:lvl1pPr>
            <a:lvl2pPr marL="304815" indent="0">
              <a:buNone/>
              <a:defRPr sz="1200">
                <a:solidFill>
                  <a:schemeClr val="tx1">
                    <a:tint val="75000"/>
                  </a:schemeClr>
                </a:solidFill>
              </a:defRPr>
            </a:lvl2pPr>
            <a:lvl3pPr marL="609630" indent="0">
              <a:buNone/>
              <a:defRPr sz="1067">
                <a:solidFill>
                  <a:schemeClr val="tx1">
                    <a:tint val="75000"/>
                  </a:schemeClr>
                </a:solidFill>
              </a:defRPr>
            </a:lvl3pPr>
            <a:lvl4pPr marL="914446" indent="0">
              <a:buNone/>
              <a:defRPr sz="933">
                <a:solidFill>
                  <a:schemeClr val="tx1">
                    <a:tint val="75000"/>
                  </a:schemeClr>
                </a:solidFill>
              </a:defRPr>
            </a:lvl4pPr>
            <a:lvl5pPr marL="1219261" indent="0">
              <a:buNone/>
              <a:defRPr sz="933">
                <a:solidFill>
                  <a:schemeClr val="tx1">
                    <a:tint val="75000"/>
                  </a:schemeClr>
                </a:solidFill>
              </a:defRPr>
            </a:lvl5pPr>
            <a:lvl6pPr marL="1524076" indent="0">
              <a:buNone/>
              <a:defRPr sz="933">
                <a:solidFill>
                  <a:schemeClr val="tx1">
                    <a:tint val="75000"/>
                  </a:schemeClr>
                </a:solidFill>
              </a:defRPr>
            </a:lvl6pPr>
            <a:lvl7pPr marL="1828891" indent="0">
              <a:buNone/>
              <a:defRPr sz="933">
                <a:solidFill>
                  <a:schemeClr val="tx1">
                    <a:tint val="75000"/>
                  </a:schemeClr>
                </a:solidFill>
              </a:defRPr>
            </a:lvl7pPr>
            <a:lvl8pPr marL="2133707" indent="0">
              <a:buNone/>
              <a:defRPr sz="933">
                <a:solidFill>
                  <a:schemeClr val="tx1">
                    <a:tint val="75000"/>
                  </a:schemeClr>
                </a:solidFill>
              </a:defRPr>
            </a:lvl8pPr>
            <a:lvl9pPr marL="2438522" indent="0">
              <a:buNone/>
              <a:defRPr sz="9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632830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338152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0" y="1023409"/>
            <a:ext cx="2693459"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304800" y="1449917"/>
            <a:ext cx="2693459"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5/11/26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387857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5/11/26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529306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29423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182033"/>
            <a:ext cx="2005542" cy="774700"/>
          </a:xfrm>
        </p:spPr>
        <p:txBody>
          <a:bodyPr anchor="b"/>
          <a:lstStyle>
            <a:lvl1pPr algn="l">
              <a:defRPr sz="1333" b="1"/>
            </a:lvl1pPr>
          </a:lstStyle>
          <a:p>
            <a:r>
              <a:rPr lang="en-US"/>
              <a:t>Click to edit Master title style</a:t>
            </a:r>
          </a:p>
        </p:txBody>
      </p:sp>
      <p:sp>
        <p:nvSpPr>
          <p:cNvPr id="3" name="Content Placeholder 2"/>
          <p:cNvSpPr>
            <a:spLocks noGrp="1"/>
          </p:cNvSpPr>
          <p:nvPr>
            <p:ph idx="1"/>
          </p:nvPr>
        </p:nvSpPr>
        <p:spPr>
          <a:xfrm>
            <a:off x="2383367" y="182034"/>
            <a:ext cx="3407833" cy="3902075"/>
          </a:xfrm>
        </p:spPr>
        <p:txBody>
          <a:bodyPr/>
          <a:lstStyle>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956734"/>
            <a:ext cx="2005542" cy="31273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649199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0"/>
            <a:ext cx="3657600" cy="377825"/>
          </a:xfrm>
        </p:spPr>
        <p:txBody>
          <a:bodyPr anchor="b"/>
          <a:lstStyle>
            <a:lvl1pPr algn="l">
              <a:defRPr sz="1333"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endParaRPr lang="en-US"/>
          </a:p>
        </p:txBody>
      </p:sp>
      <p:sp>
        <p:nvSpPr>
          <p:cNvPr id="4" name="Text Placeholder 3"/>
          <p:cNvSpPr>
            <a:spLocks noGrp="1"/>
          </p:cNvSpPr>
          <p:nvPr>
            <p:ph type="body" sz="half" idx="2"/>
          </p:nvPr>
        </p:nvSpPr>
        <p:spPr>
          <a:xfrm>
            <a:off x="1194859" y="3578225"/>
            <a:ext cx="3657600" cy="5365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4736831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673248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19600" y="183092"/>
            <a:ext cx="1371600" cy="39010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83092"/>
            <a:ext cx="4013200" cy="39010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846116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20283"/>
            <a:ext cx="5181600" cy="980017"/>
          </a:xfrm>
        </p:spPr>
        <p:txBody>
          <a:bodyPr/>
          <a:lstStyle/>
          <a:p>
            <a:r>
              <a:rPr lang="en-US"/>
              <a:t>Click to edit Master title style</a:t>
            </a:r>
          </a:p>
        </p:txBody>
      </p:sp>
      <p:sp>
        <p:nvSpPr>
          <p:cNvPr id="3" name="Subtitle 2"/>
          <p:cNvSpPr>
            <a:spLocks noGrp="1"/>
          </p:cNvSpPr>
          <p:nvPr>
            <p:ph type="subTitle" idx="1"/>
          </p:nvPr>
        </p:nvSpPr>
        <p:spPr>
          <a:xfrm>
            <a:off x="914400" y="2590800"/>
            <a:ext cx="4267200" cy="1168400"/>
          </a:xfrm>
        </p:spPr>
        <p:txBody>
          <a:bodyPr/>
          <a:lstStyle>
            <a:lvl1pPr marL="0" indent="0" algn="ctr">
              <a:buNone/>
              <a:defRPr>
                <a:solidFill>
                  <a:schemeClr val="tx1">
                    <a:tint val="75000"/>
                  </a:schemeClr>
                </a:solidFill>
              </a:defRPr>
            </a:lvl1pPr>
            <a:lvl2pPr marL="228635" indent="0" algn="ctr">
              <a:buNone/>
              <a:defRPr>
                <a:solidFill>
                  <a:schemeClr val="tx1">
                    <a:tint val="75000"/>
                  </a:schemeClr>
                </a:solidFill>
              </a:defRPr>
            </a:lvl2pPr>
            <a:lvl3pPr marL="457269" indent="0" algn="ctr">
              <a:buNone/>
              <a:defRPr>
                <a:solidFill>
                  <a:schemeClr val="tx1">
                    <a:tint val="75000"/>
                  </a:schemeClr>
                </a:solidFill>
              </a:defRPr>
            </a:lvl3pPr>
            <a:lvl4pPr marL="685904" indent="0" algn="ctr">
              <a:buNone/>
              <a:defRPr>
                <a:solidFill>
                  <a:schemeClr val="tx1">
                    <a:tint val="75000"/>
                  </a:schemeClr>
                </a:solidFill>
              </a:defRPr>
            </a:lvl4pPr>
            <a:lvl5pPr marL="914538" indent="0" algn="ctr">
              <a:buNone/>
              <a:defRPr>
                <a:solidFill>
                  <a:schemeClr val="tx1">
                    <a:tint val="75000"/>
                  </a:schemeClr>
                </a:solidFill>
              </a:defRPr>
            </a:lvl5pPr>
            <a:lvl6pPr marL="1143171" indent="0" algn="ctr">
              <a:buNone/>
              <a:defRPr>
                <a:solidFill>
                  <a:schemeClr val="tx1">
                    <a:tint val="75000"/>
                  </a:schemeClr>
                </a:solidFill>
              </a:defRPr>
            </a:lvl6pPr>
            <a:lvl7pPr marL="1371806" indent="0" algn="ctr">
              <a:buNone/>
              <a:defRPr>
                <a:solidFill>
                  <a:schemeClr val="tx1">
                    <a:tint val="75000"/>
                  </a:schemeClr>
                </a:solidFill>
              </a:defRPr>
            </a:lvl7pPr>
            <a:lvl8pPr marL="1600440" indent="0" algn="ctr">
              <a:buNone/>
              <a:defRPr>
                <a:solidFill>
                  <a:schemeClr val="tx1">
                    <a:tint val="75000"/>
                  </a:schemeClr>
                </a:solidFill>
              </a:defRPr>
            </a:lvl8pPr>
            <a:lvl9pPr marL="1829075"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4783100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490362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3" y="2937934"/>
            <a:ext cx="5181600" cy="908050"/>
          </a:xfrm>
        </p:spPr>
        <p:txBody>
          <a:bodyPr anchor="t"/>
          <a:lstStyle>
            <a:lvl1pPr algn="l">
              <a:defRPr sz="2000" b="1" cap="all"/>
            </a:lvl1pPr>
          </a:lstStyle>
          <a:p>
            <a:r>
              <a:rPr lang="en-US"/>
              <a:t>Click to edit Master title style</a:t>
            </a:r>
          </a:p>
        </p:txBody>
      </p:sp>
      <p:sp>
        <p:nvSpPr>
          <p:cNvPr id="3" name="Text Placeholder 2"/>
          <p:cNvSpPr>
            <a:spLocks noGrp="1"/>
          </p:cNvSpPr>
          <p:nvPr>
            <p:ph type="body" idx="1"/>
          </p:nvPr>
        </p:nvSpPr>
        <p:spPr>
          <a:xfrm>
            <a:off x="481543" y="1937809"/>
            <a:ext cx="5181600" cy="1000125"/>
          </a:xfrm>
        </p:spPr>
        <p:txBody>
          <a:bodyPr anchor="b"/>
          <a:lstStyle>
            <a:lvl1pPr marL="0" indent="0">
              <a:buNone/>
              <a:defRPr sz="1000">
                <a:solidFill>
                  <a:schemeClr val="tx1">
                    <a:tint val="75000"/>
                  </a:schemeClr>
                </a:solidFill>
              </a:defRPr>
            </a:lvl1pPr>
            <a:lvl2pPr marL="228635" indent="0">
              <a:buNone/>
              <a:defRPr sz="900">
                <a:solidFill>
                  <a:schemeClr val="tx1">
                    <a:tint val="75000"/>
                  </a:schemeClr>
                </a:solidFill>
              </a:defRPr>
            </a:lvl2pPr>
            <a:lvl3pPr marL="457269" indent="0">
              <a:buNone/>
              <a:defRPr sz="800">
                <a:solidFill>
                  <a:schemeClr val="tx1">
                    <a:tint val="75000"/>
                  </a:schemeClr>
                </a:solidFill>
              </a:defRPr>
            </a:lvl3pPr>
            <a:lvl4pPr marL="685904" indent="0">
              <a:buNone/>
              <a:defRPr sz="700">
                <a:solidFill>
                  <a:schemeClr val="tx1">
                    <a:tint val="75000"/>
                  </a:schemeClr>
                </a:solidFill>
              </a:defRPr>
            </a:lvl4pPr>
            <a:lvl5pPr marL="914538" indent="0">
              <a:buNone/>
              <a:defRPr sz="700">
                <a:solidFill>
                  <a:schemeClr val="tx1">
                    <a:tint val="75000"/>
                  </a:schemeClr>
                </a:solidFill>
              </a:defRPr>
            </a:lvl5pPr>
            <a:lvl6pPr marL="1143171" indent="0">
              <a:buNone/>
              <a:defRPr sz="700">
                <a:solidFill>
                  <a:schemeClr val="tx1">
                    <a:tint val="75000"/>
                  </a:schemeClr>
                </a:solidFill>
              </a:defRPr>
            </a:lvl6pPr>
            <a:lvl7pPr marL="1371806" indent="0">
              <a:buNone/>
              <a:defRPr sz="700">
                <a:solidFill>
                  <a:schemeClr val="tx1">
                    <a:tint val="75000"/>
                  </a:schemeClr>
                </a:solidFill>
              </a:defRPr>
            </a:lvl7pPr>
            <a:lvl8pPr marL="1600440" indent="0">
              <a:buNone/>
              <a:defRPr sz="700">
                <a:solidFill>
                  <a:schemeClr val="tx1">
                    <a:tint val="75000"/>
                  </a:schemeClr>
                </a:solidFill>
              </a:defRPr>
            </a:lvl8pPr>
            <a:lvl9pPr marL="1829075" indent="0">
              <a:buNone/>
              <a:defRPr sz="7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666609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2"/>
            <a:ext cx="2692400" cy="3017309"/>
          </a:xfrm>
        </p:spPr>
        <p:txBody>
          <a:bodyPr/>
          <a:lstStyle>
            <a:lvl1pPr>
              <a:defRPr sz="1400"/>
            </a:lvl1pPr>
            <a:lvl2pPr>
              <a:defRPr sz="1200"/>
            </a:lvl2pPr>
            <a:lvl3pPr>
              <a:defRPr sz="100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2"/>
            <a:ext cx="2692400" cy="3017309"/>
          </a:xfrm>
        </p:spPr>
        <p:txBody>
          <a:bodyPr/>
          <a:lstStyle>
            <a:lvl1pPr>
              <a:defRPr sz="1400"/>
            </a:lvl1pPr>
            <a:lvl2pPr>
              <a:defRPr sz="1200"/>
            </a:lvl2pPr>
            <a:lvl3pPr>
              <a:defRPr sz="100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268163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3" y="1023409"/>
            <a:ext cx="2693459" cy="426508"/>
          </a:xfrm>
        </p:spPr>
        <p:txBody>
          <a:bodyPr anchor="b"/>
          <a:lstStyle>
            <a:lvl1pPr marL="0" indent="0">
              <a:buNone/>
              <a:defRPr sz="1200" b="1"/>
            </a:lvl1pPr>
            <a:lvl2pPr marL="228635" indent="0">
              <a:buNone/>
              <a:defRPr sz="1000" b="1"/>
            </a:lvl2pPr>
            <a:lvl3pPr marL="457269" indent="0">
              <a:buNone/>
              <a:defRPr sz="900" b="1"/>
            </a:lvl3pPr>
            <a:lvl4pPr marL="685904" indent="0">
              <a:buNone/>
              <a:defRPr sz="800" b="1"/>
            </a:lvl4pPr>
            <a:lvl5pPr marL="914538" indent="0">
              <a:buNone/>
              <a:defRPr sz="800" b="1"/>
            </a:lvl5pPr>
            <a:lvl6pPr marL="1143171" indent="0">
              <a:buNone/>
              <a:defRPr sz="800" b="1"/>
            </a:lvl6pPr>
            <a:lvl7pPr marL="1371806" indent="0">
              <a:buNone/>
              <a:defRPr sz="800" b="1"/>
            </a:lvl7pPr>
            <a:lvl8pPr marL="1600440" indent="0">
              <a:buNone/>
              <a:defRPr sz="800" b="1"/>
            </a:lvl8pPr>
            <a:lvl9pPr marL="1829075" indent="0">
              <a:buNone/>
              <a:defRPr sz="800" b="1"/>
            </a:lvl9pPr>
          </a:lstStyle>
          <a:p>
            <a:pPr lvl="0"/>
            <a:r>
              <a:rPr lang="en-US"/>
              <a:t>Click to edit Master text styles</a:t>
            </a:r>
          </a:p>
        </p:txBody>
      </p:sp>
      <p:sp>
        <p:nvSpPr>
          <p:cNvPr id="4" name="Content Placeholder 3"/>
          <p:cNvSpPr>
            <a:spLocks noGrp="1"/>
          </p:cNvSpPr>
          <p:nvPr>
            <p:ph sz="half" idx="2"/>
          </p:nvPr>
        </p:nvSpPr>
        <p:spPr>
          <a:xfrm>
            <a:off x="304803" y="1449917"/>
            <a:ext cx="2693459" cy="2634192"/>
          </a:xfrm>
        </p:spPr>
        <p:txBody>
          <a:bodyPr/>
          <a:lstStyle>
            <a:lvl1pPr>
              <a:defRPr sz="1200"/>
            </a:lvl1pPr>
            <a:lvl2pPr>
              <a:defRPr sz="1000"/>
            </a:lvl2pPr>
            <a:lvl3pPr>
              <a:defRPr sz="900"/>
            </a:lvl3pPr>
            <a:lvl4pPr>
              <a:defRPr sz="800"/>
            </a:lvl4pPr>
            <a:lvl5pPr>
              <a:defRPr sz="800"/>
            </a:lvl5pPr>
            <a:lvl6pPr>
              <a:defRPr sz="800"/>
            </a:lvl6pPr>
            <a:lvl7pPr>
              <a:defRPr sz="800"/>
            </a:lvl7pPr>
            <a:lvl8pPr>
              <a:defRPr sz="800"/>
            </a:lvl8pPr>
            <a:lvl9pPr>
              <a:defRPr sz="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6" y="1023409"/>
            <a:ext cx="2694517" cy="426508"/>
          </a:xfrm>
        </p:spPr>
        <p:txBody>
          <a:bodyPr anchor="b"/>
          <a:lstStyle>
            <a:lvl1pPr marL="0" indent="0">
              <a:buNone/>
              <a:defRPr sz="1200" b="1"/>
            </a:lvl1pPr>
            <a:lvl2pPr marL="228635" indent="0">
              <a:buNone/>
              <a:defRPr sz="1000" b="1"/>
            </a:lvl2pPr>
            <a:lvl3pPr marL="457269" indent="0">
              <a:buNone/>
              <a:defRPr sz="900" b="1"/>
            </a:lvl3pPr>
            <a:lvl4pPr marL="685904" indent="0">
              <a:buNone/>
              <a:defRPr sz="800" b="1"/>
            </a:lvl4pPr>
            <a:lvl5pPr marL="914538" indent="0">
              <a:buNone/>
              <a:defRPr sz="800" b="1"/>
            </a:lvl5pPr>
            <a:lvl6pPr marL="1143171" indent="0">
              <a:buNone/>
              <a:defRPr sz="800" b="1"/>
            </a:lvl6pPr>
            <a:lvl7pPr marL="1371806" indent="0">
              <a:buNone/>
              <a:defRPr sz="800" b="1"/>
            </a:lvl7pPr>
            <a:lvl8pPr marL="1600440" indent="0">
              <a:buNone/>
              <a:defRPr sz="800" b="1"/>
            </a:lvl8pPr>
            <a:lvl9pPr marL="1829075" indent="0">
              <a:buNone/>
              <a:defRPr sz="800" b="1"/>
            </a:lvl9pPr>
          </a:lstStyle>
          <a:p>
            <a:pPr lvl="0"/>
            <a:r>
              <a:rPr lang="en-US"/>
              <a:t>Click to edit Master text styles</a:t>
            </a:r>
          </a:p>
        </p:txBody>
      </p:sp>
      <p:sp>
        <p:nvSpPr>
          <p:cNvPr id="6" name="Content Placeholder 5"/>
          <p:cNvSpPr>
            <a:spLocks noGrp="1"/>
          </p:cNvSpPr>
          <p:nvPr>
            <p:ph sz="quarter" idx="4"/>
          </p:nvPr>
        </p:nvSpPr>
        <p:spPr>
          <a:xfrm>
            <a:off x="3096686" y="1449917"/>
            <a:ext cx="2694517" cy="2634192"/>
          </a:xfrm>
        </p:spPr>
        <p:txBody>
          <a:bodyPr/>
          <a:lstStyle>
            <a:lvl1pPr>
              <a:defRPr sz="1200"/>
            </a:lvl1pPr>
            <a:lvl2pPr>
              <a:defRPr sz="1000"/>
            </a:lvl2pPr>
            <a:lvl3pPr>
              <a:defRPr sz="900"/>
            </a:lvl3pPr>
            <a:lvl4pPr>
              <a:defRPr sz="800"/>
            </a:lvl4pPr>
            <a:lvl5pPr>
              <a:defRPr sz="800"/>
            </a:lvl5pPr>
            <a:lvl6pPr>
              <a:defRPr sz="800"/>
            </a:lvl6pPr>
            <a:lvl7pPr>
              <a:defRPr sz="800"/>
            </a:lvl7pPr>
            <a:lvl8pPr>
              <a:defRPr sz="800"/>
            </a:lvl8pPr>
            <a:lvl9pPr>
              <a:defRPr sz="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5/11/26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972065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5/11/26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6946455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9829647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3" y="182033"/>
            <a:ext cx="2005543" cy="774700"/>
          </a:xfrm>
        </p:spPr>
        <p:txBody>
          <a:bodyPr anchor="b"/>
          <a:lstStyle>
            <a:lvl1pPr algn="l">
              <a:defRPr sz="1000" b="1"/>
            </a:lvl1pPr>
          </a:lstStyle>
          <a:p>
            <a:r>
              <a:rPr lang="en-US"/>
              <a:t>Click to edit Master title style</a:t>
            </a:r>
          </a:p>
        </p:txBody>
      </p:sp>
      <p:sp>
        <p:nvSpPr>
          <p:cNvPr id="3" name="Content Placeholder 2"/>
          <p:cNvSpPr>
            <a:spLocks noGrp="1"/>
          </p:cNvSpPr>
          <p:nvPr>
            <p:ph idx="1"/>
          </p:nvPr>
        </p:nvSpPr>
        <p:spPr>
          <a:xfrm>
            <a:off x="2383371" y="182038"/>
            <a:ext cx="3407833" cy="3902075"/>
          </a:xfrm>
        </p:spPr>
        <p:txBody>
          <a:bodyPr/>
          <a:lstStyle>
            <a:lvl1pPr>
              <a:defRPr sz="1600"/>
            </a:lvl1pPr>
            <a:lvl2pPr>
              <a:defRPr sz="1400"/>
            </a:lvl2pPr>
            <a:lvl3pPr>
              <a:defRPr sz="1200"/>
            </a:lvl3pPr>
            <a:lvl4pPr>
              <a:defRPr sz="1000"/>
            </a:lvl4pPr>
            <a:lvl5pPr>
              <a:defRPr sz="1000"/>
            </a:lvl5pPr>
            <a:lvl6pPr>
              <a:defRPr sz="1000"/>
            </a:lvl6pPr>
            <a:lvl7pPr>
              <a:defRPr sz="1000"/>
            </a:lvl7pPr>
            <a:lvl8pPr>
              <a:defRPr sz="1000"/>
            </a:lvl8pPr>
            <a:lvl9pPr>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3" y="956736"/>
            <a:ext cx="2005543" cy="3127375"/>
          </a:xfrm>
        </p:spPr>
        <p:txBody>
          <a:bodyPr/>
          <a:lstStyle>
            <a:lvl1pPr marL="0" indent="0">
              <a:buNone/>
              <a:defRPr sz="700"/>
            </a:lvl1pPr>
            <a:lvl2pPr marL="228635" indent="0">
              <a:buNone/>
              <a:defRPr sz="600"/>
            </a:lvl2pPr>
            <a:lvl3pPr marL="457269" indent="0">
              <a:buNone/>
              <a:defRPr sz="500"/>
            </a:lvl3pPr>
            <a:lvl4pPr marL="685904" indent="0">
              <a:buNone/>
              <a:defRPr sz="450"/>
            </a:lvl4pPr>
            <a:lvl5pPr marL="914538" indent="0">
              <a:buNone/>
              <a:defRPr sz="450"/>
            </a:lvl5pPr>
            <a:lvl6pPr marL="1143171" indent="0">
              <a:buNone/>
              <a:defRPr sz="450"/>
            </a:lvl6pPr>
            <a:lvl7pPr marL="1371806" indent="0">
              <a:buNone/>
              <a:defRPr sz="450"/>
            </a:lvl7pPr>
            <a:lvl8pPr marL="1600440" indent="0">
              <a:buNone/>
              <a:defRPr sz="450"/>
            </a:lvl8pPr>
            <a:lvl9pPr marL="1829075" indent="0">
              <a:buNone/>
              <a:defRPr sz="4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0038191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4"/>
            <a:ext cx="3657600" cy="377825"/>
          </a:xfrm>
        </p:spPr>
        <p:txBody>
          <a:bodyPr anchor="b"/>
          <a:lstStyle>
            <a:lvl1pPr algn="l">
              <a:defRPr sz="1000"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1600"/>
            </a:lvl1pPr>
            <a:lvl2pPr marL="228635" indent="0">
              <a:buNone/>
              <a:defRPr sz="1400"/>
            </a:lvl2pPr>
            <a:lvl3pPr marL="457269" indent="0">
              <a:buNone/>
              <a:defRPr sz="1200"/>
            </a:lvl3pPr>
            <a:lvl4pPr marL="685904" indent="0">
              <a:buNone/>
              <a:defRPr sz="1000"/>
            </a:lvl4pPr>
            <a:lvl5pPr marL="914538" indent="0">
              <a:buNone/>
              <a:defRPr sz="1000"/>
            </a:lvl5pPr>
            <a:lvl6pPr marL="1143171" indent="0">
              <a:buNone/>
              <a:defRPr sz="1000"/>
            </a:lvl6pPr>
            <a:lvl7pPr marL="1371806" indent="0">
              <a:buNone/>
              <a:defRPr sz="1000"/>
            </a:lvl7pPr>
            <a:lvl8pPr marL="1600440" indent="0">
              <a:buNone/>
              <a:defRPr sz="1000"/>
            </a:lvl8pPr>
            <a:lvl9pPr marL="1829075" indent="0">
              <a:buNone/>
              <a:defRPr sz="1000"/>
            </a:lvl9pPr>
          </a:lstStyle>
          <a:p>
            <a:endParaRPr lang="en-US"/>
          </a:p>
        </p:txBody>
      </p:sp>
      <p:sp>
        <p:nvSpPr>
          <p:cNvPr id="4" name="Text Placeholder 3"/>
          <p:cNvSpPr>
            <a:spLocks noGrp="1"/>
          </p:cNvSpPr>
          <p:nvPr>
            <p:ph type="body" sz="half" idx="2"/>
          </p:nvPr>
        </p:nvSpPr>
        <p:spPr>
          <a:xfrm>
            <a:off x="1194859" y="3578229"/>
            <a:ext cx="3657600" cy="536575"/>
          </a:xfrm>
        </p:spPr>
        <p:txBody>
          <a:bodyPr/>
          <a:lstStyle>
            <a:lvl1pPr marL="0" indent="0">
              <a:buNone/>
              <a:defRPr sz="700"/>
            </a:lvl1pPr>
            <a:lvl2pPr marL="228635" indent="0">
              <a:buNone/>
              <a:defRPr sz="600"/>
            </a:lvl2pPr>
            <a:lvl3pPr marL="457269" indent="0">
              <a:buNone/>
              <a:defRPr sz="500"/>
            </a:lvl3pPr>
            <a:lvl4pPr marL="685904" indent="0">
              <a:buNone/>
              <a:defRPr sz="450"/>
            </a:lvl4pPr>
            <a:lvl5pPr marL="914538" indent="0">
              <a:buNone/>
              <a:defRPr sz="450"/>
            </a:lvl5pPr>
            <a:lvl6pPr marL="1143171" indent="0">
              <a:buNone/>
              <a:defRPr sz="450"/>
            </a:lvl6pPr>
            <a:lvl7pPr marL="1371806" indent="0">
              <a:buNone/>
              <a:defRPr sz="450"/>
            </a:lvl7pPr>
            <a:lvl8pPr marL="1600440" indent="0">
              <a:buNone/>
              <a:defRPr sz="450"/>
            </a:lvl8pPr>
            <a:lvl9pPr marL="1829075" indent="0">
              <a:buNone/>
              <a:defRPr sz="4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84414175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97480498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19600" y="183092"/>
            <a:ext cx="1371600" cy="39010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83092"/>
            <a:ext cx="4013200" cy="39010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1147150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GB"/>
              <a:t>Click to edit Master title style</a:t>
            </a:r>
            <a:endParaRPr lang="en-US"/>
          </a:p>
        </p:txBody>
      </p:sp>
      <p:sp>
        <p:nvSpPr>
          <p:cNvPr id="3" name="Text Placeholder 2"/>
          <p:cNvSpPr>
            <a:spLocks noGrp="1"/>
          </p:cNvSpPr>
          <p:nvPr>
            <p:ph type="body" sz="half" idx="1"/>
          </p:nvPr>
        </p:nvSpPr>
        <p:spPr>
          <a:xfrm>
            <a:off x="609600" y="1600205"/>
            <a:ext cx="5384800" cy="452596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97600" y="1600205"/>
            <a:ext cx="5384800" cy="452596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Rectangle 4">
            <a:extLst>
              <a:ext uri="{FF2B5EF4-FFF2-40B4-BE49-F238E27FC236}">
                <a16:creationId xmlns:a16="http://schemas.microsoft.com/office/drawing/2014/main" id="{CA130A59-24D6-BF44-B4BD-970B6853FBFD}"/>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282DA918-BA26-C842-8E1E-1ED32CE2744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92F81648-DEEE-D640-983E-74FC943C9CDF}"/>
              </a:ext>
            </a:extLst>
          </p:cNvPr>
          <p:cNvSpPr>
            <a:spLocks noGrp="1" noChangeArrowheads="1"/>
          </p:cNvSpPr>
          <p:nvPr>
            <p:ph type="sldNum" sz="quarter" idx="12"/>
          </p:nvPr>
        </p:nvSpPr>
        <p:spPr>
          <a:ln/>
        </p:spPr>
        <p:txBody>
          <a:bodyPr/>
          <a:lstStyle>
            <a:lvl1pPr>
              <a:defRPr/>
            </a:lvl1pPr>
          </a:lstStyle>
          <a:p>
            <a:fld id="{7F318B0F-B1AF-594B-AA89-D1C92B2445CC}" type="slidenum">
              <a:rPr lang="en-US" altLang="en-US"/>
              <a:pPr/>
              <a:t>‹#›</a:t>
            </a:fld>
            <a:endParaRPr lang="en-US" altLang="en-US"/>
          </a:p>
        </p:txBody>
      </p:sp>
    </p:spTree>
    <p:extLst>
      <p:ext uri="{BB962C8B-B14F-4D97-AF65-F5344CB8AC3E}">
        <p14:creationId xmlns:p14="http://schemas.microsoft.com/office/powerpoint/2010/main" val="30502324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09600" y="274639"/>
            <a:ext cx="10972800" cy="58515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3" name="Rectangle 4">
            <a:extLst>
              <a:ext uri="{FF2B5EF4-FFF2-40B4-BE49-F238E27FC236}">
                <a16:creationId xmlns:a16="http://schemas.microsoft.com/office/drawing/2014/main" id="{A78232EC-B2A8-C143-ACB0-89F0E5D889BB}"/>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E5602903-C5EA-6C4C-B5F2-B86D2D565E1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2BF1A0A5-AD10-2340-BC89-9D16FDAD00D9}"/>
              </a:ext>
            </a:extLst>
          </p:cNvPr>
          <p:cNvSpPr>
            <a:spLocks noGrp="1" noChangeArrowheads="1"/>
          </p:cNvSpPr>
          <p:nvPr>
            <p:ph type="sldNum" sz="quarter" idx="12"/>
          </p:nvPr>
        </p:nvSpPr>
        <p:spPr>
          <a:ln/>
        </p:spPr>
        <p:txBody>
          <a:bodyPr/>
          <a:lstStyle>
            <a:lvl1pPr>
              <a:defRPr/>
            </a:lvl1pPr>
          </a:lstStyle>
          <a:p>
            <a:fld id="{96A68D32-FF93-834A-B58C-1FA432242830}" type="slidenum">
              <a:rPr lang="en-US" altLang="en-US"/>
              <a:pPr/>
              <a:t>‹#›</a:t>
            </a:fld>
            <a:endParaRPr lang="en-US" altLang="en-US"/>
          </a:p>
        </p:txBody>
      </p:sp>
    </p:spTree>
    <p:extLst>
      <p:ext uri="{BB962C8B-B14F-4D97-AF65-F5344CB8AC3E}">
        <p14:creationId xmlns:p14="http://schemas.microsoft.com/office/powerpoint/2010/main" val="35025834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1.jpe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0"/>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7"/>
            <a:ext cx="1422400" cy="243417"/>
          </a:xfrm>
          <a:prstGeom prst="rect">
            <a:avLst/>
          </a:prstGeom>
        </p:spPr>
        <p:txBody>
          <a:bodyPr vert="horz" lIns="91440" tIns="45720" rIns="91440" bIns="45720" rtlCol="0" anchor="ctr"/>
          <a:lstStyle>
            <a:lvl1pPr algn="l">
              <a:defRPr sz="800">
                <a:solidFill>
                  <a:schemeClr val="tx1">
                    <a:tint val="75000"/>
                  </a:schemeClr>
                </a:solidFill>
                <a:latin typeface="DM Sans" pitchFamily="2" charset="0"/>
              </a:defRPr>
            </a:lvl1pPr>
          </a:lstStyle>
          <a:p>
            <a:fld id="{1D8BD707-D9CF-40AE-B4C6-C98DA3205C09}" type="datetimeFigureOut">
              <a:rPr lang="en-US" smtClean="0"/>
              <a:pPr/>
              <a:t>5/11/26</a:t>
            </a:fld>
            <a:endParaRPr lang="en-US"/>
          </a:p>
        </p:txBody>
      </p:sp>
      <p:sp>
        <p:nvSpPr>
          <p:cNvPr id="5" name="Footer Placeholder 4"/>
          <p:cNvSpPr>
            <a:spLocks noGrp="1"/>
          </p:cNvSpPr>
          <p:nvPr>
            <p:ph type="ftr" sz="quarter" idx="3"/>
          </p:nvPr>
        </p:nvSpPr>
        <p:spPr>
          <a:xfrm>
            <a:off x="2082800" y="4237567"/>
            <a:ext cx="1930400" cy="243417"/>
          </a:xfrm>
          <a:prstGeom prst="rect">
            <a:avLst/>
          </a:prstGeom>
        </p:spPr>
        <p:txBody>
          <a:bodyPr vert="horz" lIns="91440" tIns="45720" rIns="91440" bIns="45720" rtlCol="0" anchor="ctr"/>
          <a:lstStyle>
            <a:lvl1pPr algn="ctr">
              <a:defRPr sz="800">
                <a:solidFill>
                  <a:schemeClr val="tx1">
                    <a:tint val="75000"/>
                  </a:schemeClr>
                </a:solidFill>
                <a:latin typeface="DM Sans" pitchFamily="2" charset="0"/>
              </a:defRPr>
            </a:lvl1pPr>
          </a:lstStyle>
          <a:p>
            <a:endParaRPr lang="en-US"/>
          </a:p>
        </p:txBody>
      </p:sp>
      <p:sp>
        <p:nvSpPr>
          <p:cNvPr id="6" name="Slide Number Placeholder 5"/>
          <p:cNvSpPr>
            <a:spLocks noGrp="1"/>
          </p:cNvSpPr>
          <p:nvPr>
            <p:ph type="sldNum" sz="quarter" idx="4"/>
          </p:nvPr>
        </p:nvSpPr>
        <p:spPr>
          <a:xfrm>
            <a:off x="4368800" y="4237567"/>
            <a:ext cx="1422400" cy="243417"/>
          </a:xfrm>
          <a:prstGeom prst="rect">
            <a:avLst/>
          </a:prstGeom>
        </p:spPr>
        <p:txBody>
          <a:bodyPr vert="horz" lIns="91440" tIns="45720" rIns="91440" bIns="45720" rtlCol="0" anchor="ctr"/>
          <a:lstStyle>
            <a:lvl1pPr algn="r">
              <a:defRPr sz="800">
                <a:solidFill>
                  <a:schemeClr val="tx1">
                    <a:tint val="75000"/>
                  </a:schemeClr>
                </a:solidFill>
                <a:latin typeface="DM Sans" pitchFamily="2" charset="0"/>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874762075"/>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Lst>
  <p:txStyles>
    <p:titleStyle>
      <a:lvl1pPr algn="ctr" defTabSz="609630" rtl="0" eaLnBrk="1" latinLnBrk="0" hangingPunct="1">
        <a:spcBef>
          <a:spcPct val="0"/>
        </a:spcBef>
        <a:buNone/>
        <a:defRPr sz="2933" kern="1200">
          <a:solidFill>
            <a:schemeClr val="tx1"/>
          </a:solidFill>
          <a:latin typeface="DM Sans" pitchFamily="2" charset="0"/>
          <a:ea typeface="+mj-ea"/>
          <a:cs typeface="+mj-cs"/>
        </a:defRPr>
      </a:lvl1pPr>
    </p:titleStyle>
    <p:bodyStyle>
      <a:lvl1pPr marL="228611" indent="-228611" algn="l" defTabSz="609630" rtl="0" eaLnBrk="1" latinLnBrk="0" hangingPunct="1">
        <a:spcBef>
          <a:spcPct val="20000"/>
        </a:spcBef>
        <a:buFont typeface="DM Sans" pitchFamily="34" charset="0"/>
        <a:buChar char="•"/>
        <a:defRPr sz="2133" kern="1200">
          <a:solidFill>
            <a:schemeClr val="tx1"/>
          </a:solidFill>
          <a:latin typeface="DM Sans" pitchFamily="2" charset="0"/>
          <a:ea typeface="+mn-ea"/>
          <a:cs typeface="+mn-cs"/>
        </a:defRPr>
      </a:lvl1pPr>
      <a:lvl2pPr marL="495325" indent="-190510" algn="l" defTabSz="609630" rtl="0" eaLnBrk="1" latinLnBrk="0" hangingPunct="1">
        <a:spcBef>
          <a:spcPct val="20000"/>
        </a:spcBef>
        <a:buFont typeface="DM Sans" pitchFamily="34" charset="0"/>
        <a:buChar char="–"/>
        <a:defRPr sz="1867" kern="1200">
          <a:solidFill>
            <a:schemeClr val="tx1"/>
          </a:solidFill>
          <a:latin typeface="DM Sans" pitchFamily="2" charset="0"/>
          <a:ea typeface="+mn-ea"/>
          <a:cs typeface="+mn-cs"/>
        </a:defRPr>
      </a:lvl2pPr>
      <a:lvl3pPr marL="762038" indent="-152408" algn="l" defTabSz="609630" rtl="0" eaLnBrk="1" latinLnBrk="0" hangingPunct="1">
        <a:spcBef>
          <a:spcPct val="20000"/>
        </a:spcBef>
        <a:buFont typeface="DM Sans" pitchFamily="34" charset="0"/>
        <a:buChar char="•"/>
        <a:defRPr sz="1600" kern="1200">
          <a:solidFill>
            <a:schemeClr val="tx1"/>
          </a:solidFill>
          <a:latin typeface="DM Sans" pitchFamily="2" charset="0"/>
          <a:ea typeface="+mn-ea"/>
          <a:cs typeface="+mn-cs"/>
        </a:defRPr>
      </a:lvl3pPr>
      <a:lvl4pPr marL="1066853" indent="-152408" algn="l" defTabSz="609630" rtl="0" eaLnBrk="1" latinLnBrk="0" hangingPunct="1">
        <a:spcBef>
          <a:spcPct val="20000"/>
        </a:spcBef>
        <a:buFont typeface="DM Sans" pitchFamily="34" charset="0"/>
        <a:buChar char="–"/>
        <a:defRPr sz="1333" kern="1200">
          <a:solidFill>
            <a:schemeClr val="tx1"/>
          </a:solidFill>
          <a:latin typeface="DM Sans" pitchFamily="2" charset="0"/>
          <a:ea typeface="+mn-ea"/>
          <a:cs typeface="+mn-cs"/>
        </a:defRPr>
      </a:lvl4pPr>
      <a:lvl5pPr marL="1371669" indent="-152408" algn="l" defTabSz="609630" rtl="0" eaLnBrk="1" latinLnBrk="0" hangingPunct="1">
        <a:spcBef>
          <a:spcPct val="20000"/>
        </a:spcBef>
        <a:buFont typeface="DM Sans" pitchFamily="34" charset="0"/>
        <a:buChar char="»"/>
        <a:defRPr sz="1333" kern="1200">
          <a:solidFill>
            <a:schemeClr val="tx1"/>
          </a:solidFill>
          <a:latin typeface="DM Sans" pitchFamily="2" charset="0"/>
          <a:ea typeface="+mn-ea"/>
          <a:cs typeface="+mn-cs"/>
        </a:defRPr>
      </a:lvl5pPr>
      <a:lvl6pPr marL="1676484"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2"/>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71"/>
            <a:ext cx="1422400" cy="243417"/>
          </a:xfrm>
          <a:prstGeom prst="rect">
            <a:avLst/>
          </a:prstGeom>
        </p:spPr>
        <p:txBody>
          <a:bodyPr vert="horz" lIns="91440" tIns="45720" rIns="91440" bIns="45720" rtlCol="0" anchor="ctr"/>
          <a:lstStyle>
            <a:lvl1pPr algn="l">
              <a:defRPr sz="600">
                <a:solidFill>
                  <a:schemeClr val="tx1">
                    <a:tint val="75000"/>
                  </a:schemeClr>
                </a:solidFill>
                <a:latin typeface="DM Sans" pitchFamily="2" charset="0"/>
              </a:defRPr>
            </a:lvl1pPr>
          </a:lstStyle>
          <a:p>
            <a:fld id="{1D8BD707-D9CF-40AE-B4C6-C98DA3205C09}" type="datetimeFigureOut">
              <a:rPr lang="en-US" smtClean="0"/>
              <a:pPr/>
              <a:t>5/11/26</a:t>
            </a:fld>
            <a:endParaRPr lang="en-US"/>
          </a:p>
        </p:txBody>
      </p:sp>
      <p:sp>
        <p:nvSpPr>
          <p:cNvPr id="5" name="Footer Placeholder 4"/>
          <p:cNvSpPr>
            <a:spLocks noGrp="1"/>
          </p:cNvSpPr>
          <p:nvPr>
            <p:ph type="ftr" sz="quarter" idx="3"/>
          </p:nvPr>
        </p:nvSpPr>
        <p:spPr>
          <a:xfrm>
            <a:off x="2082800" y="4237571"/>
            <a:ext cx="1930400" cy="243417"/>
          </a:xfrm>
          <a:prstGeom prst="rect">
            <a:avLst/>
          </a:prstGeom>
        </p:spPr>
        <p:txBody>
          <a:bodyPr vert="horz" lIns="91440" tIns="45720" rIns="91440" bIns="45720" rtlCol="0" anchor="ctr"/>
          <a:lstStyle>
            <a:lvl1pPr algn="ctr">
              <a:defRPr sz="600">
                <a:solidFill>
                  <a:schemeClr val="tx1">
                    <a:tint val="75000"/>
                  </a:schemeClr>
                </a:solidFill>
                <a:latin typeface="DM Sans" pitchFamily="2" charset="0"/>
              </a:defRPr>
            </a:lvl1pPr>
          </a:lstStyle>
          <a:p>
            <a:endParaRPr lang="en-US"/>
          </a:p>
        </p:txBody>
      </p:sp>
      <p:sp>
        <p:nvSpPr>
          <p:cNvPr id="6" name="Slide Number Placeholder 5"/>
          <p:cNvSpPr>
            <a:spLocks noGrp="1"/>
          </p:cNvSpPr>
          <p:nvPr>
            <p:ph type="sldNum" sz="quarter" idx="4"/>
          </p:nvPr>
        </p:nvSpPr>
        <p:spPr>
          <a:xfrm>
            <a:off x="4368800" y="4237571"/>
            <a:ext cx="1422400" cy="243417"/>
          </a:xfrm>
          <a:prstGeom prst="rect">
            <a:avLst/>
          </a:prstGeom>
        </p:spPr>
        <p:txBody>
          <a:bodyPr vert="horz" lIns="91440" tIns="45720" rIns="91440" bIns="45720" rtlCol="0" anchor="ctr"/>
          <a:lstStyle>
            <a:lvl1pPr algn="r">
              <a:defRPr sz="600">
                <a:solidFill>
                  <a:schemeClr val="tx1">
                    <a:tint val="75000"/>
                  </a:schemeClr>
                </a:solidFill>
                <a:latin typeface="DM Sans" pitchFamily="2" charset="0"/>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775190764"/>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Lst>
  <p:txStyles>
    <p:titleStyle>
      <a:lvl1pPr algn="ctr" defTabSz="457269" rtl="0" eaLnBrk="1" latinLnBrk="0" hangingPunct="1">
        <a:spcBef>
          <a:spcPct val="0"/>
        </a:spcBef>
        <a:buNone/>
        <a:defRPr sz="2200" kern="1200">
          <a:solidFill>
            <a:schemeClr val="tx1"/>
          </a:solidFill>
          <a:latin typeface="DM Sans" pitchFamily="2" charset="0"/>
          <a:ea typeface="+mj-ea"/>
          <a:cs typeface="+mj-cs"/>
        </a:defRPr>
      </a:lvl1pPr>
    </p:titleStyle>
    <p:bodyStyle>
      <a:lvl1pPr marL="171476" indent="-171476" algn="l" defTabSz="457269" rtl="0" eaLnBrk="1" latinLnBrk="0" hangingPunct="1">
        <a:spcBef>
          <a:spcPct val="20000"/>
        </a:spcBef>
        <a:buFont typeface="DM Sans" pitchFamily="34" charset="0"/>
        <a:buChar char="•"/>
        <a:defRPr sz="1600" kern="1200">
          <a:solidFill>
            <a:schemeClr val="tx1"/>
          </a:solidFill>
          <a:latin typeface="DM Sans" pitchFamily="2" charset="0"/>
          <a:ea typeface="+mn-ea"/>
          <a:cs typeface="+mn-cs"/>
        </a:defRPr>
      </a:lvl1pPr>
      <a:lvl2pPr marL="371532" indent="-142897" algn="l" defTabSz="457269" rtl="0" eaLnBrk="1" latinLnBrk="0" hangingPunct="1">
        <a:spcBef>
          <a:spcPct val="20000"/>
        </a:spcBef>
        <a:buFont typeface="DM Sans" pitchFamily="34" charset="0"/>
        <a:buChar char="–"/>
        <a:defRPr sz="1400" kern="1200">
          <a:solidFill>
            <a:schemeClr val="tx1"/>
          </a:solidFill>
          <a:latin typeface="DM Sans" pitchFamily="2" charset="0"/>
          <a:ea typeface="+mn-ea"/>
          <a:cs typeface="+mn-cs"/>
        </a:defRPr>
      </a:lvl2pPr>
      <a:lvl3pPr marL="571587" indent="-114318" algn="l" defTabSz="457269" rtl="0" eaLnBrk="1" latinLnBrk="0" hangingPunct="1">
        <a:spcBef>
          <a:spcPct val="20000"/>
        </a:spcBef>
        <a:buFont typeface="DM Sans" pitchFamily="34" charset="0"/>
        <a:buChar char="•"/>
        <a:defRPr sz="1200" kern="1200">
          <a:solidFill>
            <a:schemeClr val="tx1"/>
          </a:solidFill>
          <a:latin typeface="DM Sans" pitchFamily="2" charset="0"/>
          <a:ea typeface="+mn-ea"/>
          <a:cs typeface="+mn-cs"/>
        </a:defRPr>
      </a:lvl3pPr>
      <a:lvl4pPr marL="800220" indent="-114318" algn="l" defTabSz="457269" rtl="0" eaLnBrk="1" latinLnBrk="0" hangingPunct="1">
        <a:spcBef>
          <a:spcPct val="20000"/>
        </a:spcBef>
        <a:buFont typeface="DM Sans" pitchFamily="34" charset="0"/>
        <a:buChar char="–"/>
        <a:defRPr sz="1000" kern="1200">
          <a:solidFill>
            <a:schemeClr val="tx1"/>
          </a:solidFill>
          <a:latin typeface="DM Sans" pitchFamily="2" charset="0"/>
          <a:ea typeface="+mn-ea"/>
          <a:cs typeface="+mn-cs"/>
        </a:defRPr>
      </a:lvl4pPr>
      <a:lvl5pPr marL="1028855" indent="-114318" algn="l" defTabSz="457269" rtl="0" eaLnBrk="1" latinLnBrk="0" hangingPunct="1">
        <a:spcBef>
          <a:spcPct val="20000"/>
        </a:spcBef>
        <a:buFont typeface="DM Sans" pitchFamily="34" charset="0"/>
        <a:buChar char="»"/>
        <a:defRPr sz="1000" kern="1200">
          <a:solidFill>
            <a:schemeClr val="tx1"/>
          </a:solidFill>
          <a:latin typeface="DM Sans" pitchFamily="2" charset="0"/>
          <a:ea typeface="+mn-ea"/>
          <a:cs typeface="+mn-cs"/>
        </a:defRPr>
      </a:lvl5pPr>
      <a:lvl6pPr marL="1257489" indent="-114318" algn="l" defTabSz="457269" rtl="0" eaLnBrk="1" latinLnBrk="0" hangingPunct="1">
        <a:spcBef>
          <a:spcPct val="20000"/>
        </a:spcBef>
        <a:buFont typeface="DM Sans" pitchFamily="34" charset="0"/>
        <a:buChar char="•"/>
        <a:defRPr sz="1000" kern="1200">
          <a:solidFill>
            <a:schemeClr val="tx1"/>
          </a:solidFill>
          <a:latin typeface="+mn-lt"/>
          <a:ea typeface="+mn-ea"/>
          <a:cs typeface="+mn-cs"/>
        </a:defRPr>
      </a:lvl6pPr>
      <a:lvl7pPr marL="1486122" indent="-114318" algn="l" defTabSz="457269" rtl="0" eaLnBrk="1" latinLnBrk="0" hangingPunct="1">
        <a:spcBef>
          <a:spcPct val="20000"/>
        </a:spcBef>
        <a:buFont typeface="DM Sans" pitchFamily="34" charset="0"/>
        <a:buChar char="•"/>
        <a:defRPr sz="1000" kern="1200">
          <a:solidFill>
            <a:schemeClr val="tx1"/>
          </a:solidFill>
          <a:latin typeface="+mn-lt"/>
          <a:ea typeface="+mn-ea"/>
          <a:cs typeface="+mn-cs"/>
        </a:defRPr>
      </a:lvl7pPr>
      <a:lvl8pPr marL="1714758" indent="-114318" algn="l" defTabSz="457269" rtl="0" eaLnBrk="1" latinLnBrk="0" hangingPunct="1">
        <a:spcBef>
          <a:spcPct val="20000"/>
        </a:spcBef>
        <a:buFont typeface="DM Sans" pitchFamily="34" charset="0"/>
        <a:buChar char="•"/>
        <a:defRPr sz="1000" kern="1200">
          <a:solidFill>
            <a:schemeClr val="tx1"/>
          </a:solidFill>
          <a:latin typeface="+mn-lt"/>
          <a:ea typeface="+mn-ea"/>
          <a:cs typeface="+mn-cs"/>
        </a:defRPr>
      </a:lvl8pPr>
      <a:lvl9pPr marL="1943392" indent="-114318" algn="l" defTabSz="457269" rtl="0" eaLnBrk="1" latinLnBrk="0" hangingPunct="1">
        <a:spcBef>
          <a:spcPct val="20000"/>
        </a:spcBef>
        <a:buFont typeface="DM Sans" pitchFamily="34" charset="0"/>
        <a:buChar char="•"/>
        <a:defRPr sz="1000" kern="1200">
          <a:solidFill>
            <a:schemeClr val="tx1"/>
          </a:solidFill>
          <a:latin typeface="+mn-lt"/>
          <a:ea typeface="+mn-ea"/>
          <a:cs typeface="+mn-cs"/>
        </a:defRPr>
      </a:lvl9pPr>
    </p:bodyStyle>
    <p:otherStyle>
      <a:defPPr>
        <a:defRPr lang="en-US"/>
      </a:defPPr>
      <a:lvl1pPr marL="0" algn="l" defTabSz="457269" rtl="0" eaLnBrk="1" latinLnBrk="0" hangingPunct="1">
        <a:defRPr sz="900" kern="1200">
          <a:solidFill>
            <a:schemeClr val="tx1"/>
          </a:solidFill>
          <a:latin typeface="+mn-lt"/>
          <a:ea typeface="+mn-ea"/>
          <a:cs typeface="+mn-cs"/>
        </a:defRPr>
      </a:lvl1pPr>
      <a:lvl2pPr marL="228635" algn="l" defTabSz="457269" rtl="0" eaLnBrk="1" latinLnBrk="0" hangingPunct="1">
        <a:defRPr sz="900" kern="1200">
          <a:solidFill>
            <a:schemeClr val="tx1"/>
          </a:solidFill>
          <a:latin typeface="+mn-lt"/>
          <a:ea typeface="+mn-ea"/>
          <a:cs typeface="+mn-cs"/>
        </a:defRPr>
      </a:lvl2pPr>
      <a:lvl3pPr marL="457269" algn="l" defTabSz="457269" rtl="0" eaLnBrk="1" latinLnBrk="0" hangingPunct="1">
        <a:defRPr sz="900" kern="1200">
          <a:solidFill>
            <a:schemeClr val="tx1"/>
          </a:solidFill>
          <a:latin typeface="+mn-lt"/>
          <a:ea typeface="+mn-ea"/>
          <a:cs typeface="+mn-cs"/>
        </a:defRPr>
      </a:lvl3pPr>
      <a:lvl4pPr marL="685904" algn="l" defTabSz="457269" rtl="0" eaLnBrk="1" latinLnBrk="0" hangingPunct="1">
        <a:defRPr sz="900" kern="1200">
          <a:solidFill>
            <a:schemeClr val="tx1"/>
          </a:solidFill>
          <a:latin typeface="+mn-lt"/>
          <a:ea typeface="+mn-ea"/>
          <a:cs typeface="+mn-cs"/>
        </a:defRPr>
      </a:lvl4pPr>
      <a:lvl5pPr marL="914538" algn="l" defTabSz="457269" rtl="0" eaLnBrk="1" latinLnBrk="0" hangingPunct="1">
        <a:defRPr sz="900" kern="1200">
          <a:solidFill>
            <a:schemeClr val="tx1"/>
          </a:solidFill>
          <a:latin typeface="+mn-lt"/>
          <a:ea typeface="+mn-ea"/>
          <a:cs typeface="+mn-cs"/>
        </a:defRPr>
      </a:lvl5pPr>
      <a:lvl6pPr marL="1143171" algn="l" defTabSz="457269" rtl="0" eaLnBrk="1" latinLnBrk="0" hangingPunct="1">
        <a:defRPr sz="900" kern="1200">
          <a:solidFill>
            <a:schemeClr val="tx1"/>
          </a:solidFill>
          <a:latin typeface="+mn-lt"/>
          <a:ea typeface="+mn-ea"/>
          <a:cs typeface="+mn-cs"/>
        </a:defRPr>
      </a:lvl6pPr>
      <a:lvl7pPr marL="1371806" algn="l" defTabSz="457269" rtl="0" eaLnBrk="1" latinLnBrk="0" hangingPunct="1">
        <a:defRPr sz="900" kern="1200">
          <a:solidFill>
            <a:schemeClr val="tx1"/>
          </a:solidFill>
          <a:latin typeface="+mn-lt"/>
          <a:ea typeface="+mn-ea"/>
          <a:cs typeface="+mn-cs"/>
        </a:defRPr>
      </a:lvl7pPr>
      <a:lvl8pPr marL="1600440" algn="l" defTabSz="457269" rtl="0" eaLnBrk="1" latinLnBrk="0" hangingPunct="1">
        <a:defRPr sz="900" kern="1200">
          <a:solidFill>
            <a:schemeClr val="tx1"/>
          </a:solidFill>
          <a:latin typeface="+mn-lt"/>
          <a:ea typeface="+mn-ea"/>
          <a:cs typeface="+mn-cs"/>
        </a:defRPr>
      </a:lvl8pPr>
      <a:lvl9pPr marL="1829075" algn="l" defTabSz="457269"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3" name="Freeform 13"/>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609630" eaLnBrk="1" fontAlgn="auto" hangingPunct="1">
              <a:spcBef>
                <a:spcPts val="0"/>
              </a:spcBef>
              <a:spcAft>
                <a:spcPts val="0"/>
              </a:spcAft>
            </a:pPr>
            <a:endParaRPr lang="en-GB" sz="1200">
              <a:solidFill>
                <a:prstClr val="black"/>
              </a:solidFill>
              <a:latin typeface="DM Sans" pitchFamily="2" charset="0"/>
              <a:ea typeface="+mn-ea"/>
            </a:endParaRPr>
          </a:p>
        </p:txBody>
      </p:sp>
      <p:sp>
        <p:nvSpPr>
          <p:cNvPr id="2" name="TextBox 14">
            <a:extLst>
              <a:ext uri="{FF2B5EF4-FFF2-40B4-BE49-F238E27FC236}">
                <a16:creationId xmlns:a16="http://schemas.microsoft.com/office/drawing/2014/main" id="{F0DA2D17-C40D-DA25-624F-1D8A297B593A}"/>
              </a:ext>
            </a:extLst>
          </p:cNvPr>
          <p:cNvSpPr txBox="1"/>
          <p:nvPr/>
        </p:nvSpPr>
        <p:spPr>
          <a:xfrm>
            <a:off x="879648" y="2803905"/>
            <a:ext cx="9842923" cy="2769861"/>
          </a:xfrm>
          <a:prstGeom prst="rect">
            <a:avLst/>
          </a:prstGeom>
        </p:spPr>
        <p:txBody>
          <a:bodyPr wrap="square" lIns="0" tIns="0" rIns="0" bIns="0" rtlCol="0" anchor="t">
            <a:spAutoFit/>
          </a:bodyPr>
          <a:lstStyle/>
          <a:p>
            <a:pPr defTabSz="609630" eaLnBrk="1" fontAlgn="auto" hangingPunct="1">
              <a:lnSpc>
                <a:spcPts val="7333"/>
              </a:lnSpc>
              <a:spcBef>
                <a:spcPts val="0"/>
              </a:spcBef>
              <a:spcAft>
                <a:spcPts val="0"/>
              </a:spcAft>
            </a:pPr>
            <a:r>
              <a:rPr lang="en-GB" altLang="en-US" sz="5334" b="1" dirty="0">
                <a:solidFill>
                  <a:prstClr val="white"/>
                </a:solidFill>
                <a:latin typeface="DM Sans"/>
                <a:ea typeface="+mn-ea"/>
              </a:rPr>
              <a:t>Climate Engineering</a:t>
            </a:r>
          </a:p>
          <a:p>
            <a:pPr defTabSz="609630" eaLnBrk="1" fontAlgn="auto" hangingPunct="1">
              <a:lnSpc>
                <a:spcPts val="7333"/>
              </a:lnSpc>
              <a:spcBef>
                <a:spcPts val="0"/>
              </a:spcBef>
              <a:spcAft>
                <a:spcPts val="0"/>
              </a:spcAft>
            </a:pPr>
            <a:br>
              <a:rPr lang="en-GB" altLang="en-US" sz="5334" b="1" dirty="0">
                <a:solidFill>
                  <a:prstClr val="white"/>
                </a:solidFill>
                <a:latin typeface="DM Sans"/>
                <a:ea typeface="+mn-ea"/>
              </a:rPr>
            </a:br>
            <a:endParaRPr lang="en-US" sz="5334" b="1" dirty="0">
              <a:solidFill>
                <a:prstClr val="white"/>
              </a:solidFill>
              <a:latin typeface="DM Sans" pitchFamily="2" charset="0"/>
              <a:ea typeface="+mn-ea"/>
            </a:endParaRPr>
          </a:p>
        </p:txBody>
      </p:sp>
      <p:sp>
        <p:nvSpPr>
          <p:cNvPr id="3" name="TextBox 14">
            <a:extLst>
              <a:ext uri="{FF2B5EF4-FFF2-40B4-BE49-F238E27FC236}">
                <a16:creationId xmlns:a16="http://schemas.microsoft.com/office/drawing/2014/main" id="{4E4EAF08-B290-2C6A-BBCC-3221855F907B}"/>
              </a:ext>
            </a:extLst>
          </p:cNvPr>
          <p:cNvSpPr txBox="1"/>
          <p:nvPr/>
        </p:nvSpPr>
        <p:spPr>
          <a:xfrm>
            <a:off x="914400" y="4170916"/>
            <a:ext cx="6524978" cy="1716367"/>
          </a:xfrm>
          <a:prstGeom prst="rect">
            <a:avLst/>
          </a:prstGeom>
        </p:spPr>
        <p:txBody>
          <a:bodyPr wrap="square" lIns="0" tIns="0" rIns="0" bIns="0" rtlCol="0" anchor="t">
            <a:spAutoFit/>
          </a:bodyPr>
          <a:lstStyle/>
          <a:p>
            <a:pPr defTabSz="609630" eaLnBrk="1" fontAlgn="auto" hangingPunct="1">
              <a:lnSpc>
                <a:spcPts val="7333"/>
              </a:lnSpc>
              <a:spcBef>
                <a:spcPts val="0"/>
              </a:spcBef>
              <a:spcAft>
                <a:spcPts val="0"/>
              </a:spcAft>
            </a:pPr>
            <a:r>
              <a:rPr lang="en-US" sz="2133" b="1" dirty="0">
                <a:solidFill>
                  <a:srgbClr val="FAB700"/>
                </a:solidFill>
                <a:latin typeface="DM Sans" pitchFamily="2" charset="0"/>
                <a:ea typeface="+mn-ea"/>
              </a:rPr>
              <a:t>Week 10 - Global Climate Change EART21202 </a:t>
            </a:r>
          </a:p>
          <a:p>
            <a:pPr defTabSz="609630" eaLnBrk="1" fontAlgn="auto" hangingPunct="1">
              <a:lnSpc>
                <a:spcPts val="7333"/>
              </a:lnSpc>
              <a:spcBef>
                <a:spcPts val="0"/>
              </a:spcBef>
              <a:spcAft>
                <a:spcPts val="0"/>
              </a:spcAft>
            </a:pPr>
            <a:r>
              <a:rPr lang="en-US" sz="2133" b="1" dirty="0">
                <a:solidFill>
                  <a:srgbClr val="FAB700"/>
                </a:solidFill>
                <a:latin typeface="DM Sans" pitchFamily="2" charset="0"/>
                <a:ea typeface="+mn-ea"/>
              </a:rPr>
              <a:t>Dr Thomas Bannan and Dr Jessica Girdwood </a:t>
            </a:r>
          </a:p>
        </p:txBody>
      </p:sp>
    </p:spTree>
  </p:cSld>
  <p:clrMapOvr>
    <a:masterClrMapping/>
  </p:clrMapOvr>
  <mc:AlternateContent xmlns:mc="http://schemas.openxmlformats.org/markup-compatibility/2006" xmlns:p14="http://schemas.microsoft.com/office/powerpoint/2010/main">
    <mc:Choice Requires="p14">
      <p:transition spd="slow" p14:dur="2000" advTm="48833"/>
    </mc:Choice>
    <mc:Fallback xmlns="">
      <p:transition spd="slow" advTm="48833"/>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89000"/>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7AD12E42-E4A2-1EE8-A860-073E6452529D}"/>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0132E64F-CBF8-D5BD-C7F4-3916E4B9F73E}"/>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pic>
        <p:nvPicPr>
          <p:cNvPr id="4" name="Picture 3">
            <a:extLst>
              <a:ext uri="{FF2B5EF4-FFF2-40B4-BE49-F238E27FC236}">
                <a16:creationId xmlns:a16="http://schemas.microsoft.com/office/drawing/2014/main" id="{B2BBA17B-441E-8A12-479E-8916052A443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7644" y="247211"/>
            <a:ext cx="5164667" cy="6087533"/>
          </a:xfrm>
          <a:prstGeom prst="rect">
            <a:avLst/>
          </a:prstGeom>
        </p:spPr>
      </p:pic>
      <p:pic>
        <p:nvPicPr>
          <p:cNvPr id="2" name="Picture 1" descr="A qr code with a black and white background&#10;&#10;AI-generated content may be incorrect.">
            <a:extLst>
              <a:ext uri="{FF2B5EF4-FFF2-40B4-BE49-F238E27FC236}">
                <a16:creationId xmlns:a16="http://schemas.microsoft.com/office/drawing/2014/main" id="{4B7930C4-1D32-251F-42B2-8DF1F7E683B0}"/>
              </a:ext>
            </a:extLst>
          </p:cNvPr>
          <p:cNvPicPr>
            <a:picLocks noChangeAspect="1"/>
          </p:cNvPicPr>
          <p:nvPr/>
        </p:nvPicPr>
        <p:blipFill>
          <a:blip r:embed="rId5"/>
          <a:stretch>
            <a:fillRect/>
          </a:stretch>
        </p:blipFill>
        <p:spPr>
          <a:xfrm>
            <a:off x="6901793" y="2966064"/>
            <a:ext cx="2801007" cy="2801007"/>
          </a:xfrm>
          <a:prstGeom prst="rect">
            <a:avLst/>
          </a:prstGeom>
        </p:spPr>
      </p:pic>
      <p:sp>
        <p:nvSpPr>
          <p:cNvPr id="5" name="TextBox 4">
            <a:extLst>
              <a:ext uri="{FF2B5EF4-FFF2-40B4-BE49-F238E27FC236}">
                <a16:creationId xmlns:a16="http://schemas.microsoft.com/office/drawing/2014/main" id="{54C70231-0BC0-4D29-6472-8BDB4DD9A916}"/>
              </a:ext>
            </a:extLst>
          </p:cNvPr>
          <p:cNvSpPr txBox="1"/>
          <p:nvPr/>
        </p:nvSpPr>
        <p:spPr>
          <a:xfrm>
            <a:off x="6901794" y="5948373"/>
            <a:ext cx="2801006"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ctr" defTabSz="914446"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DM Sans"/>
                <a:ea typeface="+mn-ea"/>
                <a:cs typeface="+mn-cs"/>
              </a:rPr>
              <a:t>Comments/Questions</a:t>
            </a:r>
          </a:p>
        </p:txBody>
      </p:sp>
    </p:spTree>
    <p:extLst>
      <p:ext uri="{BB962C8B-B14F-4D97-AF65-F5344CB8AC3E}">
        <p14:creationId xmlns:p14="http://schemas.microsoft.com/office/powerpoint/2010/main" val="31147991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782D3E-A7C2-D4CE-6000-D69ABF52E0AC}"/>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5BEE16A5-7C45-015F-8A98-91B324DAAE94}"/>
              </a:ext>
            </a:extLst>
          </p:cNvPr>
          <p:cNvSpPr/>
          <p:nvPr/>
        </p:nvSpPr>
        <p:spPr>
          <a:xfrm>
            <a:off x="9431868" y="371990"/>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609690" eaLnBrk="1" fontAlgn="auto" hangingPunct="1">
              <a:spcBef>
                <a:spcPts val="0"/>
              </a:spcBef>
              <a:spcAft>
                <a:spcPts val="0"/>
              </a:spcAft>
              <a:defRPr/>
            </a:pPr>
            <a:endParaRPr lang="en-GB" sz="1200">
              <a:solidFill>
                <a:prstClr val="black"/>
              </a:solidFill>
              <a:latin typeface="DM Sans" pitchFamily="2" charset="0"/>
            </a:endParaRPr>
          </a:p>
        </p:txBody>
      </p:sp>
      <p:sp>
        <p:nvSpPr>
          <p:cNvPr id="5" name="TextBox 14">
            <a:extLst>
              <a:ext uri="{FF2B5EF4-FFF2-40B4-BE49-F238E27FC236}">
                <a16:creationId xmlns:a16="http://schemas.microsoft.com/office/drawing/2014/main" id="{CDF94BBB-12EF-E975-6BC5-CB4840BAD385}"/>
              </a:ext>
            </a:extLst>
          </p:cNvPr>
          <p:cNvSpPr txBox="1"/>
          <p:nvPr/>
        </p:nvSpPr>
        <p:spPr>
          <a:xfrm>
            <a:off x="389465" y="684092"/>
            <a:ext cx="7336552" cy="589905"/>
          </a:xfrm>
          <a:prstGeom prst="rect">
            <a:avLst/>
          </a:prstGeom>
        </p:spPr>
        <p:txBody>
          <a:bodyPr wrap="square" lIns="0" tIns="0" rIns="0" bIns="0" rtlCol="0" anchor="t">
            <a:spAutoFit/>
          </a:bodyPr>
          <a:lstStyle/>
          <a:p>
            <a:pPr defTabSz="609690" eaLnBrk="1" fontAlgn="auto" hangingPunct="1">
              <a:lnSpc>
                <a:spcPts val="4574"/>
              </a:lnSpc>
              <a:spcBef>
                <a:spcPts val="0"/>
              </a:spcBef>
              <a:spcAft>
                <a:spcPts val="0"/>
              </a:spcAft>
              <a:defRPr/>
            </a:pPr>
            <a:r>
              <a:rPr lang="en-US" sz="4000" i="1" spc="-275" dirty="0">
                <a:solidFill>
                  <a:srgbClr val="46245A"/>
                </a:solidFill>
                <a:latin typeface="DM Sans Bold"/>
              </a:rPr>
              <a:t>Q1. </a:t>
            </a:r>
          </a:p>
        </p:txBody>
      </p:sp>
      <p:sp>
        <p:nvSpPr>
          <p:cNvPr id="2" name="TextBox 1">
            <a:extLst>
              <a:ext uri="{FF2B5EF4-FFF2-40B4-BE49-F238E27FC236}">
                <a16:creationId xmlns:a16="http://schemas.microsoft.com/office/drawing/2014/main" id="{B6B4BD0F-8FE4-63C8-843F-CA220171C15F}"/>
              </a:ext>
            </a:extLst>
          </p:cNvPr>
          <p:cNvSpPr txBox="1"/>
          <p:nvPr/>
        </p:nvSpPr>
        <p:spPr>
          <a:xfrm>
            <a:off x="389466" y="1423804"/>
            <a:ext cx="9048046" cy="666977"/>
          </a:xfrm>
          <a:prstGeom prst="rect">
            <a:avLst/>
          </a:prstGeom>
          <a:noFill/>
        </p:spPr>
        <p:txBody>
          <a:bodyPr wrap="square">
            <a:spAutoFit/>
          </a:bodyPr>
          <a:lstStyle/>
          <a:p>
            <a:pPr defTabSz="609660" eaLnBrk="1" fontAlgn="auto" hangingPunct="1">
              <a:spcBef>
                <a:spcPts val="0"/>
              </a:spcBef>
              <a:spcAft>
                <a:spcPts val="0"/>
              </a:spcAft>
              <a:defRPr/>
            </a:pPr>
            <a:r>
              <a:rPr lang="en-GB" sz="1867" b="1" dirty="0">
                <a:solidFill>
                  <a:prstClr val="black"/>
                </a:solidFill>
                <a:latin typeface="DM Sans"/>
                <a:ea typeface="+mn-ea"/>
              </a:rPr>
              <a:t>Is it more effective to prioritise immediate emissions reductions or invest heavily in future technologies like carbon removal? Why?</a:t>
            </a:r>
          </a:p>
        </p:txBody>
      </p:sp>
    </p:spTree>
    <p:extLst>
      <p:ext uri="{BB962C8B-B14F-4D97-AF65-F5344CB8AC3E}">
        <p14:creationId xmlns:p14="http://schemas.microsoft.com/office/powerpoint/2010/main" val="23963186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489E4E4A-77F1-A103-DFA8-98837D7294B6}"/>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56348745-BC54-889A-5C5A-8B5AA81CC0E7}"/>
              </a:ext>
            </a:extLst>
          </p:cNvPr>
          <p:cNvSpPr/>
          <p:nvPr/>
        </p:nvSpPr>
        <p:spPr>
          <a:xfrm>
            <a:off x="9702802" y="371990"/>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609690" eaLnBrk="1" fontAlgn="auto" hangingPunct="1">
              <a:spcBef>
                <a:spcPts val="0"/>
              </a:spcBef>
              <a:spcAft>
                <a:spcPts val="0"/>
              </a:spcAft>
              <a:defRPr/>
            </a:pPr>
            <a:endParaRPr lang="en-GB" sz="1200">
              <a:solidFill>
                <a:prstClr val="black"/>
              </a:solidFill>
              <a:latin typeface="DM Sans" pitchFamily="2" charset="0"/>
              <a:ea typeface="MS PGothic" panose="020B0600070205080204" pitchFamily="34" charset="-128"/>
            </a:endParaRPr>
          </a:p>
        </p:txBody>
      </p:sp>
      <p:sp>
        <p:nvSpPr>
          <p:cNvPr id="2" name="TextBox 14">
            <a:extLst>
              <a:ext uri="{FF2B5EF4-FFF2-40B4-BE49-F238E27FC236}">
                <a16:creationId xmlns:a16="http://schemas.microsoft.com/office/drawing/2014/main" id="{475983DD-C588-3ED2-288B-CEDF44687659}"/>
              </a:ext>
            </a:extLst>
          </p:cNvPr>
          <p:cNvSpPr txBox="1"/>
          <p:nvPr/>
        </p:nvSpPr>
        <p:spPr>
          <a:xfrm>
            <a:off x="389465" y="684092"/>
            <a:ext cx="7336552" cy="589905"/>
          </a:xfrm>
          <a:prstGeom prst="rect">
            <a:avLst/>
          </a:prstGeom>
        </p:spPr>
        <p:txBody>
          <a:bodyPr wrap="square" lIns="0" tIns="0" rIns="0" bIns="0" rtlCol="0" anchor="t">
            <a:spAutoFit/>
          </a:bodyPr>
          <a:lstStyle/>
          <a:p>
            <a:pPr defTabSz="609690" eaLnBrk="1" fontAlgn="auto" hangingPunct="1">
              <a:lnSpc>
                <a:spcPts val="4574"/>
              </a:lnSpc>
              <a:spcBef>
                <a:spcPts val="0"/>
              </a:spcBef>
              <a:spcAft>
                <a:spcPts val="0"/>
              </a:spcAft>
              <a:defRPr/>
            </a:pPr>
            <a:r>
              <a:rPr lang="en-US" sz="4000" i="1" spc="-275" dirty="0">
                <a:solidFill>
                  <a:prstClr val="white"/>
                </a:solidFill>
                <a:latin typeface="DM Sans Bold"/>
              </a:rPr>
              <a:t>Q1. </a:t>
            </a:r>
            <a:r>
              <a:rPr lang="en-US" sz="4000" i="1" spc="-275" dirty="0">
                <a:solidFill>
                  <a:srgbClr val="FF0000"/>
                </a:solidFill>
                <a:latin typeface="DM Sans Bold"/>
              </a:rPr>
              <a:t>Answer </a:t>
            </a:r>
            <a:r>
              <a:rPr lang="en-US" sz="4000" i="1" spc="-275" dirty="0">
                <a:solidFill>
                  <a:prstClr val="white"/>
                </a:solidFill>
                <a:latin typeface="DM Sans Bold"/>
              </a:rPr>
              <a:t> </a:t>
            </a:r>
          </a:p>
        </p:txBody>
      </p:sp>
      <p:sp>
        <p:nvSpPr>
          <p:cNvPr id="8" name="TextBox 7">
            <a:extLst>
              <a:ext uri="{FF2B5EF4-FFF2-40B4-BE49-F238E27FC236}">
                <a16:creationId xmlns:a16="http://schemas.microsoft.com/office/drawing/2014/main" id="{76BBED8B-FFB8-1E54-F3E3-8565EC5D9DFB}"/>
              </a:ext>
            </a:extLst>
          </p:cNvPr>
          <p:cNvSpPr txBox="1"/>
          <p:nvPr/>
        </p:nvSpPr>
        <p:spPr>
          <a:xfrm>
            <a:off x="389467" y="2889265"/>
            <a:ext cx="7106357" cy="461665"/>
          </a:xfrm>
          <a:prstGeom prst="rect">
            <a:avLst/>
          </a:prstGeom>
          <a:noFill/>
        </p:spPr>
        <p:txBody>
          <a:bodyPr wrap="square">
            <a:spAutoFit/>
          </a:bodyPr>
          <a:lstStyle/>
          <a:p>
            <a:pPr defTabSz="609660" eaLnBrk="1" fontAlgn="auto" hangingPunct="1">
              <a:spcBef>
                <a:spcPts val="0"/>
              </a:spcBef>
              <a:spcAft>
                <a:spcPts val="0"/>
              </a:spcAft>
              <a:defRPr/>
            </a:pPr>
            <a:br>
              <a:rPr lang="en-GB" sz="1200" dirty="0">
                <a:solidFill>
                  <a:srgbClr val="000000"/>
                </a:solidFill>
                <a:latin typeface="DM Sans"/>
                <a:ea typeface="+mn-ea"/>
              </a:rPr>
            </a:br>
            <a:endParaRPr lang="en-GB" sz="1200" dirty="0">
              <a:solidFill>
                <a:srgbClr val="000000"/>
              </a:solidFill>
              <a:latin typeface="DM Sans"/>
              <a:ea typeface="+mn-ea"/>
            </a:endParaRPr>
          </a:p>
        </p:txBody>
      </p:sp>
      <p:sp>
        <p:nvSpPr>
          <p:cNvPr id="6" name="TextBox 5">
            <a:extLst>
              <a:ext uri="{FF2B5EF4-FFF2-40B4-BE49-F238E27FC236}">
                <a16:creationId xmlns:a16="http://schemas.microsoft.com/office/drawing/2014/main" id="{A2FA34BC-F529-A2B7-50B8-130C63098FDF}"/>
              </a:ext>
            </a:extLst>
          </p:cNvPr>
          <p:cNvSpPr txBox="1"/>
          <p:nvPr/>
        </p:nvSpPr>
        <p:spPr>
          <a:xfrm>
            <a:off x="389466" y="1423806"/>
            <a:ext cx="9048046" cy="954300"/>
          </a:xfrm>
          <a:prstGeom prst="rect">
            <a:avLst/>
          </a:prstGeom>
          <a:noFill/>
        </p:spPr>
        <p:txBody>
          <a:bodyPr wrap="square">
            <a:spAutoFit/>
          </a:bodyPr>
          <a:lstStyle/>
          <a:p>
            <a:pPr defTabSz="609660" eaLnBrk="1" fontAlgn="auto" hangingPunct="1">
              <a:spcBef>
                <a:spcPts val="0"/>
              </a:spcBef>
              <a:spcAft>
                <a:spcPts val="0"/>
              </a:spcAft>
              <a:defRPr/>
            </a:pPr>
            <a:r>
              <a:rPr lang="en-GB" sz="1867" b="1" dirty="0">
                <a:solidFill>
                  <a:prstClr val="white"/>
                </a:solidFill>
                <a:latin typeface="DM Sans"/>
                <a:ea typeface="+mn-ea"/>
              </a:rPr>
              <a:t>Is it more effective to prioritise immediate emissions reductions or invest heavily in future technologies like carbon removal? Why?</a:t>
            </a:r>
          </a:p>
          <a:p>
            <a:pPr defTabSz="609660" eaLnBrk="1" fontAlgn="auto" hangingPunct="1">
              <a:spcBef>
                <a:spcPts val="0"/>
              </a:spcBef>
              <a:spcAft>
                <a:spcPts val="0"/>
              </a:spcAft>
              <a:defRPr/>
            </a:pPr>
            <a:endParaRPr lang="en-GB" sz="1867" b="1" dirty="0">
              <a:solidFill>
                <a:prstClr val="white"/>
              </a:solidFill>
              <a:latin typeface="DM Sans"/>
              <a:ea typeface="+mn-ea"/>
            </a:endParaRPr>
          </a:p>
        </p:txBody>
      </p:sp>
      <p:sp>
        <p:nvSpPr>
          <p:cNvPr id="7" name="TextBox 6">
            <a:extLst>
              <a:ext uri="{FF2B5EF4-FFF2-40B4-BE49-F238E27FC236}">
                <a16:creationId xmlns:a16="http://schemas.microsoft.com/office/drawing/2014/main" id="{A93B71CE-EF4C-99C0-91BE-E8CE817F38BD}"/>
              </a:ext>
            </a:extLst>
          </p:cNvPr>
          <p:cNvSpPr txBox="1"/>
          <p:nvPr/>
        </p:nvSpPr>
        <p:spPr>
          <a:xfrm>
            <a:off x="389465" y="2276872"/>
            <a:ext cx="10171031" cy="2031325"/>
          </a:xfrm>
          <a:prstGeom prst="rect">
            <a:avLst/>
          </a:prstGeom>
          <a:noFill/>
        </p:spPr>
        <p:txBody>
          <a:bodyPr wrap="square">
            <a:spAutoFit/>
          </a:bodyPr>
          <a:lstStyle/>
          <a:p>
            <a:pPr defTabSz="609660" eaLnBrk="1" fontAlgn="auto" hangingPunct="1">
              <a:spcBef>
                <a:spcPts val="0"/>
              </a:spcBef>
              <a:spcAft>
                <a:spcPts val="0"/>
              </a:spcAft>
              <a:defRPr/>
            </a:pPr>
            <a:r>
              <a:rPr lang="en-GB" sz="1600" dirty="0">
                <a:solidFill>
                  <a:srgbClr val="FF0000"/>
                </a:solidFill>
                <a:latin typeface="Calibri" panose="020F0502020204030204" pitchFamily="34" charset="0"/>
                <a:ea typeface="+mn-ea"/>
                <a:cs typeface="Calibri" panose="020F0502020204030204" pitchFamily="34" charset="0"/>
              </a:rPr>
              <a:t>In most cases, prioritising immediate emissions reductions is more effective because it directly limits cumulative CO₂ emissions, which determines long-term warming. </a:t>
            </a:r>
          </a:p>
          <a:p>
            <a:pPr defTabSz="609660" eaLnBrk="1" fontAlgn="auto" hangingPunct="1">
              <a:spcBef>
                <a:spcPts val="0"/>
              </a:spcBef>
              <a:spcAft>
                <a:spcPts val="0"/>
              </a:spcAft>
              <a:defRPr/>
            </a:pPr>
            <a:endParaRPr lang="en-GB" sz="1600" dirty="0">
              <a:solidFill>
                <a:srgbClr val="FF0000"/>
              </a:solidFill>
              <a:latin typeface="Calibri" panose="020F0502020204030204" pitchFamily="34" charset="0"/>
              <a:ea typeface="+mn-ea"/>
              <a:cs typeface="Calibri" panose="020F0502020204030204" pitchFamily="34" charset="0"/>
            </a:endParaRPr>
          </a:p>
          <a:p>
            <a:pPr defTabSz="609660" eaLnBrk="1" fontAlgn="auto" hangingPunct="1">
              <a:spcBef>
                <a:spcPts val="0"/>
              </a:spcBef>
              <a:spcAft>
                <a:spcPts val="0"/>
              </a:spcAft>
              <a:defRPr/>
            </a:pPr>
            <a:r>
              <a:rPr lang="en-GB" sz="1600" dirty="0">
                <a:solidFill>
                  <a:srgbClr val="FF0000"/>
                </a:solidFill>
                <a:latin typeface="Calibri" panose="020F0502020204030204" pitchFamily="34" charset="0"/>
                <a:ea typeface="+mn-ea"/>
                <a:cs typeface="Calibri" panose="020F0502020204030204" pitchFamily="34" charset="0"/>
              </a:rPr>
              <a:t>Delaying action increases reliance on uncertain future technologies that in many cases are not yet fully developed at the required scale or cost. However, some investment in carbon removal is still necessary to deal with residual emissions (e.g. aviation, agriculture) that cannot be reduced to zero. The strongest approach is a combination, but with clear priority on cutting emissions now.</a:t>
            </a:r>
          </a:p>
          <a:p>
            <a:pPr defTabSz="609660" eaLnBrk="1" fontAlgn="auto" hangingPunct="1">
              <a:spcBef>
                <a:spcPts val="0"/>
              </a:spcBef>
              <a:spcAft>
                <a:spcPts val="0"/>
              </a:spcAft>
              <a:defRPr/>
            </a:pPr>
            <a:endParaRPr lang="en-GB" sz="1400" dirty="0">
              <a:solidFill>
                <a:srgbClr val="FF0000"/>
              </a:solidFill>
              <a:latin typeface="DM Sans"/>
              <a:ea typeface="+mn-ea"/>
            </a:endParaRPr>
          </a:p>
        </p:txBody>
      </p:sp>
    </p:spTree>
    <p:extLst>
      <p:ext uri="{BB962C8B-B14F-4D97-AF65-F5344CB8AC3E}">
        <p14:creationId xmlns:p14="http://schemas.microsoft.com/office/powerpoint/2010/main" val="4185579472"/>
      </p:ext>
    </p:extLst>
  </p:cSld>
  <p:clrMapOvr>
    <a:masterClrMapping/>
  </p:clrMapOvr>
  <mc:AlternateContent xmlns:mc="http://schemas.openxmlformats.org/markup-compatibility/2006" xmlns:p14="http://schemas.microsoft.com/office/powerpoint/2010/main">
    <mc:Choice Requires="p14">
      <p:transition spd="slow" p14:dur="2000" advTm="12715"/>
    </mc:Choice>
    <mc:Fallback xmlns="">
      <p:transition spd="slow" advTm="12715"/>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DF6A2A-A4A0-48BE-8735-B77FDB7C4302}"/>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8B30B3C3-C88A-B136-42CA-F2B6976833F4}"/>
              </a:ext>
            </a:extLst>
          </p:cNvPr>
          <p:cNvSpPr/>
          <p:nvPr/>
        </p:nvSpPr>
        <p:spPr>
          <a:xfrm>
            <a:off x="9431868" y="371990"/>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609690" eaLnBrk="1" fontAlgn="auto" hangingPunct="1">
              <a:spcBef>
                <a:spcPts val="0"/>
              </a:spcBef>
              <a:spcAft>
                <a:spcPts val="0"/>
              </a:spcAft>
              <a:defRPr/>
            </a:pPr>
            <a:endParaRPr lang="en-GB" sz="1200">
              <a:solidFill>
                <a:prstClr val="black"/>
              </a:solidFill>
              <a:latin typeface="DM Sans" pitchFamily="2" charset="0"/>
            </a:endParaRPr>
          </a:p>
        </p:txBody>
      </p:sp>
      <p:sp>
        <p:nvSpPr>
          <p:cNvPr id="5" name="TextBox 14">
            <a:extLst>
              <a:ext uri="{FF2B5EF4-FFF2-40B4-BE49-F238E27FC236}">
                <a16:creationId xmlns:a16="http://schemas.microsoft.com/office/drawing/2014/main" id="{76D94655-D898-3857-2AC2-28028180AEB2}"/>
              </a:ext>
            </a:extLst>
          </p:cNvPr>
          <p:cNvSpPr txBox="1"/>
          <p:nvPr/>
        </p:nvSpPr>
        <p:spPr>
          <a:xfrm>
            <a:off x="389465" y="684092"/>
            <a:ext cx="7336552" cy="589905"/>
          </a:xfrm>
          <a:prstGeom prst="rect">
            <a:avLst/>
          </a:prstGeom>
        </p:spPr>
        <p:txBody>
          <a:bodyPr wrap="square" lIns="0" tIns="0" rIns="0" bIns="0" rtlCol="0" anchor="t">
            <a:spAutoFit/>
          </a:bodyPr>
          <a:lstStyle/>
          <a:p>
            <a:pPr defTabSz="609690" eaLnBrk="1" fontAlgn="auto" hangingPunct="1">
              <a:lnSpc>
                <a:spcPts val="4574"/>
              </a:lnSpc>
              <a:spcBef>
                <a:spcPts val="0"/>
              </a:spcBef>
              <a:spcAft>
                <a:spcPts val="0"/>
              </a:spcAft>
              <a:defRPr/>
            </a:pPr>
            <a:r>
              <a:rPr lang="en-US" sz="4000" i="1" spc="-275" dirty="0">
                <a:solidFill>
                  <a:srgbClr val="46245A"/>
                </a:solidFill>
                <a:latin typeface="DM Sans Bold"/>
              </a:rPr>
              <a:t>Q2. </a:t>
            </a:r>
          </a:p>
        </p:txBody>
      </p:sp>
      <p:sp>
        <p:nvSpPr>
          <p:cNvPr id="2" name="TextBox 1">
            <a:extLst>
              <a:ext uri="{FF2B5EF4-FFF2-40B4-BE49-F238E27FC236}">
                <a16:creationId xmlns:a16="http://schemas.microsoft.com/office/drawing/2014/main" id="{12D36842-FDC6-A0B3-5017-C432AE5E5127}"/>
              </a:ext>
            </a:extLst>
          </p:cNvPr>
          <p:cNvSpPr txBox="1"/>
          <p:nvPr/>
        </p:nvSpPr>
        <p:spPr>
          <a:xfrm>
            <a:off x="389466" y="1423804"/>
            <a:ext cx="9048046" cy="954300"/>
          </a:xfrm>
          <a:prstGeom prst="rect">
            <a:avLst/>
          </a:prstGeom>
          <a:noFill/>
        </p:spPr>
        <p:txBody>
          <a:bodyPr wrap="square">
            <a:spAutoFit/>
          </a:bodyPr>
          <a:lstStyle/>
          <a:p>
            <a:pPr defTabSz="609660" eaLnBrk="1" fontAlgn="auto" hangingPunct="1">
              <a:spcBef>
                <a:spcPts val="0"/>
              </a:spcBef>
              <a:spcAft>
                <a:spcPts val="0"/>
              </a:spcAft>
              <a:defRPr/>
            </a:pPr>
            <a:r>
              <a:rPr lang="en-GB" sz="1867" b="1" dirty="0">
                <a:solidFill>
                  <a:prstClr val="black"/>
                </a:solidFill>
                <a:latin typeface="DM Sans"/>
                <a:ea typeface="+mn-ea"/>
              </a:rPr>
              <a:t>Should Solar Radiation Management (SRM) technologies be researched or deployed, even though they do not address root causes like CO₂ emissions or ocean acidification?</a:t>
            </a:r>
          </a:p>
        </p:txBody>
      </p:sp>
    </p:spTree>
    <p:extLst>
      <p:ext uri="{BB962C8B-B14F-4D97-AF65-F5344CB8AC3E}">
        <p14:creationId xmlns:p14="http://schemas.microsoft.com/office/powerpoint/2010/main" val="15408656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CF7FF560-E13F-56C7-00EE-78EE73AA0DC9}"/>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E9A425C4-1856-B4F5-9B77-126068AB3ACC}"/>
              </a:ext>
            </a:extLst>
          </p:cNvPr>
          <p:cNvSpPr/>
          <p:nvPr/>
        </p:nvSpPr>
        <p:spPr>
          <a:xfrm>
            <a:off x="9702802" y="371990"/>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609690" eaLnBrk="1" fontAlgn="auto" hangingPunct="1">
              <a:spcBef>
                <a:spcPts val="0"/>
              </a:spcBef>
              <a:spcAft>
                <a:spcPts val="0"/>
              </a:spcAft>
              <a:defRPr/>
            </a:pPr>
            <a:endParaRPr lang="en-GB" sz="1200">
              <a:solidFill>
                <a:prstClr val="black"/>
              </a:solidFill>
              <a:latin typeface="DM Sans" pitchFamily="2" charset="0"/>
              <a:ea typeface="MS PGothic" panose="020B0600070205080204" pitchFamily="34" charset="-128"/>
            </a:endParaRPr>
          </a:p>
        </p:txBody>
      </p:sp>
      <p:sp>
        <p:nvSpPr>
          <p:cNvPr id="2" name="TextBox 14">
            <a:extLst>
              <a:ext uri="{FF2B5EF4-FFF2-40B4-BE49-F238E27FC236}">
                <a16:creationId xmlns:a16="http://schemas.microsoft.com/office/drawing/2014/main" id="{13396D95-FDB6-62E4-F31C-5DA97594AAA8}"/>
              </a:ext>
            </a:extLst>
          </p:cNvPr>
          <p:cNvSpPr txBox="1"/>
          <p:nvPr/>
        </p:nvSpPr>
        <p:spPr>
          <a:xfrm>
            <a:off x="389465" y="684092"/>
            <a:ext cx="7336552" cy="589905"/>
          </a:xfrm>
          <a:prstGeom prst="rect">
            <a:avLst/>
          </a:prstGeom>
        </p:spPr>
        <p:txBody>
          <a:bodyPr wrap="square" lIns="0" tIns="0" rIns="0" bIns="0" rtlCol="0" anchor="t">
            <a:spAutoFit/>
          </a:bodyPr>
          <a:lstStyle/>
          <a:p>
            <a:pPr defTabSz="609690" eaLnBrk="1" fontAlgn="auto" hangingPunct="1">
              <a:lnSpc>
                <a:spcPts val="4574"/>
              </a:lnSpc>
              <a:spcBef>
                <a:spcPts val="0"/>
              </a:spcBef>
              <a:spcAft>
                <a:spcPts val="0"/>
              </a:spcAft>
              <a:defRPr/>
            </a:pPr>
            <a:r>
              <a:rPr lang="en-US" sz="4000" i="1" spc="-275" dirty="0">
                <a:solidFill>
                  <a:prstClr val="white"/>
                </a:solidFill>
                <a:latin typeface="DM Sans Bold"/>
              </a:rPr>
              <a:t>Q2. </a:t>
            </a:r>
            <a:r>
              <a:rPr lang="en-US" sz="4000" i="1" spc="-275" dirty="0">
                <a:solidFill>
                  <a:srgbClr val="FF0000"/>
                </a:solidFill>
                <a:latin typeface="DM Sans Bold"/>
              </a:rPr>
              <a:t>Answer </a:t>
            </a:r>
            <a:r>
              <a:rPr lang="en-US" sz="4000" i="1" spc="-275" dirty="0">
                <a:solidFill>
                  <a:prstClr val="white"/>
                </a:solidFill>
                <a:latin typeface="DM Sans Bold"/>
              </a:rPr>
              <a:t> </a:t>
            </a:r>
          </a:p>
        </p:txBody>
      </p:sp>
      <p:sp>
        <p:nvSpPr>
          <p:cNvPr id="8" name="TextBox 7">
            <a:extLst>
              <a:ext uri="{FF2B5EF4-FFF2-40B4-BE49-F238E27FC236}">
                <a16:creationId xmlns:a16="http://schemas.microsoft.com/office/drawing/2014/main" id="{6DF3D02D-1DD8-DD4C-DB62-CB3B45B1CC45}"/>
              </a:ext>
            </a:extLst>
          </p:cNvPr>
          <p:cNvSpPr txBox="1"/>
          <p:nvPr/>
        </p:nvSpPr>
        <p:spPr>
          <a:xfrm>
            <a:off x="389467" y="2889265"/>
            <a:ext cx="7106357" cy="461665"/>
          </a:xfrm>
          <a:prstGeom prst="rect">
            <a:avLst/>
          </a:prstGeom>
          <a:noFill/>
        </p:spPr>
        <p:txBody>
          <a:bodyPr wrap="square">
            <a:spAutoFit/>
          </a:bodyPr>
          <a:lstStyle/>
          <a:p>
            <a:pPr defTabSz="609660" eaLnBrk="1" fontAlgn="auto" hangingPunct="1">
              <a:spcBef>
                <a:spcPts val="0"/>
              </a:spcBef>
              <a:spcAft>
                <a:spcPts val="0"/>
              </a:spcAft>
              <a:defRPr/>
            </a:pPr>
            <a:br>
              <a:rPr lang="en-GB" sz="1200" dirty="0">
                <a:solidFill>
                  <a:srgbClr val="000000"/>
                </a:solidFill>
                <a:latin typeface="DM Sans"/>
                <a:ea typeface="+mn-ea"/>
              </a:rPr>
            </a:br>
            <a:endParaRPr lang="en-GB" sz="1200" dirty="0">
              <a:solidFill>
                <a:srgbClr val="000000"/>
              </a:solidFill>
              <a:latin typeface="DM Sans"/>
              <a:ea typeface="+mn-ea"/>
            </a:endParaRPr>
          </a:p>
        </p:txBody>
      </p:sp>
      <p:sp>
        <p:nvSpPr>
          <p:cNvPr id="6" name="TextBox 5">
            <a:extLst>
              <a:ext uri="{FF2B5EF4-FFF2-40B4-BE49-F238E27FC236}">
                <a16:creationId xmlns:a16="http://schemas.microsoft.com/office/drawing/2014/main" id="{F799366E-12F0-7B5C-1AEE-4B8565619305}"/>
              </a:ext>
            </a:extLst>
          </p:cNvPr>
          <p:cNvSpPr txBox="1"/>
          <p:nvPr/>
        </p:nvSpPr>
        <p:spPr>
          <a:xfrm>
            <a:off x="389466" y="1423806"/>
            <a:ext cx="9048046" cy="954300"/>
          </a:xfrm>
          <a:prstGeom prst="rect">
            <a:avLst/>
          </a:prstGeom>
          <a:noFill/>
        </p:spPr>
        <p:txBody>
          <a:bodyPr wrap="square">
            <a:spAutoFit/>
          </a:bodyPr>
          <a:lstStyle/>
          <a:p>
            <a:pPr defTabSz="609660" eaLnBrk="1" fontAlgn="auto" hangingPunct="1">
              <a:spcBef>
                <a:spcPts val="0"/>
              </a:spcBef>
              <a:spcAft>
                <a:spcPts val="0"/>
              </a:spcAft>
              <a:defRPr/>
            </a:pPr>
            <a:r>
              <a:rPr lang="en-GB" sz="1867" b="1" dirty="0">
                <a:solidFill>
                  <a:prstClr val="white"/>
                </a:solidFill>
                <a:latin typeface="DM Sans"/>
                <a:ea typeface="+mn-ea"/>
              </a:rPr>
              <a:t>Should Solar Radiation Management (SRM) technologies be researched or deployed, even though they do not address root causes like CO₂ emissions or ocean acidification?</a:t>
            </a:r>
          </a:p>
        </p:txBody>
      </p:sp>
      <p:sp>
        <p:nvSpPr>
          <p:cNvPr id="7" name="TextBox 6">
            <a:extLst>
              <a:ext uri="{FF2B5EF4-FFF2-40B4-BE49-F238E27FC236}">
                <a16:creationId xmlns:a16="http://schemas.microsoft.com/office/drawing/2014/main" id="{08CF6E26-F07E-0A89-B8ED-4F8138DD994A}"/>
              </a:ext>
            </a:extLst>
          </p:cNvPr>
          <p:cNvSpPr txBox="1"/>
          <p:nvPr/>
        </p:nvSpPr>
        <p:spPr>
          <a:xfrm>
            <a:off x="389465" y="2535321"/>
            <a:ext cx="11352877" cy="1815882"/>
          </a:xfrm>
          <a:prstGeom prst="rect">
            <a:avLst/>
          </a:prstGeom>
          <a:noFill/>
        </p:spPr>
        <p:txBody>
          <a:bodyPr wrap="square">
            <a:spAutoFit/>
          </a:bodyPr>
          <a:lstStyle/>
          <a:p>
            <a:pPr defTabSz="609660" eaLnBrk="1" fontAlgn="auto" hangingPunct="1">
              <a:spcBef>
                <a:spcPts val="0"/>
              </a:spcBef>
              <a:spcAft>
                <a:spcPts val="0"/>
              </a:spcAft>
              <a:defRPr/>
            </a:pPr>
            <a:r>
              <a:rPr lang="en-GB" sz="1400" dirty="0">
                <a:solidFill>
                  <a:srgbClr val="FF0000"/>
                </a:solidFill>
                <a:latin typeface="DM Sans"/>
                <a:ea typeface="+mn-ea"/>
              </a:rPr>
              <a:t>SRM should be researched but not deployed at scale (yet). We have however seen some small scale deployments that have had positive impacts, for example in the Great Barrier Reef. </a:t>
            </a:r>
          </a:p>
          <a:p>
            <a:pPr defTabSz="609660" eaLnBrk="1" fontAlgn="auto" hangingPunct="1">
              <a:spcBef>
                <a:spcPts val="0"/>
              </a:spcBef>
              <a:spcAft>
                <a:spcPts val="0"/>
              </a:spcAft>
              <a:defRPr/>
            </a:pPr>
            <a:endParaRPr lang="en-GB" sz="1400" dirty="0">
              <a:solidFill>
                <a:srgbClr val="FF0000"/>
              </a:solidFill>
              <a:latin typeface="DM Sans"/>
              <a:ea typeface="+mn-ea"/>
            </a:endParaRPr>
          </a:p>
          <a:p>
            <a:pPr defTabSz="609660" eaLnBrk="1" fontAlgn="auto" hangingPunct="1">
              <a:spcBef>
                <a:spcPts val="0"/>
              </a:spcBef>
              <a:spcAft>
                <a:spcPts val="0"/>
              </a:spcAft>
              <a:defRPr/>
            </a:pPr>
            <a:r>
              <a:rPr lang="en-GB" sz="1400" dirty="0">
                <a:solidFill>
                  <a:srgbClr val="FF0000"/>
                </a:solidFill>
                <a:latin typeface="DM Sans"/>
                <a:ea typeface="+mn-ea"/>
              </a:rPr>
              <a:t>Research helps us understand risks, governance, potential emergency use or long-term reliance. However, deployment is controversial because SRM does not solve underlying problems and could create unintended climate side effects or political/social tensions. It risks becoming a “quick fix” that reduces motivation for mitigation.</a:t>
            </a:r>
          </a:p>
          <a:p>
            <a:pPr defTabSz="609660" eaLnBrk="1" fontAlgn="auto" hangingPunct="1">
              <a:spcBef>
                <a:spcPts val="0"/>
              </a:spcBef>
              <a:spcAft>
                <a:spcPts val="0"/>
              </a:spcAft>
              <a:defRPr/>
            </a:pPr>
            <a:endParaRPr lang="en-GB" sz="1400" dirty="0">
              <a:solidFill>
                <a:srgbClr val="FF0000"/>
              </a:solidFill>
              <a:latin typeface="DM Sans"/>
              <a:ea typeface="+mn-ea"/>
            </a:endParaRPr>
          </a:p>
          <a:p>
            <a:pPr defTabSz="609660" eaLnBrk="1" fontAlgn="auto" hangingPunct="1">
              <a:spcBef>
                <a:spcPts val="0"/>
              </a:spcBef>
              <a:spcAft>
                <a:spcPts val="0"/>
              </a:spcAft>
              <a:defRPr/>
            </a:pPr>
            <a:endParaRPr lang="en-GB" sz="1400" dirty="0">
              <a:solidFill>
                <a:srgbClr val="FF0000"/>
              </a:solidFill>
              <a:latin typeface="DM Sans"/>
              <a:ea typeface="+mn-ea"/>
            </a:endParaRPr>
          </a:p>
        </p:txBody>
      </p:sp>
    </p:spTree>
    <p:extLst>
      <p:ext uri="{BB962C8B-B14F-4D97-AF65-F5344CB8AC3E}">
        <p14:creationId xmlns:p14="http://schemas.microsoft.com/office/powerpoint/2010/main" val="3053853083"/>
      </p:ext>
    </p:extLst>
  </p:cSld>
  <p:clrMapOvr>
    <a:masterClrMapping/>
  </p:clrMapOvr>
  <mc:AlternateContent xmlns:mc="http://schemas.openxmlformats.org/markup-compatibility/2006" xmlns:p14="http://schemas.microsoft.com/office/powerpoint/2010/main">
    <mc:Choice Requires="p14">
      <p:transition spd="slow" p14:dur="2000" advTm="12715"/>
    </mc:Choice>
    <mc:Fallback xmlns="">
      <p:transition spd="slow" advTm="12715"/>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F25B6-21A3-7BEB-2E83-FBE31CE6E2B4}"/>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C51AE0FD-6198-EEAB-1951-3C5A131307B9}"/>
              </a:ext>
            </a:extLst>
          </p:cNvPr>
          <p:cNvSpPr/>
          <p:nvPr/>
        </p:nvSpPr>
        <p:spPr>
          <a:xfrm>
            <a:off x="9431868" y="371990"/>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609690" eaLnBrk="1" fontAlgn="auto" hangingPunct="1">
              <a:spcBef>
                <a:spcPts val="0"/>
              </a:spcBef>
              <a:spcAft>
                <a:spcPts val="0"/>
              </a:spcAft>
              <a:defRPr/>
            </a:pPr>
            <a:endParaRPr lang="en-GB" sz="1200">
              <a:solidFill>
                <a:prstClr val="black"/>
              </a:solidFill>
              <a:latin typeface="DM Sans" pitchFamily="2" charset="0"/>
            </a:endParaRPr>
          </a:p>
        </p:txBody>
      </p:sp>
      <p:sp>
        <p:nvSpPr>
          <p:cNvPr id="5" name="TextBox 14">
            <a:extLst>
              <a:ext uri="{FF2B5EF4-FFF2-40B4-BE49-F238E27FC236}">
                <a16:creationId xmlns:a16="http://schemas.microsoft.com/office/drawing/2014/main" id="{607014E2-3975-AE5B-A4AD-0BBBCEB72305}"/>
              </a:ext>
            </a:extLst>
          </p:cNvPr>
          <p:cNvSpPr txBox="1"/>
          <p:nvPr/>
        </p:nvSpPr>
        <p:spPr>
          <a:xfrm>
            <a:off x="389465" y="684092"/>
            <a:ext cx="7336552" cy="589905"/>
          </a:xfrm>
          <a:prstGeom prst="rect">
            <a:avLst/>
          </a:prstGeom>
        </p:spPr>
        <p:txBody>
          <a:bodyPr wrap="square" lIns="0" tIns="0" rIns="0" bIns="0" rtlCol="0" anchor="t">
            <a:spAutoFit/>
          </a:bodyPr>
          <a:lstStyle/>
          <a:p>
            <a:pPr defTabSz="609690" eaLnBrk="1" fontAlgn="auto" hangingPunct="1">
              <a:lnSpc>
                <a:spcPts val="4574"/>
              </a:lnSpc>
              <a:spcBef>
                <a:spcPts val="0"/>
              </a:spcBef>
              <a:spcAft>
                <a:spcPts val="0"/>
              </a:spcAft>
              <a:defRPr/>
            </a:pPr>
            <a:r>
              <a:rPr lang="en-US" sz="4000" i="1" spc="-275" dirty="0">
                <a:solidFill>
                  <a:srgbClr val="46245A"/>
                </a:solidFill>
                <a:latin typeface="DM Sans Bold"/>
              </a:rPr>
              <a:t>Q3. </a:t>
            </a:r>
          </a:p>
        </p:txBody>
      </p:sp>
      <p:sp>
        <p:nvSpPr>
          <p:cNvPr id="2" name="TextBox 1">
            <a:extLst>
              <a:ext uri="{FF2B5EF4-FFF2-40B4-BE49-F238E27FC236}">
                <a16:creationId xmlns:a16="http://schemas.microsoft.com/office/drawing/2014/main" id="{6E46D881-B46B-EC49-3FF8-BBFC0EB3E704}"/>
              </a:ext>
            </a:extLst>
          </p:cNvPr>
          <p:cNvSpPr txBox="1"/>
          <p:nvPr/>
        </p:nvSpPr>
        <p:spPr>
          <a:xfrm>
            <a:off x="389466" y="1423804"/>
            <a:ext cx="9048046" cy="666977"/>
          </a:xfrm>
          <a:prstGeom prst="rect">
            <a:avLst/>
          </a:prstGeom>
          <a:noFill/>
        </p:spPr>
        <p:txBody>
          <a:bodyPr wrap="square">
            <a:spAutoFit/>
          </a:bodyPr>
          <a:lstStyle/>
          <a:p>
            <a:pPr defTabSz="609660" eaLnBrk="1" fontAlgn="auto" hangingPunct="1">
              <a:spcBef>
                <a:spcPts val="0"/>
              </a:spcBef>
              <a:spcAft>
                <a:spcPts val="0"/>
              </a:spcAft>
              <a:defRPr/>
            </a:pPr>
            <a:r>
              <a:rPr lang="en-GB" sz="1867" b="1" dirty="0">
                <a:solidFill>
                  <a:prstClr val="black"/>
                </a:solidFill>
                <a:latin typeface="DM Sans"/>
                <a:ea typeface="+mn-ea"/>
              </a:rPr>
              <a:t>Which NETs (e.g. afforestation, BECCS, DACCS) do you think are most viable for large-scale deployment in the UK, and why?</a:t>
            </a:r>
          </a:p>
        </p:txBody>
      </p:sp>
    </p:spTree>
    <p:extLst>
      <p:ext uri="{BB962C8B-B14F-4D97-AF65-F5344CB8AC3E}">
        <p14:creationId xmlns:p14="http://schemas.microsoft.com/office/powerpoint/2010/main" val="2142768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21F1381B-9069-3057-D2A6-037AB647A3D1}"/>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DC30E11F-7F7E-955C-7991-F1A3E5B5F746}"/>
              </a:ext>
            </a:extLst>
          </p:cNvPr>
          <p:cNvSpPr/>
          <p:nvPr/>
        </p:nvSpPr>
        <p:spPr>
          <a:xfrm>
            <a:off x="9702802" y="371990"/>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609690" eaLnBrk="1" fontAlgn="auto" hangingPunct="1">
              <a:spcBef>
                <a:spcPts val="0"/>
              </a:spcBef>
              <a:spcAft>
                <a:spcPts val="0"/>
              </a:spcAft>
              <a:defRPr/>
            </a:pPr>
            <a:endParaRPr lang="en-GB" sz="1200">
              <a:solidFill>
                <a:prstClr val="black"/>
              </a:solidFill>
              <a:latin typeface="Calibri" panose="020F0502020204030204" pitchFamily="34" charset="0"/>
              <a:ea typeface="MS PGothic" panose="020B0600070205080204" pitchFamily="34" charset="-128"/>
              <a:cs typeface="Calibri" panose="020F0502020204030204" pitchFamily="34" charset="0"/>
            </a:endParaRPr>
          </a:p>
        </p:txBody>
      </p:sp>
      <p:sp>
        <p:nvSpPr>
          <p:cNvPr id="2" name="TextBox 14">
            <a:extLst>
              <a:ext uri="{FF2B5EF4-FFF2-40B4-BE49-F238E27FC236}">
                <a16:creationId xmlns:a16="http://schemas.microsoft.com/office/drawing/2014/main" id="{AB0AFAB6-8208-77EA-F5A1-4D08445EAD8C}"/>
              </a:ext>
            </a:extLst>
          </p:cNvPr>
          <p:cNvSpPr txBox="1"/>
          <p:nvPr/>
        </p:nvSpPr>
        <p:spPr>
          <a:xfrm>
            <a:off x="389465" y="684092"/>
            <a:ext cx="7336552" cy="589905"/>
          </a:xfrm>
          <a:prstGeom prst="rect">
            <a:avLst/>
          </a:prstGeom>
        </p:spPr>
        <p:txBody>
          <a:bodyPr wrap="square" lIns="0" tIns="0" rIns="0" bIns="0" rtlCol="0" anchor="t">
            <a:spAutoFit/>
          </a:bodyPr>
          <a:lstStyle/>
          <a:p>
            <a:pPr defTabSz="609690" eaLnBrk="1" fontAlgn="auto" hangingPunct="1">
              <a:lnSpc>
                <a:spcPts val="4574"/>
              </a:lnSpc>
              <a:spcBef>
                <a:spcPts val="0"/>
              </a:spcBef>
              <a:spcAft>
                <a:spcPts val="0"/>
              </a:spcAft>
              <a:defRPr/>
            </a:pPr>
            <a:r>
              <a:rPr lang="en-US" sz="4000" i="1" spc="-275" dirty="0">
                <a:solidFill>
                  <a:prstClr val="white"/>
                </a:solidFill>
                <a:latin typeface="Calibri" panose="020F0502020204030204" pitchFamily="34" charset="0"/>
                <a:cs typeface="Calibri" panose="020F0502020204030204" pitchFamily="34" charset="0"/>
              </a:rPr>
              <a:t>Q3. </a:t>
            </a:r>
            <a:r>
              <a:rPr lang="en-US" sz="4000" i="1" spc="-275" dirty="0">
                <a:solidFill>
                  <a:srgbClr val="FF0000"/>
                </a:solidFill>
                <a:latin typeface="Calibri" panose="020F0502020204030204" pitchFamily="34" charset="0"/>
                <a:cs typeface="Calibri" panose="020F0502020204030204" pitchFamily="34" charset="0"/>
              </a:rPr>
              <a:t>Answer </a:t>
            </a:r>
            <a:r>
              <a:rPr lang="en-US" sz="4000" i="1" spc="-275" dirty="0">
                <a:solidFill>
                  <a:prstClr val="white"/>
                </a:solidFill>
                <a:latin typeface="Calibri" panose="020F0502020204030204" pitchFamily="34" charset="0"/>
                <a:cs typeface="Calibri" panose="020F0502020204030204" pitchFamily="34" charset="0"/>
              </a:rPr>
              <a:t> </a:t>
            </a:r>
          </a:p>
        </p:txBody>
      </p:sp>
      <p:sp>
        <p:nvSpPr>
          <p:cNvPr id="8" name="TextBox 7">
            <a:extLst>
              <a:ext uri="{FF2B5EF4-FFF2-40B4-BE49-F238E27FC236}">
                <a16:creationId xmlns:a16="http://schemas.microsoft.com/office/drawing/2014/main" id="{B0576318-A297-F47E-2265-AE698FBA0615}"/>
              </a:ext>
            </a:extLst>
          </p:cNvPr>
          <p:cNvSpPr txBox="1"/>
          <p:nvPr/>
        </p:nvSpPr>
        <p:spPr>
          <a:xfrm>
            <a:off x="389467" y="2889265"/>
            <a:ext cx="7106357" cy="461665"/>
          </a:xfrm>
          <a:prstGeom prst="rect">
            <a:avLst/>
          </a:prstGeom>
          <a:noFill/>
        </p:spPr>
        <p:txBody>
          <a:bodyPr wrap="square">
            <a:spAutoFit/>
          </a:bodyPr>
          <a:lstStyle/>
          <a:p>
            <a:pPr defTabSz="609660" eaLnBrk="1" fontAlgn="auto" hangingPunct="1">
              <a:spcBef>
                <a:spcPts val="0"/>
              </a:spcBef>
              <a:spcAft>
                <a:spcPts val="0"/>
              </a:spcAft>
              <a:defRPr/>
            </a:pPr>
            <a:br>
              <a:rPr lang="en-GB" sz="1200" dirty="0">
                <a:solidFill>
                  <a:srgbClr val="000000"/>
                </a:solidFill>
                <a:latin typeface="Calibri" panose="020F0502020204030204" pitchFamily="34" charset="0"/>
                <a:ea typeface="+mn-ea"/>
                <a:cs typeface="Calibri" panose="020F0502020204030204" pitchFamily="34" charset="0"/>
              </a:rPr>
            </a:br>
            <a:endParaRPr lang="en-GB" sz="1200" dirty="0">
              <a:solidFill>
                <a:srgbClr val="000000"/>
              </a:solidFill>
              <a:latin typeface="Calibri" panose="020F0502020204030204" pitchFamily="34" charset="0"/>
              <a:ea typeface="+mn-ea"/>
              <a:cs typeface="Calibri" panose="020F0502020204030204" pitchFamily="34" charset="0"/>
            </a:endParaRPr>
          </a:p>
        </p:txBody>
      </p:sp>
      <p:sp>
        <p:nvSpPr>
          <p:cNvPr id="6" name="TextBox 5">
            <a:extLst>
              <a:ext uri="{FF2B5EF4-FFF2-40B4-BE49-F238E27FC236}">
                <a16:creationId xmlns:a16="http://schemas.microsoft.com/office/drawing/2014/main" id="{9D3DC15D-69A0-67EB-F3FC-BB7CDDF01058}"/>
              </a:ext>
            </a:extLst>
          </p:cNvPr>
          <p:cNvSpPr txBox="1"/>
          <p:nvPr/>
        </p:nvSpPr>
        <p:spPr>
          <a:xfrm>
            <a:off x="389466" y="1423806"/>
            <a:ext cx="9048046" cy="954300"/>
          </a:xfrm>
          <a:prstGeom prst="rect">
            <a:avLst/>
          </a:prstGeom>
          <a:noFill/>
        </p:spPr>
        <p:txBody>
          <a:bodyPr wrap="square">
            <a:spAutoFit/>
          </a:bodyPr>
          <a:lstStyle/>
          <a:p>
            <a:pPr defTabSz="609660" eaLnBrk="1" fontAlgn="auto" hangingPunct="1">
              <a:spcBef>
                <a:spcPts val="0"/>
              </a:spcBef>
              <a:spcAft>
                <a:spcPts val="0"/>
              </a:spcAft>
              <a:defRPr/>
            </a:pPr>
            <a:r>
              <a:rPr lang="en-GB" sz="1867" b="1" dirty="0">
                <a:solidFill>
                  <a:schemeClr val="bg1"/>
                </a:solidFill>
                <a:latin typeface="Calibri" panose="020F0502020204030204" pitchFamily="34" charset="0"/>
                <a:cs typeface="Calibri" panose="020F0502020204030204" pitchFamily="34" charset="0"/>
              </a:rPr>
              <a:t>Which NETs (e.g. afforestation, BECCS, DACCS) do you think are most viable for large-scale deployment in the UK, and why?</a:t>
            </a:r>
          </a:p>
          <a:p>
            <a:pPr defTabSz="609660" eaLnBrk="1" fontAlgn="auto" hangingPunct="1">
              <a:spcBef>
                <a:spcPts val="0"/>
              </a:spcBef>
              <a:spcAft>
                <a:spcPts val="0"/>
              </a:spcAft>
              <a:defRPr/>
            </a:pPr>
            <a:endParaRPr lang="en-GB" sz="1867" b="1" dirty="0">
              <a:solidFill>
                <a:prstClr val="white"/>
              </a:solidFill>
              <a:latin typeface="Calibri" panose="020F0502020204030204" pitchFamily="34" charset="0"/>
              <a:ea typeface="+mn-ea"/>
              <a:cs typeface="Calibri" panose="020F0502020204030204" pitchFamily="34" charset="0"/>
            </a:endParaRPr>
          </a:p>
        </p:txBody>
      </p:sp>
      <p:sp>
        <p:nvSpPr>
          <p:cNvPr id="7" name="TextBox 6">
            <a:extLst>
              <a:ext uri="{FF2B5EF4-FFF2-40B4-BE49-F238E27FC236}">
                <a16:creationId xmlns:a16="http://schemas.microsoft.com/office/drawing/2014/main" id="{662D66AC-6BD5-7851-90B6-268FA6E3BB96}"/>
              </a:ext>
            </a:extLst>
          </p:cNvPr>
          <p:cNvSpPr txBox="1"/>
          <p:nvPr/>
        </p:nvSpPr>
        <p:spPr>
          <a:xfrm>
            <a:off x="389465" y="2276872"/>
            <a:ext cx="10243039" cy="2985433"/>
          </a:xfrm>
          <a:prstGeom prst="rect">
            <a:avLst/>
          </a:prstGeom>
          <a:noFill/>
        </p:spPr>
        <p:txBody>
          <a:bodyPr wrap="square">
            <a:spAutoFit/>
          </a:bodyPr>
          <a:lstStyle/>
          <a:p>
            <a:pPr defTabSz="609660" eaLnBrk="1" fontAlgn="auto" hangingPunct="1">
              <a:spcBef>
                <a:spcPts val="0"/>
              </a:spcBef>
              <a:spcAft>
                <a:spcPts val="0"/>
              </a:spcAft>
              <a:defRPr/>
            </a:pPr>
            <a:r>
              <a:rPr lang="en-GB" sz="1600" dirty="0">
                <a:solidFill>
                  <a:srgbClr val="FF0000"/>
                </a:solidFill>
                <a:latin typeface="Calibri" panose="020F0502020204030204" pitchFamily="34" charset="0"/>
                <a:ea typeface="+mn-ea"/>
                <a:cs typeface="Calibri" panose="020F0502020204030204" pitchFamily="34" charset="0"/>
              </a:rPr>
              <a:t>Afforestation/ecosystem restoration: Most immediately viable due to low cost and existing knowledge but limited by land availability and slow carbon uptake.</a:t>
            </a:r>
          </a:p>
          <a:p>
            <a:pPr defTabSz="609660" eaLnBrk="1" fontAlgn="auto" hangingPunct="1">
              <a:spcBef>
                <a:spcPts val="0"/>
              </a:spcBef>
              <a:spcAft>
                <a:spcPts val="0"/>
              </a:spcAft>
              <a:defRPr/>
            </a:pPr>
            <a:endParaRPr lang="en-GB" sz="1600" dirty="0">
              <a:solidFill>
                <a:srgbClr val="FF0000"/>
              </a:solidFill>
              <a:latin typeface="Calibri" panose="020F0502020204030204" pitchFamily="34" charset="0"/>
              <a:ea typeface="+mn-ea"/>
              <a:cs typeface="Calibri" panose="020F0502020204030204" pitchFamily="34" charset="0"/>
            </a:endParaRPr>
          </a:p>
          <a:p>
            <a:pPr defTabSz="609660" eaLnBrk="1" fontAlgn="auto" hangingPunct="1">
              <a:spcBef>
                <a:spcPts val="0"/>
              </a:spcBef>
              <a:spcAft>
                <a:spcPts val="0"/>
              </a:spcAft>
              <a:defRPr/>
            </a:pPr>
            <a:r>
              <a:rPr lang="en-GB" sz="1600" dirty="0">
                <a:solidFill>
                  <a:srgbClr val="FF0000"/>
                </a:solidFill>
                <a:latin typeface="Calibri" panose="020F0502020204030204" pitchFamily="34" charset="0"/>
                <a:ea typeface="+mn-ea"/>
                <a:cs typeface="Calibri" panose="020F0502020204030204" pitchFamily="34" charset="0"/>
              </a:rPr>
              <a:t>BECCS: Potentially significant in the UK due to existing infrastructure but constrained by land use and sustainability/safety concerns.</a:t>
            </a:r>
          </a:p>
          <a:p>
            <a:pPr defTabSz="609660" eaLnBrk="1" fontAlgn="auto" hangingPunct="1">
              <a:spcBef>
                <a:spcPts val="0"/>
              </a:spcBef>
              <a:spcAft>
                <a:spcPts val="0"/>
              </a:spcAft>
              <a:defRPr/>
            </a:pPr>
            <a:endParaRPr lang="en-GB" sz="1600" dirty="0">
              <a:solidFill>
                <a:srgbClr val="FF0000"/>
              </a:solidFill>
              <a:latin typeface="Calibri" panose="020F0502020204030204" pitchFamily="34" charset="0"/>
              <a:ea typeface="+mn-ea"/>
              <a:cs typeface="Calibri" panose="020F0502020204030204" pitchFamily="34" charset="0"/>
            </a:endParaRPr>
          </a:p>
          <a:p>
            <a:pPr defTabSz="609660" eaLnBrk="1" fontAlgn="auto" hangingPunct="1">
              <a:spcBef>
                <a:spcPts val="0"/>
              </a:spcBef>
              <a:spcAft>
                <a:spcPts val="0"/>
              </a:spcAft>
              <a:defRPr/>
            </a:pPr>
            <a:r>
              <a:rPr lang="en-GB" sz="1600" dirty="0">
                <a:solidFill>
                  <a:srgbClr val="FF0000"/>
                </a:solidFill>
                <a:latin typeface="Calibri" panose="020F0502020204030204" pitchFamily="34" charset="0"/>
                <a:ea typeface="+mn-ea"/>
                <a:cs typeface="Calibri" panose="020F0502020204030204" pitchFamily="34" charset="0"/>
              </a:rPr>
              <a:t>DACCS: Promising long-term due to scalability and minimal land conflict, but currently prohibitively expensive and energy-intensive.</a:t>
            </a:r>
          </a:p>
          <a:p>
            <a:pPr defTabSz="609660" eaLnBrk="1" fontAlgn="auto" hangingPunct="1">
              <a:spcBef>
                <a:spcPts val="0"/>
              </a:spcBef>
              <a:spcAft>
                <a:spcPts val="0"/>
              </a:spcAft>
              <a:defRPr/>
            </a:pPr>
            <a:br>
              <a:rPr lang="en-GB" sz="1600" dirty="0">
                <a:solidFill>
                  <a:srgbClr val="FF0000"/>
                </a:solidFill>
                <a:latin typeface="Calibri" panose="020F0502020204030204" pitchFamily="34" charset="0"/>
                <a:ea typeface="+mn-ea"/>
                <a:cs typeface="Calibri" panose="020F0502020204030204" pitchFamily="34" charset="0"/>
              </a:rPr>
            </a:br>
            <a:r>
              <a:rPr lang="en-GB" sz="1600" dirty="0">
                <a:solidFill>
                  <a:srgbClr val="FF0000"/>
                </a:solidFill>
                <a:latin typeface="Calibri" panose="020F0502020204030204" pitchFamily="34" charset="0"/>
                <a:ea typeface="+mn-ea"/>
                <a:cs typeface="Calibri" panose="020F0502020204030204" pitchFamily="34" charset="0"/>
              </a:rPr>
              <a:t>Overall, a suite of approaches is most realistic and beneficial rather than relying on a single solution.</a:t>
            </a:r>
          </a:p>
          <a:p>
            <a:pPr defTabSz="609660" eaLnBrk="1" fontAlgn="auto" hangingPunct="1">
              <a:spcBef>
                <a:spcPts val="0"/>
              </a:spcBef>
              <a:spcAft>
                <a:spcPts val="0"/>
              </a:spcAft>
              <a:defRPr/>
            </a:pPr>
            <a:endParaRPr lang="en-GB" sz="1400" dirty="0">
              <a:solidFill>
                <a:srgbClr val="FF0000"/>
              </a:solidFill>
              <a:latin typeface="Calibri" panose="020F0502020204030204" pitchFamily="34" charset="0"/>
              <a:ea typeface="+mn-ea"/>
              <a:cs typeface="Calibri" panose="020F0502020204030204" pitchFamily="34" charset="0"/>
            </a:endParaRPr>
          </a:p>
          <a:p>
            <a:pPr defTabSz="609660" eaLnBrk="1" fontAlgn="auto" hangingPunct="1">
              <a:spcBef>
                <a:spcPts val="0"/>
              </a:spcBef>
              <a:spcAft>
                <a:spcPts val="0"/>
              </a:spcAft>
              <a:defRPr/>
            </a:pPr>
            <a:endParaRPr lang="en-GB" sz="1400" dirty="0">
              <a:solidFill>
                <a:srgbClr val="FF0000"/>
              </a:solidFill>
              <a:latin typeface="Calibri" panose="020F0502020204030204" pitchFamily="34" charset="0"/>
              <a:ea typeface="+mn-ea"/>
              <a:cs typeface="Calibri" panose="020F0502020204030204" pitchFamily="34" charset="0"/>
            </a:endParaRPr>
          </a:p>
        </p:txBody>
      </p:sp>
    </p:spTree>
    <p:extLst>
      <p:ext uri="{BB962C8B-B14F-4D97-AF65-F5344CB8AC3E}">
        <p14:creationId xmlns:p14="http://schemas.microsoft.com/office/powerpoint/2010/main" val="15373893"/>
      </p:ext>
    </p:extLst>
  </p:cSld>
  <p:clrMapOvr>
    <a:masterClrMapping/>
  </p:clrMapOvr>
  <mc:AlternateContent xmlns:mc="http://schemas.openxmlformats.org/markup-compatibility/2006" xmlns:p14="http://schemas.microsoft.com/office/powerpoint/2010/main">
    <mc:Choice Requires="p14">
      <p:transition spd="slow" p14:dur="2000" advTm="12715"/>
    </mc:Choice>
    <mc:Fallback xmlns="">
      <p:transition spd="slow" advTm="12715"/>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A2D59-092B-B115-16D5-C8D34A7D7898}"/>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AE6B65D3-C74D-58E3-71E1-547B6DBA45F6}"/>
              </a:ext>
            </a:extLst>
          </p:cNvPr>
          <p:cNvSpPr/>
          <p:nvPr/>
        </p:nvSpPr>
        <p:spPr>
          <a:xfrm>
            <a:off x="9431868" y="371990"/>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609690" eaLnBrk="1" fontAlgn="auto" hangingPunct="1">
              <a:spcBef>
                <a:spcPts val="0"/>
              </a:spcBef>
              <a:spcAft>
                <a:spcPts val="0"/>
              </a:spcAft>
              <a:defRPr/>
            </a:pPr>
            <a:endParaRPr lang="en-GB" sz="1200">
              <a:solidFill>
                <a:prstClr val="black"/>
              </a:solidFill>
              <a:latin typeface="DM Sans" pitchFamily="2" charset="0"/>
            </a:endParaRPr>
          </a:p>
        </p:txBody>
      </p:sp>
      <p:sp>
        <p:nvSpPr>
          <p:cNvPr id="5" name="TextBox 14">
            <a:extLst>
              <a:ext uri="{FF2B5EF4-FFF2-40B4-BE49-F238E27FC236}">
                <a16:creationId xmlns:a16="http://schemas.microsoft.com/office/drawing/2014/main" id="{1D3A7E9F-BBF0-9200-0457-030B9B26F2DE}"/>
              </a:ext>
            </a:extLst>
          </p:cNvPr>
          <p:cNvSpPr txBox="1"/>
          <p:nvPr/>
        </p:nvSpPr>
        <p:spPr>
          <a:xfrm>
            <a:off x="389465" y="684092"/>
            <a:ext cx="7336552" cy="589905"/>
          </a:xfrm>
          <a:prstGeom prst="rect">
            <a:avLst/>
          </a:prstGeom>
        </p:spPr>
        <p:txBody>
          <a:bodyPr wrap="square" lIns="0" tIns="0" rIns="0" bIns="0" rtlCol="0" anchor="t">
            <a:spAutoFit/>
          </a:bodyPr>
          <a:lstStyle/>
          <a:p>
            <a:pPr defTabSz="609690" eaLnBrk="1" fontAlgn="auto" hangingPunct="1">
              <a:lnSpc>
                <a:spcPts val="4574"/>
              </a:lnSpc>
              <a:spcBef>
                <a:spcPts val="0"/>
              </a:spcBef>
              <a:spcAft>
                <a:spcPts val="0"/>
              </a:spcAft>
              <a:defRPr/>
            </a:pPr>
            <a:r>
              <a:rPr lang="en-US" sz="4000" i="1" spc="-275" dirty="0">
                <a:solidFill>
                  <a:srgbClr val="46245A"/>
                </a:solidFill>
                <a:latin typeface="DM Sans Bold"/>
              </a:rPr>
              <a:t>Q4. </a:t>
            </a:r>
          </a:p>
        </p:txBody>
      </p:sp>
      <p:sp>
        <p:nvSpPr>
          <p:cNvPr id="2" name="TextBox 1">
            <a:extLst>
              <a:ext uri="{FF2B5EF4-FFF2-40B4-BE49-F238E27FC236}">
                <a16:creationId xmlns:a16="http://schemas.microsoft.com/office/drawing/2014/main" id="{41F08688-2B28-C706-FDD3-BC5AE6F08C5D}"/>
              </a:ext>
            </a:extLst>
          </p:cNvPr>
          <p:cNvSpPr txBox="1"/>
          <p:nvPr/>
        </p:nvSpPr>
        <p:spPr>
          <a:xfrm>
            <a:off x="389466" y="1423804"/>
            <a:ext cx="9048046" cy="666977"/>
          </a:xfrm>
          <a:prstGeom prst="rect">
            <a:avLst/>
          </a:prstGeom>
          <a:noFill/>
        </p:spPr>
        <p:txBody>
          <a:bodyPr wrap="square">
            <a:spAutoFit/>
          </a:bodyPr>
          <a:lstStyle/>
          <a:p>
            <a:pPr defTabSz="609660" eaLnBrk="1" fontAlgn="auto" hangingPunct="1">
              <a:spcBef>
                <a:spcPts val="0"/>
              </a:spcBef>
              <a:spcAft>
                <a:spcPts val="0"/>
              </a:spcAft>
              <a:defRPr/>
            </a:pPr>
            <a:r>
              <a:rPr lang="en-GB" sz="1867" b="1" dirty="0">
                <a:solidFill>
                  <a:prstClr val="black"/>
                </a:solidFill>
                <a:latin typeface="DM Sans"/>
                <a:ea typeface="+mn-ea"/>
              </a:rPr>
              <a:t>Should governments invest heavily in NET development now, despite high costs and uncertainty, or wait until technologies mature?</a:t>
            </a:r>
          </a:p>
        </p:txBody>
      </p:sp>
    </p:spTree>
    <p:extLst>
      <p:ext uri="{BB962C8B-B14F-4D97-AF65-F5344CB8AC3E}">
        <p14:creationId xmlns:p14="http://schemas.microsoft.com/office/powerpoint/2010/main" val="39487855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42035D68-5267-17FC-24A5-172A9D32631D}"/>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F56DCF01-8858-4447-D62F-039D3F748D3F}"/>
              </a:ext>
            </a:extLst>
          </p:cNvPr>
          <p:cNvSpPr/>
          <p:nvPr/>
        </p:nvSpPr>
        <p:spPr>
          <a:xfrm>
            <a:off x="9702802" y="371990"/>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609690" eaLnBrk="1" fontAlgn="auto" hangingPunct="1">
              <a:spcBef>
                <a:spcPts val="0"/>
              </a:spcBef>
              <a:spcAft>
                <a:spcPts val="0"/>
              </a:spcAft>
              <a:defRPr/>
            </a:pPr>
            <a:endParaRPr lang="en-GB" sz="1200">
              <a:solidFill>
                <a:prstClr val="black"/>
              </a:solidFill>
              <a:latin typeface="Calibri" panose="020F0502020204030204" pitchFamily="34" charset="0"/>
              <a:ea typeface="MS PGothic" panose="020B0600070205080204" pitchFamily="34" charset="-128"/>
              <a:cs typeface="Calibri" panose="020F0502020204030204" pitchFamily="34" charset="0"/>
            </a:endParaRPr>
          </a:p>
        </p:txBody>
      </p:sp>
      <p:sp>
        <p:nvSpPr>
          <p:cNvPr id="2" name="TextBox 14">
            <a:extLst>
              <a:ext uri="{FF2B5EF4-FFF2-40B4-BE49-F238E27FC236}">
                <a16:creationId xmlns:a16="http://schemas.microsoft.com/office/drawing/2014/main" id="{B64BA66A-0C93-283E-0BEF-3B7905F9418E}"/>
              </a:ext>
            </a:extLst>
          </p:cNvPr>
          <p:cNvSpPr txBox="1"/>
          <p:nvPr/>
        </p:nvSpPr>
        <p:spPr>
          <a:xfrm>
            <a:off x="389465" y="684092"/>
            <a:ext cx="7336552" cy="589905"/>
          </a:xfrm>
          <a:prstGeom prst="rect">
            <a:avLst/>
          </a:prstGeom>
        </p:spPr>
        <p:txBody>
          <a:bodyPr wrap="square" lIns="0" tIns="0" rIns="0" bIns="0" rtlCol="0" anchor="t">
            <a:spAutoFit/>
          </a:bodyPr>
          <a:lstStyle/>
          <a:p>
            <a:pPr defTabSz="609690" eaLnBrk="1" fontAlgn="auto" hangingPunct="1">
              <a:lnSpc>
                <a:spcPts val="4574"/>
              </a:lnSpc>
              <a:spcBef>
                <a:spcPts val="0"/>
              </a:spcBef>
              <a:spcAft>
                <a:spcPts val="0"/>
              </a:spcAft>
              <a:defRPr/>
            </a:pPr>
            <a:r>
              <a:rPr lang="en-US" sz="4000" i="1" spc="-275" dirty="0">
                <a:solidFill>
                  <a:prstClr val="white"/>
                </a:solidFill>
                <a:latin typeface="Calibri" panose="020F0502020204030204" pitchFamily="34" charset="0"/>
                <a:cs typeface="Calibri" panose="020F0502020204030204" pitchFamily="34" charset="0"/>
              </a:rPr>
              <a:t>Q4. </a:t>
            </a:r>
            <a:r>
              <a:rPr lang="en-US" sz="4000" i="1" spc="-275" dirty="0">
                <a:solidFill>
                  <a:srgbClr val="FF0000"/>
                </a:solidFill>
                <a:latin typeface="Calibri" panose="020F0502020204030204" pitchFamily="34" charset="0"/>
                <a:cs typeface="Calibri" panose="020F0502020204030204" pitchFamily="34" charset="0"/>
              </a:rPr>
              <a:t>Answer </a:t>
            </a:r>
            <a:r>
              <a:rPr lang="en-US" sz="4000" i="1" spc="-275" dirty="0">
                <a:solidFill>
                  <a:prstClr val="white"/>
                </a:solidFill>
                <a:latin typeface="Calibri" panose="020F0502020204030204" pitchFamily="34" charset="0"/>
                <a:cs typeface="Calibri" panose="020F0502020204030204" pitchFamily="34" charset="0"/>
              </a:rPr>
              <a:t> </a:t>
            </a:r>
          </a:p>
        </p:txBody>
      </p:sp>
      <p:sp>
        <p:nvSpPr>
          <p:cNvPr id="8" name="TextBox 7">
            <a:extLst>
              <a:ext uri="{FF2B5EF4-FFF2-40B4-BE49-F238E27FC236}">
                <a16:creationId xmlns:a16="http://schemas.microsoft.com/office/drawing/2014/main" id="{BE89C5CC-5323-CE32-DDF6-D8EA2BDC746A}"/>
              </a:ext>
            </a:extLst>
          </p:cNvPr>
          <p:cNvSpPr txBox="1"/>
          <p:nvPr/>
        </p:nvSpPr>
        <p:spPr>
          <a:xfrm>
            <a:off x="389467" y="2889265"/>
            <a:ext cx="7106357" cy="461665"/>
          </a:xfrm>
          <a:prstGeom prst="rect">
            <a:avLst/>
          </a:prstGeom>
          <a:noFill/>
        </p:spPr>
        <p:txBody>
          <a:bodyPr wrap="square">
            <a:spAutoFit/>
          </a:bodyPr>
          <a:lstStyle/>
          <a:p>
            <a:pPr defTabSz="609660" eaLnBrk="1" fontAlgn="auto" hangingPunct="1">
              <a:spcBef>
                <a:spcPts val="0"/>
              </a:spcBef>
              <a:spcAft>
                <a:spcPts val="0"/>
              </a:spcAft>
              <a:defRPr/>
            </a:pPr>
            <a:br>
              <a:rPr lang="en-GB" sz="1200" dirty="0">
                <a:solidFill>
                  <a:srgbClr val="000000"/>
                </a:solidFill>
                <a:latin typeface="Calibri" panose="020F0502020204030204" pitchFamily="34" charset="0"/>
                <a:ea typeface="+mn-ea"/>
                <a:cs typeface="Calibri" panose="020F0502020204030204" pitchFamily="34" charset="0"/>
              </a:rPr>
            </a:br>
            <a:endParaRPr lang="en-GB" sz="1200" dirty="0">
              <a:solidFill>
                <a:srgbClr val="000000"/>
              </a:solidFill>
              <a:latin typeface="Calibri" panose="020F0502020204030204" pitchFamily="34" charset="0"/>
              <a:ea typeface="+mn-ea"/>
              <a:cs typeface="Calibri" panose="020F0502020204030204" pitchFamily="34" charset="0"/>
            </a:endParaRPr>
          </a:p>
        </p:txBody>
      </p:sp>
      <p:sp>
        <p:nvSpPr>
          <p:cNvPr id="6" name="TextBox 5">
            <a:extLst>
              <a:ext uri="{FF2B5EF4-FFF2-40B4-BE49-F238E27FC236}">
                <a16:creationId xmlns:a16="http://schemas.microsoft.com/office/drawing/2014/main" id="{DE809F2A-CD62-F5BC-EA78-4DFBD6810F00}"/>
              </a:ext>
            </a:extLst>
          </p:cNvPr>
          <p:cNvSpPr txBox="1"/>
          <p:nvPr/>
        </p:nvSpPr>
        <p:spPr>
          <a:xfrm>
            <a:off x="389466" y="1423806"/>
            <a:ext cx="9048046" cy="666977"/>
          </a:xfrm>
          <a:prstGeom prst="rect">
            <a:avLst/>
          </a:prstGeom>
          <a:noFill/>
        </p:spPr>
        <p:txBody>
          <a:bodyPr wrap="square">
            <a:spAutoFit/>
          </a:bodyPr>
          <a:lstStyle/>
          <a:p>
            <a:pPr defTabSz="609660" eaLnBrk="1" fontAlgn="auto" hangingPunct="1">
              <a:spcBef>
                <a:spcPts val="0"/>
              </a:spcBef>
              <a:spcAft>
                <a:spcPts val="0"/>
              </a:spcAft>
              <a:defRPr/>
            </a:pPr>
            <a:r>
              <a:rPr lang="en-GB" sz="1867" b="1" dirty="0">
                <a:solidFill>
                  <a:prstClr val="white"/>
                </a:solidFill>
                <a:latin typeface="Calibri" panose="020F0502020204030204" pitchFamily="34" charset="0"/>
                <a:ea typeface="+mn-ea"/>
                <a:cs typeface="Calibri" panose="020F0502020204030204" pitchFamily="34" charset="0"/>
              </a:rPr>
              <a:t>Should governments invest heavily in NET development now, despite high costs and uncertainty, or wait until technologies mature?</a:t>
            </a:r>
          </a:p>
        </p:txBody>
      </p:sp>
      <p:sp>
        <p:nvSpPr>
          <p:cNvPr id="7" name="TextBox 6">
            <a:extLst>
              <a:ext uri="{FF2B5EF4-FFF2-40B4-BE49-F238E27FC236}">
                <a16:creationId xmlns:a16="http://schemas.microsoft.com/office/drawing/2014/main" id="{25F16711-E44E-9E9E-7E88-F1657A8DEE30}"/>
              </a:ext>
            </a:extLst>
          </p:cNvPr>
          <p:cNvSpPr txBox="1"/>
          <p:nvPr/>
        </p:nvSpPr>
        <p:spPr>
          <a:xfrm>
            <a:off x="389465" y="2276872"/>
            <a:ext cx="11352877" cy="2185214"/>
          </a:xfrm>
          <a:prstGeom prst="rect">
            <a:avLst/>
          </a:prstGeom>
          <a:noFill/>
        </p:spPr>
        <p:txBody>
          <a:bodyPr wrap="square">
            <a:spAutoFit/>
          </a:bodyPr>
          <a:lstStyle/>
          <a:p>
            <a:pPr defTabSz="609660" eaLnBrk="1" fontAlgn="auto" hangingPunct="1">
              <a:spcBef>
                <a:spcPts val="0"/>
              </a:spcBef>
              <a:spcAft>
                <a:spcPts val="0"/>
              </a:spcAft>
              <a:defRPr/>
            </a:pPr>
            <a:r>
              <a:rPr lang="en-GB" dirty="0">
                <a:solidFill>
                  <a:srgbClr val="FF0000"/>
                </a:solidFill>
                <a:latin typeface="Calibri" panose="020F0502020204030204" pitchFamily="34" charset="0"/>
                <a:ea typeface="+mn-ea"/>
                <a:cs typeface="Calibri" panose="020F0502020204030204" pitchFamily="34" charset="0"/>
              </a:rPr>
              <a:t>Governments should invest now, but cautiously and strategically with a particular focus on research. </a:t>
            </a:r>
          </a:p>
          <a:p>
            <a:pPr defTabSz="609660" eaLnBrk="1" fontAlgn="auto" hangingPunct="1">
              <a:spcBef>
                <a:spcPts val="0"/>
              </a:spcBef>
              <a:spcAft>
                <a:spcPts val="0"/>
              </a:spcAft>
              <a:defRPr/>
            </a:pPr>
            <a:endParaRPr lang="en-GB" dirty="0">
              <a:solidFill>
                <a:srgbClr val="FF0000"/>
              </a:solidFill>
              <a:latin typeface="Calibri" panose="020F0502020204030204" pitchFamily="34" charset="0"/>
              <a:ea typeface="+mn-ea"/>
              <a:cs typeface="Calibri" panose="020F0502020204030204" pitchFamily="34" charset="0"/>
            </a:endParaRPr>
          </a:p>
          <a:p>
            <a:pPr defTabSz="609660" eaLnBrk="1" fontAlgn="auto" hangingPunct="1">
              <a:spcBef>
                <a:spcPts val="0"/>
              </a:spcBef>
              <a:spcAft>
                <a:spcPts val="0"/>
              </a:spcAft>
              <a:defRPr/>
            </a:pPr>
            <a:r>
              <a:rPr lang="en-GB" dirty="0">
                <a:solidFill>
                  <a:srgbClr val="FF0000"/>
                </a:solidFill>
                <a:latin typeface="Calibri" panose="020F0502020204030204" pitchFamily="34" charset="0"/>
                <a:ea typeface="+mn-ea"/>
                <a:cs typeface="Calibri" panose="020F0502020204030204" pitchFamily="34" charset="0"/>
              </a:rPr>
              <a:t>Early investment helps drive innovation, reduce costs, and build infrastructure. However, this should not come at the expense of immediate mitigation efforts. </a:t>
            </a:r>
          </a:p>
          <a:p>
            <a:pPr defTabSz="609660" eaLnBrk="1" fontAlgn="auto" hangingPunct="1">
              <a:spcBef>
                <a:spcPts val="0"/>
              </a:spcBef>
              <a:spcAft>
                <a:spcPts val="0"/>
              </a:spcAft>
              <a:defRPr/>
            </a:pPr>
            <a:endParaRPr lang="en-GB" dirty="0">
              <a:solidFill>
                <a:srgbClr val="FF0000"/>
              </a:solidFill>
              <a:latin typeface="Calibri" panose="020F0502020204030204" pitchFamily="34" charset="0"/>
              <a:ea typeface="+mn-ea"/>
              <a:cs typeface="Calibri" panose="020F0502020204030204" pitchFamily="34" charset="0"/>
            </a:endParaRPr>
          </a:p>
          <a:p>
            <a:pPr defTabSz="609660" eaLnBrk="1" fontAlgn="auto" hangingPunct="1">
              <a:spcBef>
                <a:spcPts val="0"/>
              </a:spcBef>
              <a:spcAft>
                <a:spcPts val="0"/>
              </a:spcAft>
              <a:defRPr/>
            </a:pPr>
            <a:r>
              <a:rPr lang="en-GB" dirty="0">
                <a:solidFill>
                  <a:srgbClr val="FF0000"/>
                </a:solidFill>
                <a:latin typeface="Calibri" panose="020F0502020204030204" pitchFamily="34" charset="0"/>
                <a:ea typeface="+mn-ea"/>
                <a:cs typeface="Calibri" panose="020F0502020204030204" pitchFamily="34" charset="0"/>
              </a:rPr>
              <a:t>The key is to avoid overreliance—NETs should complement, not replace, emissions reductions.</a:t>
            </a:r>
          </a:p>
          <a:p>
            <a:pPr defTabSz="609660" eaLnBrk="1" fontAlgn="auto" hangingPunct="1">
              <a:spcBef>
                <a:spcPts val="0"/>
              </a:spcBef>
              <a:spcAft>
                <a:spcPts val="0"/>
              </a:spcAft>
              <a:defRPr/>
            </a:pPr>
            <a:endParaRPr lang="en-GB" sz="1400" dirty="0">
              <a:solidFill>
                <a:srgbClr val="FF0000"/>
              </a:solidFill>
              <a:latin typeface="Calibri" panose="020F0502020204030204" pitchFamily="34" charset="0"/>
              <a:ea typeface="+mn-ea"/>
              <a:cs typeface="Calibri" panose="020F0502020204030204" pitchFamily="34" charset="0"/>
            </a:endParaRPr>
          </a:p>
          <a:p>
            <a:pPr defTabSz="609660" eaLnBrk="1" fontAlgn="auto" hangingPunct="1">
              <a:spcBef>
                <a:spcPts val="0"/>
              </a:spcBef>
              <a:spcAft>
                <a:spcPts val="0"/>
              </a:spcAft>
              <a:defRPr/>
            </a:pPr>
            <a:endParaRPr lang="en-GB" sz="1400" dirty="0">
              <a:solidFill>
                <a:srgbClr val="FF0000"/>
              </a:solidFill>
              <a:latin typeface="Calibri" panose="020F0502020204030204" pitchFamily="34" charset="0"/>
              <a:ea typeface="+mn-ea"/>
              <a:cs typeface="Calibri" panose="020F0502020204030204" pitchFamily="34" charset="0"/>
            </a:endParaRPr>
          </a:p>
        </p:txBody>
      </p:sp>
    </p:spTree>
    <p:extLst>
      <p:ext uri="{BB962C8B-B14F-4D97-AF65-F5344CB8AC3E}">
        <p14:creationId xmlns:p14="http://schemas.microsoft.com/office/powerpoint/2010/main" val="3897024754"/>
      </p:ext>
    </p:extLst>
  </p:cSld>
  <p:clrMapOvr>
    <a:masterClrMapping/>
  </p:clrMapOvr>
  <mc:AlternateContent xmlns:mc="http://schemas.openxmlformats.org/markup-compatibility/2006" xmlns:p14="http://schemas.microsoft.com/office/powerpoint/2010/main">
    <mc:Choice Requires="p14">
      <p:transition spd="slow" p14:dur="2000" advTm="12715"/>
    </mc:Choice>
    <mc:Fallback xmlns="">
      <p:transition spd="slow" advTm="12715"/>
    </mc:Fallback>
  </mc:AlternateContent>
</p:sld>
</file>

<file path=ppt/theme/theme1.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DM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DM Sans"/>
        <a:ea typeface=""/>
        <a:cs typeface=""/>
        <a:font script="Jpan" typeface="ＭＳ Ｐゴシック"/>
        <a:font script="Hang" typeface="맑은 고딕"/>
        <a:font script="Hans" typeface="宋体"/>
        <a:font script="Hant" typeface="新細明體"/>
        <a:font script="Arab" typeface="DM Sans"/>
        <a:font script="Hebr" typeface="DM San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DM Sans"/>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DM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DM Sans"/>
        <a:ea typeface=""/>
        <a:cs typeface=""/>
        <a:font script="Jpan" typeface="ＭＳ Ｐゴシック"/>
        <a:font script="Hang" typeface="맑은 고딕"/>
        <a:font script="Hans" typeface="宋体"/>
        <a:font script="Hant" typeface="新細明體"/>
        <a:font script="Arab" typeface="DM Sans"/>
        <a:font script="Hebr" typeface="DM San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DM Sans"/>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32948</TotalTime>
  <Words>583</Words>
  <Application>Microsoft Macintosh PowerPoint</Application>
  <PresentationFormat>Widescreen</PresentationFormat>
  <Paragraphs>51</Paragraphs>
  <Slides>10</Slides>
  <Notes>9</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10</vt:i4>
      </vt:variant>
    </vt:vector>
  </HeadingPairs>
  <TitlesOfParts>
    <vt:vector size="16" baseType="lpstr">
      <vt:lpstr>Arial</vt:lpstr>
      <vt:lpstr>Calibri</vt:lpstr>
      <vt:lpstr>DM Sans</vt:lpstr>
      <vt:lpstr>DM Sans Bold</vt:lpstr>
      <vt:lpstr>2_Office Theme</vt:lpstr>
      <vt:lpstr>3_Office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The University of Manchester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Overview of atmospheric chemistry</dc:title>
  <dc:creator>Carl</dc:creator>
  <cp:lastModifiedBy>Thomas Bannan</cp:lastModifiedBy>
  <cp:revision>1098</cp:revision>
  <cp:lastPrinted>2017-02-02T18:19:14Z</cp:lastPrinted>
  <dcterms:created xsi:type="dcterms:W3CDTF">2010-02-19T09:40:45Z</dcterms:created>
  <dcterms:modified xsi:type="dcterms:W3CDTF">2026-05-11T07:55:44Z</dcterms:modified>
</cp:coreProperties>
</file>