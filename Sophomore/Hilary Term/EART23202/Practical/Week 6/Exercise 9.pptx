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2" r:id="rId3"/>
    <p:sldId id="30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C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49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2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B8BB0-80CA-F24B-A269-E66EB1C5B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7F4E6-0045-A742-8FFC-4DEC77E7C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FA187-F643-BD40-B47F-D39FC2663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34FEB-F4B0-9241-875C-D3A2C5757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F61A3-14F0-A040-9622-1E623126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6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2E40D-1A17-454B-930A-3B010CB15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99536-3EC0-6A4B-A98F-6A9820D6B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3EE62-0CE6-2E4B-AB35-5098DA58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16EC9-5F60-C242-A527-86FA7313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55F57-04BE-614F-BB17-FBCB4D2B3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36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0C21-0857-0E4B-B1B9-3E0F7317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80D3B-3A5F-F040-9415-92105D592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1645E-39FB-6D40-AE16-CC40DDC5D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CAAC2-84AE-F24A-8029-678722738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6DA11-1D68-7545-94EE-C7CF74EE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44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18AF-96F3-5F49-8F64-24531D152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1EEB0-A3A8-1645-98BD-1D7F9FD59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4C02E-73B7-9F43-A539-D791A4ABD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688B2-ABBA-E045-B44B-3D9039B7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97E5D-488F-7748-BA0B-7151DE1A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FCB04-AA4B-864D-8B18-82314601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0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ADDD3-8A98-FE4C-BAA4-D112473D6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883C1-CC00-A64D-BDC4-8F888C9F1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A6ADA-F397-BF4C-A83A-B00615EEF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36C00-9401-1946-8444-A52FF33B01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5AE9C-E33C-C44A-B457-6D3D2694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C3C54-FEC7-5B4B-A9A3-E56E36DBA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28C1F-068E-C747-924E-9F349FD5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FA840A-0E84-464D-84A5-2036AD319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63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E554E-E295-134C-8FA9-E2EEE2E16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DC22C3-646F-2F41-BE0B-FD429887E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D3749-941E-4747-80A6-7F161191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37B9B-7E9D-8A41-9826-AFE58C88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2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05860C-3705-9946-A3C3-024AE4E6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DCFB01-74F6-8147-B9CA-54D973EAD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E5DDA-5035-4845-99B8-D9D4E652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0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7A23-B833-3C42-A1E3-A831DCDF3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FE82-5D20-B641-AC7E-D2E8A6870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451C8-6461-0C42-A8AF-1DE0F7314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27E06-7858-A943-B404-3C69465EE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51933-A0AE-C043-8285-8296A901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1A9A-DFFB-E748-BBB2-70DFEDD6A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5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617B-27DF-F341-B360-F357F426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8CFAC-FCAB-C04B-8587-2317EEBE6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42287-934D-5E4C-B45B-D8AF7391AE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8C3EB-48EC-5B43-B135-07E45C26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62B1E-AFAC-0145-BAA2-818D1A146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C12A4-036C-B043-B10F-E509C99E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4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BE1E-2C2B-3348-A9EE-58C68E35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83951-0093-C640-8F83-C7C756FD5E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67B4D-9612-634E-835C-E1429FFB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A8F25-ECE9-1A44-934B-0FBB58C2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2F2D1-37C8-2D49-B229-AB779C910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8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E439AA-9080-6D4E-ADEA-CAF8D968F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3A550-D24B-1F4F-AFE1-9BA4BFF7E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C84B9-1208-774F-A88B-F2309495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2AEB9-72C6-9046-82C4-9F06CE238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B8CC6-26A3-E34E-B0A2-EB0DD58A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5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254DD4-AF88-5F44-B55D-229285BF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0DB54-2173-0C42-A2D8-F639E1F54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6D23-CA53-AC44-9BC9-9DB688E35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DB944-43C6-E847-8C22-7ECF3A17F9F5}" type="datetimeFigureOut">
              <a:rPr lang="en-US" smtClean="0"/>
              <a:t>4/28/21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DB3FF-7818-B346-9921-476757409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4CBC5-84ED-AE41-884D-DB8DBE6F3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47AAC-E687-C04F-B610-AFD5AE9BC7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09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CD432-36D8-FC40-AD68-FC4153A7EC62}"/>
              </a:ext>
            </a:extLst>
          </p:cNvPr>
          <p:cNvSpPr txBox="1"/>
          <p:nvPr/>
        </p:nvSpPr>
        <p:spPr>
          <a:xfrm>
            <a:off x="5171692" y="87086"/>
            <a:ext cx="186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Outcrop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DB6519-4933-A648-A72A-179C55C56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2113"/>
            <a:ext cx="12192000" cy="549377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4C1723A-C307-6D4F-AB58-CE2BF3D7E9E6}"/>
              </a:ext>
            </a:extLst>
          </p:cNvPr>
          <p:cNvSpPr/>
          <p:nvPr/>
        </p:nvSpPr>
        <p:spPr>
          <a:xfrm>
            <a:off x="5328862" y="2965806"/>
            <a:ext cx="215757" cy="2157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AAB261-6614-2D44-9347-C0A5B9EE38B0}"/>
              </a:ext>
            </a:extLst>
          </p:cNvPr>
          <p:cNvCxnSpPr>
            <a:cxnSpLocks/>
          </p:cNvCxnSpPr>
          <p:nvPr/>
        </p:nvCxnSpPr>
        <p:spPr>
          <a:xfrm flipH="1" flipV="1">
            <a:off x="5438454" y="2609636"/>
            <a:ext cx="1" cy="36815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BD6392B-FF0A-BA48-A989-1AA5F9D55AAC}"/>
              </a:ext>
            </a:extLst>
          </p:cNvPr>
          <p:cNvSpPr txBox="1"/>
          <p:nvPr/>
        </p:nvSpPr>
        <p:spPr>
          <a:xfrm>
            <a:off x="5082650" y="2320004"/>
            <a:ext cx="989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Oxfordian</a:t>
            </a:r>
          </a:p>
        </p:txBody>
      </p:sp>
    </p:spTree>
    <p:extLst>
      <p:ext uri="{BB962C8B-B14F-4D97-AF65-F5344CB8AC3E}">
        <p14:creationId xmlns:p14="http://schemas.microsoft.com/office/powerpoint/2010/main" val="3774161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A1988BC-332E-9F48-B74D-A07BF372DDB9}"/>
              </a:ext>
            </a:extLst>
          </p:cNvPr>
          <p:cNvGrpSpPr>
            <a:grpSpLocks noChangeAspect="1"/>
          </p:cNvGrpSpPr>
          <p:nvPr/>
        </p:nvGrpSpPr>
        <p:grpSpPr>
          <a:xfrm>
            <a:off x="6801492" y="770562"/>
            <a:ext cx="5966003" cy="5904196"/>
            <a:chOff x="260175" y="8879596"/>
            <a:chExt cx="5049956" cy="499764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91BCCBF-FC62-B64F-9AF7-1972053CFA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536" t="26820" r="32174" b="34244"/>
            <a:stretch/>
          </p:blipFill>
          <p:spPr>
            <a:xfrm>
              <a:off x="260175" y="8879596"/>
              <a:ext cx="5038939" cy="46050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148B96E-1525-9E4C-BC69-D8905D15AF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536" t="97240" r="32174"/>
            <a:stretch/>
          </p:blipFill>
          <p:spPr>
            <a:xfrm>
              <a:off x="271192" y="13550747"/>
              <a:ext cx="5038939" cy="32649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279491-0A14-2249-911F-2C15E17EBE70}"/>
              </a:ext>
            </a:extLst>
          </p:cNvPr>
          <p:cNvSpPr txBox="1"/>
          <p:nvPr/>
        </p:nvSpPr>
        <p:spPr>
          <a:xfrm>
            <a:off x="5197571" y="87086"/>
            <a:ext cx="1901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 4a: Oxfordian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A189E-9288-D54D-B6E3-35FD9B042D60}"/>
              </a:ext>
            </a:extLst>
          </p:cNvPr>
          <p:cNvSpPr txBox="1"/>
          <p:nvPr/>
        </p:nvSpPr>
        <p:spPr>
          <a:xfrm>
            <a:off x="196769" y="5598185"/>
            <a:ext cx="494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buildup is overlain by a different lithology.</a:t>
            </a:r>
          </a:p>
          <a:p>
            <a:r>
              <a:rPr lang="en-US" sz="1600" dirty="0"/>
              <a:t>What are its components and sedimentary structures?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A29CE4-8B32-8143-9EBA-729C10461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19" y="590308"/>
            <a:ext cx="6267844" cy="47008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FAE633-3681-9847-9AA8-BADDCE8E6E9D}"/>
              </a:ext>
            </a:extLst>
          </p:cNvPr>
          <p:cNvSpPr txBox="1"/>
          <p:nvPr/>
        </p:nvSpPr>
        <p:spPr>
          <a:xfrm>
            <a:off x="200627" y="618559"/>
            <a:ext cx="619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(4.10)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6D395D-0BCE-FC45-8539-7D7E2C89330D}"/>
              </a:ext>
            </a:extLst>
          </p:cNvPr>
          <p:cNvCxnSpPr>
            <a:cxnSpLocks/>
          </p:cNvCxnSpPr>
          <p:nvPr/>
        </p:nvCxnSpPr>
        <p:spPr>
          <a:xfrm flipH="1">
            <a:off x="10418619" y="554804"/>
            <a:ext cx="441165" cy="2782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2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279491-0A14-2249-911F-2C15E17EBE70}"/>
              </a:ext>
            </a:extLst>
          </p:cNvPr>
          <p:cNvSpPr txBox="1"/>
          <p:nvPr/>
        </p:nvSpPr>
        <p:spPr>
          <a:xfrm>
            <a:off x="5197571" y="87086"/>
            <a:ext cx="1901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 4a: Oxfordian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DA189E-9288-D54D-B6E3-35FD9B042D60}"/>
              </a:ext>
            </a:extLst>
          </p:cNvPr>
          <p:cNvSpPr txBox="1"/>
          <p:nvPr/>
        </p:nvSpPr>
        <p:spPr>
          <a:xfrm>
            <a:off x="196769" y="5598185"/>
            <a:ext cx="494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do these observations imply for sedimentary processes and the overall environmental interpretation?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BAA477-89C5-E34D-ABF1-017BB4A22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9" y="437989"/>
            <a:ext cx="6913183" cy="37983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4FB6B6-3989-AD46-A1F3-C90C2B329E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51272" y="2599241"/>
            <a:ext cx="5571280" cy="41784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9FDF7B-836F-2341-BA0F-E994695897D2}"/>
              </a:ext>
            </a:extLst>
          </p:cNvPr>
          <p:cNvSpPr txBox="1"/>
          <p:nvPr/>
        </p:nvSpPr>
        <p:spPr>
          <a:xfrm>
            <a:off x="165903" y="479663"/>
            <a:ext cx="619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(4.11)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2B71E-0746-8A48-B7A6-30C371CB7EEC}"/>
              </a:ext>
            </a:extLst>
          </p:cNvPr>
          <p:cNvSpPr txBox="1"/>
          <p:nvPr/>
        </p:nvSpPr>
        <p:spPr>
          <a:xfrm>
            <a:off x="11487872" y="2611334"/>
            <a:ext cx="619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(4.12)</a:t>
            </a:r>
          </a:p>
        </p:txBody>
      </p:sp>
    </p:spTree>
    <p:extLst>
      <p:ext uri="{BB962C8B-B14F-4D97-AF65-F5344CB8AC3E}">
        <p14:creationId xmlns:p14="http://schemas.microsoft.com/office/powerpoint/2010/main" val="2004867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51</Words>
  <Application>Microsoft Macintosh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Schroeder</dc:creator>
  <cp:lastModifiedBy>Stefan Schroeder</cp:lastModifiedBy>
  <cp:revision>78</cp:revision>
  <dcterms:created xsi:type="dcterms:W3CDTF">2021-04-07T12:00:10Z</dcterms:created>
  <dcterms:modified xsi:type="dcterms:W3CDTF">2021-04-28T10:53:51Z</dcterms:modified>
</cp:coreProperties>
</file>