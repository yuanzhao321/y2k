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8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C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9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8BB0-80CA-F24B-A269-E66EB1C5B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7F4E6-0045-A742-8FFC-4DEC77E7C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FA187-F643-BD40-B47F-D39FC2663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34FEB-F4B0-9241-875C-D3A2C575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61A3-14F0-A040-9622-1E62312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6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E40D-1A17-454B-930A-3B010CB1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9536-3EC0-6A4B-A98F-6A9820D6B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EE62-0CE6-2E4B-AB35-5098DA58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6EC9-5F60-C242-A527-86FA7313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55F57-04BE-614F-BB17-FBCB4D2B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3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0C21-0857-0E4B-B1B9-3E0F73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80D3B-3A5F-F040-9415-92105D592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1645E-39FB-6D40-AE16-CC40DDC5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AAC2-84AE-F24A-8029-67872273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6DA11-1D68-7545-94EE-C7CF74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4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18AF-96F3-5F49-8F64-24531D15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1EEB0-A3A8-1645-98BD-1D7F9FD59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4C02E-73B7-9F43-A539-D791A4AB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88B2-ABBA-E045-B44B-3D9039B7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97E5D-488F-7748-BA0B-7151DE1A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FCB04-AA4B-864D-8B18-82314601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DDD3-8A98-FE4C-BAA4-D112473D6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883C1-CC00-A64D-BDC4-8F888C9F1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A6ADA-F397-BF4C-A83A-B00615EEF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36C00-9401-1946-8444-A52FF33B0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5AE9C-E33C-C44A-B457-6D3D2694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C3C54-FEC7-5B4B-A9A3-E56E36DB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28C1F-068E-C747-924E-9F349FD5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A840A-0E84-464D-84A5-2036AD31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554E-E295-134C-8FA9-E2EEE2E1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C22C3-646F-2F41-BE0B-FD429887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D3749-941E-4747-80A6-7F161191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37B9B-7E9D-8A41-9826-AFE58C88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5860C-3705-9946-A3C3-024AE4E6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CFB01-74F6-8147-B9CA-54D973EA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5DDA-5035-4845-99B8-D9D4E652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0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7A23-B833-3C42-A1E3-A831DCDF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FE82-5D20-B641-AC7E-D2E8A6870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51C8-6461-0C42-A8AF-1DE0F7314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27E06-7858-A943-B404-3C69465E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51933-A0AE-C043-8285-8296A901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1A9A-DFFB-E748-BBB2-70DFEDD6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617B-27DF-F341-B360-F357F426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8CFAC-FCAB-C04B-8587-2317EEBE6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42287-934D-5E4C-B45B-D8AF7391A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8C3EB-48EC-5B43-B135-07E45C26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62B1E-AFAC-0145-BAA2-818D1A14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C12A4-036C-B043-B10F-E509C99E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4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BE1E-2C2B-3348-A9EE-58C68E35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83951-0093-C640-8F83-C7C756FD5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67B4D-9612-634E-835C-E1429FFB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A8F25-ECE9-1A44-934B-0FBB58C2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F2D1-37C8-2D49-B229-AB779C91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439AA-9080-6D4E-ADEA-CAF8D968F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3A550-D24B-1F4F-AFE1-9BA4BFF7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C84B9-1208-774F-A88B-F2309495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AEB9-72C6-9046-82C4-9F06CE23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8CC6-26A3-E34E-B0A2-EB0DD58A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5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54DD4-AF88-5F44-B55D-229285BF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0DB54-2173-0C42-A2D8-F639E1F5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6D23-CA53-AC44-9BC9-9DB688E35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DB3FF-7818-B346-9921-476757409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4CBC5-84ED-AE41-884D-DB8DBE6F3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0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CD432-36D8-FC40-AD68-FC4153A7EC62}"/>
              </a:ext>
            </a:extLst>
          </p:cNvPr>
          <p:cNvSpPr txBox="1"/>
          <p:nvPr/>
        </p:nvSpPr>
        <p:spPr>
          <a:xfrm>
            <a:off x="5171692" y="87086"/>
            <a:ext cx="186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Outcrop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B6519-4933-A648-A72A-179C55C56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113"/>
            <a:ext cx="12192000" cy="549377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A16A381-B102-674E-B832-B639ADC080B0}"/>
              </a:ext>
            </a:extLst>
          </p:cNvPr>
          <p:cNvSpPr/>
          <p:nvPr/>
        </p:nvSpPr>
        <p:spPr>
          <a:xfrm>
            <a:off x="7601164" y="2967518"/>
            <a:ext cx="215757" cy="2157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0E815F-17DA-CA44-B243-40A7BE0C2AAB}"/>
              </a:ext>
            </a:extLst>
          </p:cNvPr>
          <p:cNvCxnSpPr>
            <a:cxnSpLocks/>
          </p:cNvCxnSpPr>
          <p:nvPr/>
        </p:nvCxnSpPr>
        <p:spPr>
          <a:xfrm flipH="1" flipV="1">
            <a:off x="7541231" y="2630184"/>
            <a:ext cx="136988" cy="35788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7392483-F756-F046-B266-8490A75E1EC3}"/>
              </a:ext>
            </a:extLst>
          </p:cNvPr>
          <p:cNvSpPr txBox="1"/>
          <p:nvPr/>
        </p:nvSpPr>
        <p:spPr>
          <a:xfrm>
            <a:off x="6687130" y="2321716"/>
            <a:ext cx="1213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Marl member</a:t>
            </a:r>
          </a:p>
        </p:txBody>
      </p:sp>
    </p:spTree>
    <p:extLst>
      <p:ext uri="{BB962C8B-B14F-4D97-AF65-F5344CB8AC3E}">
        <p14:creationId xmlns:p14="http://schemas.microsoft.com/office/powerpoint/2010/main" val="377416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CD432-36D8-FC40-AD68-FC4153A7EC62}"/>
              </a:ext>
            </a:extLst>
          </p:cNvPr>
          <p:cNvSpPr txBox="1"/>
          <p:nvPr/>
        </p:nvSpPr>
        <p:spPr>
          <a:xfrm>
            <a:off x="2207390" y="132057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3a: Marl member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E1D0B-4FB1-4147-A862-3B2B38887E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36" t="26820" r="37351" b="34244"/>
          <a:stretch/>
        </p:blipFill>
        <p:spPr>
          <a:xfrm>
            <a:off x="6314219" y="480759"/>
            <a:ext cx="5877781" cy="5876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C20AAF-9EFB-1E4C-A4C6-2F1BEE9406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37" t="97240" r="37482"/>
          <a:stretch/>
        </p:blipFill>
        <p:spPr>
          <a:xfrm>
            <a:off x="6328277" y="6441382"/>
            <a:ext cx="5863723" cy="41661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A51A48-C975-394B-BC58-2CB0DF4B13C1}"/>
              </a:ext>
            </a:extLst>
          </p:cNvPr>
          <p:cNvCxnSpPr/>
          <p:nvPr/>
        </p:nvCxnSpPr>
        <p:spPr>
          <a:xfrm flipH="1">
            <a:off x="9000785" y="1994053"/>
            <a:ext cx="76016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7BE6663-5B92-FF4A-B54C-5B4B5F318A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65" y="594909"/>
            <a:ext cx="6228206" cy="46711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AA21FB-B1EC-4F44-B928-DF84062FCE50}"/>
              </a:ext>
            </a:extLst>
          </p:cNvPr>
          <p:cNvSpPr txBox="1"/>
          <p:nvPr/>
        </p:nvSpPr>
        <p:spPr>
          <a:xfrm>
            <a:off x="33051" y="587088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(3.7)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E914F-EB94-4E4D-A47A-C7B49D3E3AC3}"/>
              </a:ext>
            </a:extLst>
          </p:cNvPr>
          <p:cNvSpPr txBox="1"/>
          <p:nvPr/>
        </p:nvSpPr>
        <p:spPr>
          <a:xfrm>
            <a:off x="101712" y="5324707"/>
            <a:ext cx="59685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Towards the top of the marl member, limestone beds become dark grey and have a distinct kerogen smell when hitting with a hammer.</a:t>
            </a:r>
          </a:p>
          <a:p>
            <a:endParaRPr lang="en-US" sz="1600" dirty="0"/>
          </a:p>
          <a:p>
            <a:r>
              <a:rPr lang="en-US" sz="1600" dirty="0"/>
              <a:t>What gives these limestones the dark color?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68A0E-AB1B-1046-BA32-98751FB1C8E5}"/>
              </a:ext>
            </a:extLst>
          </p:cNvPr>
          <p:cNvSpPr txBox="1"/>
          <p:nvPr/>
        </p:nvSpPr>
        <p:spPr>
          <a:xfrm>
            <a:off x="9813090" y="0"/>
            <a:ext cx="2282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Outcrop appearance (HS)</a:t>
            </a:r>
          </a:p>
        </p:txBody>
      </p:sp>
    </p:spTree>
    <p:extLst>
      <p:ext uri="{BB962C8B-B14F-4D97-AF65-F5344CB8AC3E}">
        <p14:creationId xmlns:p14="http://schemas.microsoft.com/office/powerpoint/2010/main" val="28973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CD432-36D8-FC40-AD68-FC4153A7EC62}"/>
              </a:ext>
            </a:extLst>
          </p:cNvPr>
          <p:cNvSpPr txBox="1"/>
          <p:nvPr/>
        </p:nvSpPr>
        <p:spPr>
          <a:xfrm>
            <a:off x="5000618" y="33922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3: Marl member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DF77A-CA5E-754C-BE00-83F40E2907C2}"/>
              </a:ext>
            </a:extLst>
          </p:cNvPr>
          <p:cNvSpPr txBox="1"/>
          <p:nvPr/>
        </p:nvSpPr>
        <p:spPr>
          <a:xfrm>
            <a:off x="9813090" y="0"/>
            <a:ext cx="2282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Outcrop appearance (HS)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E7834-3502-514D-992B-EB9BC55DE041}"/>
              </a:ext>
            </a:extLst>
          </p:cNvPr>
          <p:cNvSpPr txBox="1"/>
          <p:nvPr/>
        </p:nvSpPr>
        <p:spPr>
          <a:xfrm>
            <a:off x="744279" y="5961535"/>
            <a:ext cx="7421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Limestones are devoid of fossils, but bedding surfaces contain this structure – what is it, and what does it tell us about the environment of deposition?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EA0DB-DAC3-164B-9338-8E5F679E10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100" y="478464"/>
            <a:ext cx="4716994" cy="5301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BA45B-A417-054C-807E-2C1A644A8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4986" y="499729"/>
            <a:ext cx="5172247" cy="50991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3791B-9417-A944-88FA-D20C33FE73C3}"/>
              </a:ext>
            </a:extLst>
          </p:cNvPr>
          <p:cNvSpPr txBox="1"/>
          <p:nvPr/>
        </p:nvSpPr>
        <p:spPr>
          <a:xfrm>
            <a:off x="839300" y="487378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(3.8)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F3008-F37A-C84A-8B81-A60910729EFB}"/>
              </a:ext>
            </a:extLst>
          </p:cNvPr>
          <p:cNvSpPr txBox="1"/>
          <p:nvPr/>
        </p:nvSpPr>
        <p:spPr>
          <a:xfrm>
            <a:off x="6117356" y="510528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(3.9)</a:t>
            </a:r>
          </a:p>
        </p:txBody>
      </p:sp>
    </p:spTree>
    <p:extLst>
      <p:ext uri="{BB962C8B-B14F-4D97-AF65-F5344CB8AC3E}">
        <p14:creationId xmlns:p14="http://schemas.microsoft.com/office/powerpoint/2010/main" val="1118837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95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Schroeder</dc:creator>
  <cp:lastModifiedBy>Stefan Schroeder</cp:lastModifiedBy>
  <cp:revision>77</cp:revision>
  <dcterms:created xsi:type="dcterms:W3CDTF">2021-04-07T12:00:10Z</dcterms:created>
  <dcterms:modified xsi:type="dcterms:W3CDTF">2021-04-28T10:49:00Z</dcterms:modified>
</cp:coreProperties>
</file>