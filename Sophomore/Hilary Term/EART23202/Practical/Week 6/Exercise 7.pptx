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09" r:id="rId3"/>
    <p:sldId id="303" r:id="rId4"/>
    <p:sldId id="304" r:id="rId5"/>
    <p:sldId id="30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C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49"/>
    <p:restoredTop sz="96327"/>
  </p:normalViewPr>
  <p:slideViewPr>
    <p:cSldViewPr snapToGrid="0" snapToObjects="1">
      <p:cViewPr varScale="1">
        <p:scale>
          <a:sx n="124" d="100"/>
          <a:sy n="124" d="100"/>
        </p:scale>
        <p:origin x="2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B8BB0-80CA-F24B-A269-E66EB1C5B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7F4E6-0045-A742-8FFC-4DEC77E7C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FA187-F643-BD40-B47F-D39FC2663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34FEB-F4B0-9241-875C-D3A2C5757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F61A3-14F0-A040-9622-1E623126C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664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2E40D-1A17-454B-930A-3B010CB15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99536-3EC0-6A4B-A98F-6A9820D6B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3EE62-0CE6-2E4B-AB35-5098DA589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16EC9-5F60-C242-A527-86FA7313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55F57-04BE-614F-BB17-FBCB4D2B3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36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90C21-0857-0E4B-B1B9-3E0F73176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80D3B-3A5F-F040-9415-92105D592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1645E-39FB-6D40-AE16-CC40DDC5D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CAAC2-84AE-F24A-8029-678722738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6DA11-1D68-7545-94EE-C7CF74EE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044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318AF-96F3-5F49-8F64-24531D152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1EEB0-A3A8-1645-98BD-1D7F9FD59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24C02E-73B7-9F43-A539-D791A4ABD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688B2-ABBA-E045-B44B-3D9039B7F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97E5D-488F-7748-BA0B-7151DE1A5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FCB04-AA4B-864D-8B18-82314601B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07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ADDD3-8A98-FE4C-BAA4-D112473D6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883C1-CC00-A64D-BDC4-8F888C9F1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A6ADA-F397-BF4C-A83A-B00615EEF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236C00-9401-1946-8444-A52FF33B01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85AE9C-E33C-C44A-B457-6D3D26947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5C3C54-FEC7-5B4B-A9A3-E56E36DBA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28C1F-068E-C747-924E-9F349FD5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FA840A-0E84-464D-84A5-2036AD319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63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E554E-E295-134C-8FA9-E2EEE2E16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DC22C3-646F-2F41-BE0B-FD429887E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FD3749-941E-4747-80A6-7F1611912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837B9B-7E9D-8A41-9826-AFE58C88A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20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05860C-3705-9946-A3C3-024AE4E6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DCFB01-74F6-8147-B9CA-54D973EAD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E5DDA-5035-4845-99B8-D9D4E6520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508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07A23-B833-3C42-A1E3-A831DCDF3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FE82-5D20-B641-AC7E-D2E8A6870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451C8-6461-0C42-A8AF-1DE0F7314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27E06-7858-A943-B404-3C69465EE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51933-A0AE-C043-8285-8296A9017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B1A9A-DFFB-E748-BBB2-70DFEDD6A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5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617B-27DF-F341-B360-F357F4265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68CFAC-FCAB-C04B-8587-2317EEBE66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42287-934D-5E4C-B45B-D8AF7391AE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8C3EB-48EC-5B43-B135-07E45C26D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62B1E-AFAC-0145-BAA2-818D1A146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C12A4-036C-B043-B10F-E509C99E1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640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8BE1E-2C2B-3348-A9EE-58C68E355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A83951-0093-C640-8F83-C7C756FD5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67B4D-9612-634E-835C-E1429FFB0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A8F25-ECE9-1A44-934B-0FBB58C20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2F2D1-37C8-2D49-B229-AB779C910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88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E439AA-9080-6D4E-ADEA-CAF8D968F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63A550-D24B-1F4F-AFE1-9BA4BFF7E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C84B9-1208-774F-A88B-F2309495F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2AEB9-72C6-9046-82C4-9F06CE238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B8CC6-26A3-E34E-B0A2-EB0DD58A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57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254DD4-AF88-5F44-B55D-229285BFC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0DB54-2173-0C42-A2D8-F639E1F54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B6D23-CA53-AC44-9BC9-9DB688E35D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DB3FF-7818-B346-9921-476757409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4CBC5-84ED-AE41-884D-DB8DBE6F3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009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CD432-36D8-FC40-AD68-FC4153A7EC62}"/>
              </a:ext>
            </a:extLst>
          </p:cNvPr>
          <p:cNvSpPr txBox="1"/>
          <p:nvPr/>
        </p:nvSpPr>
        <p:spPr>
          <a:xfrm>
            <a:off x="5171692" y="87086"/>
            <a:ext cx="1860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Outcrop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DB6519-4933-A648-A72A-179C55C5661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2113"/>
            <a:ext cx="12192000" cy="549377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7DE52F3-E102-EB47-ADC1-D1C4DDB2DF10}"/>
              </a:ext>
            </a:extLst>
          </p:cNvPr>
          <p:cNvSpPr/>
          <p:nvPr/>
        </p:nvSpPr>
        <p:spPr>
          <a:xfrm>
            <a:off x="8832349" y="3017177"/>
            <a:ext cx="215757" cy="2157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AAD0AB-067D-BB47-96A5-536F1A0F0391}"/>
              </a:ext>
            </a:extLst>
          </p:cNvPr>
          <p:cNvCxnSpPr>
            <a:cxnSpLocks/>
          </p:cNvCxnSpPr>
          <p:nvPr/>
        </p:nvCxnSpPr>
        <p:spPr>
          <a:xfrm flipH="1" flipV="1">
            <a:off x="8722759" y="2691829"/>
            <a:ext cx="167811" cy="337334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C6FA1A1-3FE2-A64C-A43A-28041D3EAA67}"/>
              </a:ext>
            </a:extLst>
          </p:cNvPr>
          <p:cNvSpPr txBox="1"/>
          <p:nvPr/>
        </p:nvSpPr>
        <p:spPr>
          <a:xfrm>
            <a:off x="8086128" y="2159042"/>
            <a:ext cx="13558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Somalirhynchia</a:t>
            </a:r>
            <a:r>
              <a:rPr lang="en-US" sz="1400" b="1" dirty="0">
                <a:solidFill>
                  <a:schemeClr val="bg1"/>
                </a:solidFill>
              </a:rPr>
              <a:t> member</a:t>
            </a:r>
          </a:p>
        </p:txBody>
      </p:sp>
    </p:spTree>
    <p:extLst>
      <p:ext uri="{BB962C8B-B14F-4D97-AF65-F5344CB8AC3E}">
        <p14:creationId xmlns:p14="http://schemas.microsoft.com/office/powerpoint/2010/main" val="3774161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D86ED9-13F3-2D44-B00E-6566C412BFA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536" t="63180" r="32174" b="1"/>
          <a:stretch/>
        </p:blipFill>
        <p:spPr>
          <a:xfrm>
            <a:off x="5862334" y="826265"/>
            <a:ext cx="6463009" cy="55855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0421F1-45D6-9849-B749-C31CC95C6DDA}"/>
              </a:ext>
            </a:extLst>
          </p:cNvPr>
          <p:cNvSpPr txBox="1"/>
          <p:nvPr/>
        </p:nvSpPr>
        <p:spPr>
          <a:xfrm>
            <a:off x="105288" y="4825250"/>
            <a:ext cx="5182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Several bed tops in unit 2 show additional structures. Try to identify these from these images.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B4D939-489B-D842-9477-C3991791C504}"/>
              </a:ext>
            </a:extLst>
          </p:cNvPr>
          <p:cNvSpPr txBox="1"/>
          <p:nvPr/>
        </p:nvSpPr>
        <p:spPr>
          <a:xfrm>
            <a:off x="4456820" y="131154"/>
            <a:ext cx="3269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Unit 2a: </a:t>
            </a:r>
            <a:r>
              <a:rPr lang="en-US" dirty="0" err="1"/>
              <a:t>Somalirhynchia</a:t>
            </a:r>
            <a:r>
              <a:rPr lang="en-US" dirty="0"/>
              <a:t> member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F099C0-8332-CD4B-8153-FA13BFBD635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76" y="705079"/>
            <a:ext cx="5916334" cy="393262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C4CA9F7-60EA-6042-ABD9-35212643CF43}"/>
              </a:ext>
            </a:extLst>
          </p:cNvPr>
          <p:cNvCxnSpPr>
            <a:cxnSpLocks/>
          </p:cNvCxnSpPr>
          <p:nvPr/>
        </p:nvCxnSpPr>
        <p:spPr>
          <a:xfrm flipH="1">
            <a:off x="4654136" y="1867131"/>
            <a:ext cx="265812" cy="340242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A8A43A-9BA6-7D49-942E-24A4FC1FF013}"/>
              </a:ext>
            </a:extLst>
          </p:cNvPr>
          <p:cNvCxnSpPr>
            <a:cxnSpLocks/>
          </p:cNvCxnSpPr>
          <p:nvPr/>
        </p:nvCxnSpPr>
        <p:spPr>
          <a:xfrm flipH="1">
            <a:off x="1751238" y="991335"/>
            <a:ext cx="265812" cy="340242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4BE0D52-B2E1-1D4A-9197-897B1D0A6BEE}"/>
              </a:ext>
            </a:extLst>
          </p:cNvPr>
          <p:cNvSpPr txBox="1"/>
          <p:nvPr/>
        </p:nvSpPr>
        <p:spPr>
          <a:xfrm>
            <a:off x="56126" y="690563"/>
            <a:ext cx="619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(2.19)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5D4786-17EC-114C-A985-2B57BE8718FC}"/>
              </a:ext>
            </a:extLst>
          </p:cNvPr>
          <p:cNvSpPr txBox="1"/>
          <p:nvPr/>
        </p:nvSpPr>
        <p:spPr>
          <a:xfrm>
            <a:off x="9813090" y="0"/>
            <a:ext cx="2282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Outcrop appearance (HS)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369A771-34BE-FA48-A980-4BFE90ED518A}"/>
              </a:ext>
            </a:extLst>
          </p:cNvPr>
          <p:cNvCxnSpPr>
            <a:cxnSpLocks/>
          </p:cNvCxnSpPr>
          <p:nvPr/>
        </p:nvCxnSpPr>
        <p:spPr>
          <a:xfrm flipH="1">
            <a:off x="10686366" y="3371161"/>
            <a:ext cx="4957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B12A4A4-E923-1B47-A82D-BAB12374739F}"/>
              </a:ext>
            </a:extLst>
          </p:cNvPr>
          <p:cNvCxnSpPr>
            <a:cxnSpLocks/>
          </p:cNvCxnSpPr>
          <p:nvPr/>
        </p:nvCxnSpPr>
        <p:spPr>
          <a:xfrm flipH="1">
            <a:off x="10199787" y="2906617"/>
            <a:ext cx="46454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6DD3D9E-1F77-C547-AD66-7454AA4E74E7}"/>
              </a:ext>
            </a:extLst>
          </p:cNvPr>
          <p:cNvCxnSpPr>
            <a:cxnSpLocks/>
          </p:cNvCxnSpPr>
          <p:nvPr/>
        </p:nvCxnSpPr>
        <p:spPr>
          <a:xfrm flipH="1">
            <a:off x="10186934" y="760164"/>
            <a:ext cx="224006" cy="32683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3761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323EE91-E3CB-D441-B1D1-CF65D710C942}"/>
              </a:ext>
            </a:extLst>
          </p:cNvPr>
          <p:cNvSpPr txBox="1"/>
          <p:nvPr/>
        </p:nvSpPr>
        <p:spPr>
          <a:xfrm>
            <a:off x="8558133" y="944941"/>
            <a:ext cx="31901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Picture of a bedding plane.</a:t>
            </a:r>
          </a:p>
          <a:p>
            <a:r>
              <a:rPr lang="en-US" sz="1600" dirty="0"/>
              <a:t>What </a:t>
            </a:r>
            <a:r>
              <a:rPr lang="en-US" sz="1600" dirty="0" err="1"/>
              <a:t>allochems</a:t>
            </a:r>
            <a:r>
              <a:rPr lang="en-US" sz="1600" dirty="0"/>
              <a:t> and sedimentary structures can you identify on this bedding plane?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0B0C9F-1F65-7144-98C0-E2D331D35A03}"/>
              </a:ext>
            </a:extLst>
          </p:cNvPr>
          <p:cNvSpPr txBox="1"/>
          <p:nvPr/>
        </p:nvSpPr>
        <p:spPr>
          <a:xfrm>
            <a:off x="4500885" y="87086"/>
            <a:ext cx="3269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Unit 2a: </a:t>
            </a:r>
            <a:r>
              <a:rPr lang="en-US" dirty="0" err="1"/>
              <a:t>Somalirhynchia</a:t>
            </a:r>
            <a:r>
              <a:rPr lang="en-US" dirty="0"/>
              <a:t> member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79426C-E485-E348-8779-8E7E81AEA36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077" y="530265"/>
            <a:ext cx="8144718" cy="61085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C7A2818-85C3-9E47-8D5C-14994134BC7A}"/>
              </a:ext>
            </a:extLst>
          </p:cNvPr>
          <p:cNvSpPr txBox="1"/>
          <p:nvPr/>
        </p:nvSpPr>
        <p:spPr>
          <a:xfrm>
            <a:off x="248992" y="533676"/>
            <a:ext cx="619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(2.20)</a:t>
            </a:r>
          </a:p>
        </p:txBody>
      </p:sp>
    </p:spTree>
    <p:extLst>
      <p:ext uri="{BB962C8B-B14F-4D97-AF65-F5344CB8AC3E}">
        <p14:creationId xmlns:p14="http://schemas.microsoft.com/office/powerpoint/2010/main" val="1015356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323EE91-E3CB-D441-B1D1-CF65D710C942}"/>
              </a:ext>
            </a:extLst>
          </p:cNvPr>
          <p:cNvSpPr txBox="1"/>
          <p:nvPr/>
        </p:nvSpPr>
        <p:spPr>
          <a:xfrm>
            <a:off x="8558133" y="944941"/>
            <a:ext cx="3190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What </a:t>
            </a:r>
            <a:r>
              <a:rPr lang="en-US" sz="1600" dirty="0" err="1"/>
              <a:t>allochems</a:t>
            </a:r>
            <a:r>
              <a:rPr lang="en-US" sz="1600" dirty="0"/>
              <a:t> and sedimentary structures can you identify on this bedding plane?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0B0C9F-1F65-7144-98C0-E2D331D35A03}"/>
              </a:ext>
            </a:extLst>
          </p:cNvPr>
          <p:cNvSpPr txBox="1"/>
          <p:nvPr/>
        </p:nvSpPr>
        <p:spPr>
          <a:xfrm>
            <a:off x="4500885" y="87086"/>
            <a:ext cx="3269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Unit 2a: </a:t>
            </a:r>
            <a:r>
              <a:rPr lang="en-US" dirty="0" err="1"/>
              <a:t>Somalirhynchia</a:t>
            </a:r>
            <a:r>
              <a:rPr lang="en-US" dirty="0"/>
              <a:t> member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79C938-FA45-714F-A1B1-870C41FA5D0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988" y="486136"/>
            <a:ext cx="5971318" cy="40567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BBDD38-3128-B341-92D5-E92AA732E75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1746" y="2349660"/>
            <a:ext cx="5873188" cy="44048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8395DD-E7B1-024F-A0D5-89F97AE87CDC}"/>
              </a:ext>
            </a:extLst>
          </p:cNvPr>
          <p:cNvSpPr txBox="1"/>
          <p:nvPr/>
        </p:nvSpPr>
        <p:spPr>
          <a:xfrm>
            <a:off x="5596496" y="452653"/>
            <a:ext cx="619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(2.21)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FE3D44-D6E2-3741-9816-B1E6627C9BB5}"/>
              </a:ext>
            </a:extLst>
          </p:cNvPr>
          <p:cNvSpPr txBox="1"/>
          <p:nvPr/>
        </p:nvSpPr>
        <p:spPr>
          <a:xfrm>
            <a:off x="6188734" y="2352830"/>
            <a:ext cx="619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(2.22)</a:t>
            </a:r>
          </a:p>
        </p:txBody>
      </p:sp>
    </p:spTree>
    <p:extLst>
      <p:ext uri="{BB962C8B-B14F-4D97-AF65-F5344CB8AC3E}">
        <p14:creationId xmlns:p14="http://schemas.microsoft.com/office/powerpoint/2010/main" val="451217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323EE91-E3CB-D441-B1D1-CF65D710C942}"/>
              </a:ext>
            </a:extLst>
          </p:cNvPr>
          <p:cNvSpPr txBox="1"/>
          <p:nvPr/>
        </p:nvSpPr>
        <p:spPr>
          <a:xfrm>
            <a:off x="8558133" y="944941"/>
            <a:ext cx="319017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What are the ring-like structures on this bedding plane?</a:t>
            </a:r>
          </a:p>
          <a:p>
            <a:endParaRPr lang="en-US" sz="1600" dirty="0"/>
          </a:p>
          <a:p>
            <a:r>
              <a:rPr lang="en-US" sz="1600" dirty="0"/>
              <a:t>What do these structures and </a:t>
            </a:r>
            <a:r>
              <a:rPr lang="en-US" sz="1600" dirty="0" err="1"/>
              <a:t>allochems</a:t>
            </a:r>
            <a:r>
              <a:rPr lang="en-US" sz="1600" dirty="0"/>
              <a:t> tell us about sedimentary processes affecting bedding planes?</a:t>
            </a:r>
          </a:p>
          <a:p>
            <a:r>
              <a:rPr lang="en-US" sz="1600" dirty="0"/>
              <a:t>What do these processes mean for relative sea level?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0B0C9F-1F65-7144-98C0-E2D331D35A03}"/>
              </a:ext>
            </a:extLst>
          </p:cNvPr>
          <p:cNvSpPr txBox="1"/>
          <p:nvPr/>
        </p:nvSpPr>
        <p:spPr>
          <a:xfrm>
            <a:off x="4500885" y="87086"/>
            <a:ext cx="3269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Unit 2a: </a:t>
            </a:r>
            <a:r>
              <a:rPr lang="en-US" dirty="0" err="1"/>
              <a:t>Somalirhynchia</a:t>
            </a:r>
            <a:r>
              <a:rPr lang="en-US" dirty="0"/>
              <a:t> member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A81CCC-0A4C-E74E-A8DF-BFEEC29FDC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4400" y="578734"/>
            <a:ext cx="6307972" cy="61519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264A8B-1246-CC44-AD56-B29C8DFCE88D}"/>
              </a:ext>
            </a:extLst>
          </p:cNvPr>
          <p:cNvSpPr txBox="1"/>
          <p:nvPr/>
        </p:nvSpPr>
        <p:spPr>
          <a:xfrm>
            <a:off x="2158815" y="579975"/>
            <a:ext cx="619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(2.23)</a:t>
            </a:r>
          </a:p>
        </p:txBody>
      </p:sp>
    </p:spTree>
    <p:extLst>
      <p:ext uri="{BB962C8B-B14F-4D97-AF65-F5344CB8AC3E}">
        <p14:creationId xmlns:p14="http://schemas.microsoft.com/office/powerpoint/2010/main" val="701263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1094</TotalTime>
  <Words>129</Words>
  <Application>Microsoft Macintosh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 Schroeder</dc:creator>
  <cp:lastModifiedBy>Stefan Schroeder</cp:lastModifiedBy>
  <cp:revision>77</cp:revision>
  <dcterms:created xsi:type="dcterms:W3CDTF">2021-04-07T12:00:10Z</dcterms:created>
  <dcterms:modified xsi:type="dcterms:W3CDTF">2021-04-28T10:46:07Z</dcterms:modified>
</cp:coreProperties>
</file>