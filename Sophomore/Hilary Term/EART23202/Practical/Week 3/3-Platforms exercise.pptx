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2" r:id="rId3"/>
    <p:sldId id="261" r:id="rId4"/>
    <p:sldId id="260" r:id="rId5"/>
    <p:sldId id="258" r:id="rId6"/>
    <p:sldId id="256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36"/>
    <p:restoredTop sz="96327"/>
  </p:normalViewPr>
  <p:slideViewPr>
    <p:cSldViewPr snapToGrid="0" snapToObjects="1">
      <p:cViewPr varScale="1">
        <p:scale>
          <a:sx n="110" d="100"/>
          <a:sy n="110" d="100"/>
        </p:scale>
        <p:origin x="17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7C966-3861-9047-8904-C9AD3E8C7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8505D-0719-1743-9069-3AAD647D7E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C62C6-81E2-DC4C-AD20-CCE69E4E9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0B39C-630A-8145-AD67-926029B7F643}" type="datetimeFigureOut">
              <a:rPr lang="en-US" smtClean="0"/>
              <a:t>3/25/21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F015F-6C9F-1648-8119-2710BF3E9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3A6CA-FA6F-5D42-AEFF-A52F5431E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0014-3272-4B4F-9FD4-CDBEB4EAF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46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0FF5-84F3-9846-933E-00B00EA85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79232-58CE-424F-9FE9-BF89E0FCD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A5E05-FC1E-5643-9DF6-30A4D46CD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0B39C-630A-8145-AD67-926029B7F643}" type="datetimeFigureOut">
              <a:rPr lang="en-US" smtClean="0"/>
              <a:t>3/25/21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9D7A2-FC72-EC43-BD4F-13EE91245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93DF9-475F-F144-B7D3-5B42C4BB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0014-3272-4B4F-9FD4-CDBEB4EAF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409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6C6A8-D896-DB45-A1D6-D76ADC6EE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42838-B8A0-2644-BD7D-29DA60244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ACC9F-9DAC-EA4A-A68F-7DB158887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0B39C-630A-8145-AD67-926029B7F643}" type="datetimeFigureOut">
              <a:rPr lang="en-US" smtClean="0"/>
              <a:t>3/25/21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BC853-FA93-9D4C-AACA-81474CC42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BFEC5-3B04-7D4D-8E4B-E6593177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0014-3272-4B4F-9FD4-CDBEB4EAF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9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45057-337D-744D-BD68-91A3F3DD9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2417B-B47A-1E40-A10D-C976E6F95B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D6296-7D96-5544-B906-975507372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B739B-33B3-0C40-B5AC-675C92E0B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0B39C-630A-8145-AD67-926029B7F643}" type="datetimeFigureOut">
              <a:rPr lang="en-US" smtClean="0"/>
              <a:t>3/25/21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AAC92-1739-6B4E-9D67-3043DBC28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F3D0A-64A8-CB41-96FE-E288653A6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0014-3272-4B4F-9FD4-CDBEB4EAF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2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E90A4-7460-7047-8BF7-5AC9B1A91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D3685-836D-1B4F-A39E-13395EC2F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55DCB6-0D77-A440-8149-4A3CA28E6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F631DE-7098-9A46-AF6B-D1A4EA3CBB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91D57B-C0E5-0C40-8BB4-D37BFD3892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A515B0-C876-4249-8B28-3A4EB4B3F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0B39C-630A-8145-AD67-926029B7F643}" type="datetimeFigureOut">
              <a:rPr lang="en-US" smtClean="0"/>
              <a:t>3/25/21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2E9136-46BB-F54A-B971-2596E9499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C9951D-C387-1D44-9557-66CBA7165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0014-3272-4B4F-9FD4-CDBEB4EAF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295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507C6-85E8-1E44-A1DA-C2E276997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50153-D469-CE4E-B74B-0C40AFFD0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0B39C-630A-8145-AD67-926029B7F643}" type="datetimeFigureOut">
              <a:rPr lang="en-US" smtClean="0"/>
              <a:t>3/25/21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F2AF15-A4CA-D543-9D62-892C76EFD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590DCD-0204-B14C-A4B5-A93445109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0014-3272-4B4F-9FD4-CDBEB4EAF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88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664291-EF7A-0C47-9B74-C38613265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0B39C-630A-8145-AD67-926029B7F643}" type="datetimeFigureOut">
              <a:rPr lang="en-US" smtClean="0"/>
              <a:t>3/25/21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604DBE-3ADE-1C45-AD1E-3B1B10826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31CDB-D76B-D148-80F2-1045095E3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0014-3272-4B4F-9FD4-CDBEB4EAF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7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97F1F-B598-314E-865E-6F4E43185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CDA30-257D-3943-B6C8-C1BB4E8E0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0DF0B-D98E-A746-8154-4B9D6172B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18013-7F83-6144-B17E-A4DBBE17C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0B39C-630A-8145-AD67-926029B7F643}" type="datetimeFigureOut">
              <a:rPr lang="en-US" smtClean="0"/>
              <a:t>3/25/21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48EC9-55D0-6449-A8D0-E091218AC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C8087-2535-7D40-A165-163CEFC79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0014-3272-4B4F-9FD4-CDBEB4EAF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12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328B2-6DD8-EC42-B8B9-0F4129C5B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F9A59D-B236-4243-A2FE-1FC8B35E4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97210-9759-E747-9CEA-E5592F64C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53350-9DC7-ED4A-BA64-B4C4CED9B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0B39C-630A-8145-AD67-926029B7F643}" type="datetimeFigureOut">
              <a:rPr lang="en-US" smtClean="0"/>
              <a:t>3/25/21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8F022-6BB6-804C-9800-BE53082FB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D8CD5-C3D8-4F45-814D-1F8F042F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0014-3272-4B4F-9FD4-CDBEB4EAF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93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744FE-F9AE-214A-98BB-52A08A359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F31EA-0BEF-1248-996A-9B2E8F324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85527-89B1-DA41-AC61-D572E0B86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0B39C-630A-8145-AD67-926029B7F643}" type="datetimeFigureOut">
              <a:rPr lang="en-US" smtClean="0"/>
              <a:t>3/25/21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5253B-3117-9349-A913-EEBE3F0D5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9CA91-A228-1942-AD03-11A0431BB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0014-3272-4B4F-9FD4-CDBEB4EAF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88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A6D4D5-ACC5-A24F-BBE4-D4C7370EE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D59819-CC95-2E41-8AFB-0488A032C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77BF-4F39-BA48-AF7F-7BECB4495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0B39C-630A-8145-AD67-926029B7F643}" type="datetimeFigureOut">
              <a:rPr lang="en-US" smtClean="0"/>
              <a:t>3/25/21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D82ED-BE72-0743-8844-43705C03D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A60D0-7F1F-1245-81A1-F1983097C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70014-3272-4B4F-9FD4-CDBEB4EAF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93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0ACE0B-6641-E54A-ADA5-4147D69DF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D1450-0094-2F45-AD8E-37F8564D8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9DC03-AC59-5441-9E51-023DDD2847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0B39C-630A-8145-AD67-926029B7F643}" type="datetimeFigureOut">
              <a:rPr lang="en-US" smtClean="0"/>
              <a:t>3/25/21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C0416-E016-BE41-83AC-454E5734E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3AAA7-AA81-CC49-A934-E014F9668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70014-3272-4B4F-9FD4-CDBEB4EAF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03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cotese.com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2953BD93-CA96-4C44-88C2-B41EA6C4446E}"/>
              </a:ext>
            </a:extLst>
          </p:cNvPr>
          <p:cNvGrpSpPr/>
          <p:nvPr/>
        </p:nvGrpSpPr>
        <p:grpSpPr>
          <a:xfrm>
            <a:off x="1063625" y="405952"/>
            <a:ext cx="10024922" cy="6177983"/>
            <a:chOff x="1063625" y="695325"/>
            <a:chExt cx="7789863" cy="4800600"/>
          </a:xfrm>
        </p:grpSpPr>
        <p:pic>
          <p:nvPicPr>
            <p:cNvPr id="16" name="Picture 2" descr="W:\Public\Pau\S\SCHROEDER Stefan\img008.jpg">
              <a:extLst>
                <a:ext uri="{FF2B5EF4-FFF2-40B4-BE49-F238E27FC236}">
                  <a16:creationId xmlns:a16="http://schemas.microsoft.com/office/drawing/2014/main" id="{F311FF7D-2A1D-D843-981A-AA9FA7B5AC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63625" y="695325"/>
              <a:ext cx="7789863" cy="480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TextBox 32">
              <a:extLst>
                <a:ext uri="{FF2B5EF4-FFF2-40B4-BE49-F238E27FC236}">
                  <a16:creationId xmlns:a16="http://schemas.microsoft.com/office/drawing/2014/main" id="{CA3AAF6F-6D15-CF4C-8126-02A986B61D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4412" y="3889375"/>
              <a:ext cx="1704588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sz="1400" b="1" dirty="0"/>
                <a:t>20°C winter isotherm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9623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85E47C69-EE1C-B94D-8C75-A93B6D9DEDF6}"/>
              </a:ext>
            </a:extLst>
          </p:cNvPr>
          <p:cNvGrpSpPr/>
          <p:nvPr/>
        </p:nvGrpSpPr>
        <p:grpSpPr>
          <a:xfrm>
            <a:off x="2601448" y="53073"/>
            <a:ext cx="6947667" cy="6758627"/>
            <a:chOff x="2601448" y="53073"/>
            <a:chExt cx="6947667" cy="6758627"/>
          </a:xfrm>
        </p:grpSpPr>
        <p:pic>
          <p:nvPicPr>
            <p:cNvPr id="5" name="Picture 2" descr="Slide3">
              <a:extLst>
                <a:ext uri="{FF2B5EF4-FFF2-40B4-BE49-F238E27FC236}">
                  <a16:creationId xmlns:a16="http://schemas.microsoft.com/office/drawing/2014/main" id="{CEE60A0A-8C39-4A46-BDBE-31FBA9A2FF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contrast="12000"/>
            </a:blip>
            <a:srcRect l="39046" t="40131" r="1428" b="1430"/>
            <a:stretch>
              <a:fillRect/>
            </a:stretch>
          </p:blipFill>
          <p:spPr bwMode="auto">
            <a:xfrm>
              <a:off x="2606248" y="1701928"/>
              <a:ext cx="6942867" cy="51097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Picture 2" descr="Slide3">
              <a:extLst>
                <a:ext uri="{FF2B5EF4-FFF2-40B4-BE49-F238E27FC236}">
                  <a16:creationId xmlns:a16="http://schemas.microsoft.com/office/drawing/2014/main" id="{6BE6F588-4390-0E45-A5E2-42C8D7580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contrast="12000"/>
            </a:blip>
            <a:srcRect l="39046" t="1526" r="1428" b="81978"/>
            <a:stretch>
              <a:fillRect/>
            </a:stretch>
          </p:blipFill>
          <p:spPr bwMode="auto">
            <a:xfrm>
              <a:off x="2601448" y="53073"/>
              <a:ext cx="6942867" cy="14448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BA5337A-CAF0-A645-A072-A1FFA8873CA6}"/>
                </a:ext>
              </a:extLst>
            </p:cNvPr>
            <p:cNvSpPr/>
            <p:nvPr/>
          </p:nvSpPr>
          <p:spPr bwMode="auto">
            <a:xfrm>
              <a:off x="6398859" y="4501794"/>
              <a:ext cx="108399" cy="153566"/>
            </a:xfrm>
            <a:prstGeom prst="rect">
              <a:avLst/>
            </a:prstGeom>
            <a:solidFill>
              <a:srgbClr val="D6D69B"/>
            </a:solidFill>
            <a:ln w="952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1726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1C59E9-2624-1940-A5F2-1E5CD5E657E7}"/>
              </a:ext>
            </a:extLst>
          </p:cNvPr>
          <p:cNvSpPr txBox="1"/>
          <p:nvPr/>
        </p:nvSpPr>
        <p:spPr>
          <a:xfrm>
            <a:off x="407625" y="627962"/>
            <a:ext cx="114465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Carbonate platform exercise:</a:t>
            </a:r>
          </a:p>
          <a:p>
            <a:r>
              <a:rPr lang="en-US" dirty="0"/>
              <a:t>You are provided with paired global </a:t>
            </a:r>
            <a:r>
              <a:rPr lang="en-US" dirty="0" err="1"/>
              <a:t>palaeogeographic</a:t>
            </a:r>
            <a:r>
              <a:rPr lang="en-US" dirty="0"/>
              <a:t> and climate maps for the Upper Jurassic and Eocene (source: </a:t>
            </a:r>
            <a:r>
              <a:rPr lang="en-US" u="sng" dirty="0">
                <a:hlinkClick r:id="rId2"/>
              </a:rPr>
              <a:t>http://www.scotese.com</a:t>
            </a:r>
            <a:r>
              <a:rPr lang="en-US" dirty="0"/>
              <a:t>). A legend for the paleoclimate indicators is provided.</a:t>
            </a:r>
            <a:endParaRPr lang="en-GB" dirty="0"/>
          </a:p>
          <a:p>
            <a:r>
              <a:rPr lang="en-US" dirty="0"/>
              <a:t>For each case, discuss the following:</a:t>
            </a:r>
            <a:endParaRPr lang="en-GB" dirty="0"/>
          </a:p>
          <a:p>
            <a:r>
              <a:rPr lang="en-GB" dirty="0"/>
              <a:t>1. Where would you predict carbonate platforms?</a:t>
            </a:r>
          </a:p>
          <a:p>
            <a:r>
              <a:rPr lang="en-GB" dirty="0"/>
              <a:t>2. What platform types would you predict in each area? </a:t>
            </a:r>
          </a:p>
          <a:p>
            <a:r>
              <a:rPr lang="en-GB" dirty="0"/>
              <a:t>3. Examining the map, what environmental and tectonic controls can you identify that would have promoted that particular platform type?</a:t>
            </a:r>
            <a:r>
              <a:rPr lang="en-GB" sz="1600" dirty="0">
                <a:effectLst/>
              </a:rPr>
              <a:t> 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711047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1C59E9-2624-1940-A5F2-1E5CD5E657E7}"/>
              </a:ext>
            </a:extLst>
          </p:cNvPr>
          <p:cNvSpPr txBox="1"/>
          <p:nvPr/>
        </p:nvSpPr>
        <p:spPr>
          <a:xfrm>
            <a:off x="4957591" y="110169"/>
            <a:ext cx="17659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Paleocene (60 Ma)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B3E283-CDB0-C540-A392-9304474F1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734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677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4E4F54-6FBA-A74C-B207-5180BE58B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143" y="289983"/>
            <a:ext cx="10020174" cy="5652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957697-FCBB-F34F-A68F-A722A9A77EF5}"/>
              </a:ext>
            </a:extLst>
          </p:cNvPr>
          <p:cNvSpPr/>
          <p:nvPr/>
        </p:nvSpPr>
        <p:spPr>
          <a:xfrm>
            <a:off x="793214" y="3569465"/>
            <a:ext cx="2115239" cy="2104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A65BBF-9180-5540-8F2A-DDBF114DB6A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2" y="3723979"/>
            <a:ext cx="2712766" cy="305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218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7A8946-7AC5-CF4C-8420-44EBF86C1FF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60" y="705080"/>
            <a:ext cx="10886500" cy="5443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EAD1A2-D5BB-FD41-BCDF-5CBC9DDFAD2C}"/>
              </a:ext>
            </a:extLst>
          </p:cNvPr>
          <p:cNvSpPr txBox="1"/>
          <p:nvPr/>
        </p:nvSpPr>
        <p:spPr>
          <a:xfrm>
            <a:off x="4957591" y="110169"/>
            <a:ext cx="22256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Upper Jurassic (160 Ma)</a:t>
            </a:r>
          </a:p>
        </p:txBody>
      </p:sp>
    </p:spTree>
    <p:extLst>
      <p:ext uri="{BB962C8B-B14F-4D97-AF65-F5344CB8AC3E}">
        <p14:creationId xmlns:p14="http://schemas.microsoft.com/office/powerpoint/2010/main" val="2226326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5736AE-9E8A-1B4C-B177-909457B38B6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705" y="290708"/>
            <a:ext cx="9880916" cy="55261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957697-FCBB-F34F-A68F-A722A9A77EF5}"/>
              </a:ext>
            </a:extLst>
          </p:cNvPr>
          <p:cNvSpPr/>
          <p:nvPr/>
        </p:nvSpPr>
        <p:spPr>
          <a:xfrm>
            <a:off x="793214" y="3569465"/>
            <a:ext cx="2115239" cy="2104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A65BBF-9180-5540-8F2A-DDBF114DB6A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2" y="3723979"/>
            <a:ext cx="2712766" cy="305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082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108</Words>
  <Application>Microsoft Macintosh PowerPoint</Application>
  <PresentationFormat>Widescreen</PresentationFormat>
  <Paragraphs>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 Schroeder</dc:creator>
  <cp:lastModifiedBy>Stefan Schroeder</cp:lastModifiedBy>
  <cp:revision>7</cp:revision>
  <dcterms:created xsi:type="dcterms:W3CDTF">2021-03-16T15:29:37Z</dcterms:created>
  <dcterms:modified xsi:type="dcterms:W3CDTF">2021-03-25T14:57:59Z</dcterms:modified>
</cp:coreProperties>
</file>