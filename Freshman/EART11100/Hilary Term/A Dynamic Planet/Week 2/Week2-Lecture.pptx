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 id="2147483775" r:id="rId3"/>
  </p:sldMasterIdLst>
  <p:notesMasterIdLst>
    <p:notesMasterId r:id="rId84"/>
  </p:notesMasterIdLst>
  <p:sldIdLst>
    <p:sldId id="500" r:id="rId4"/>
    <p:sldId id="585" r:id="rId5"/>
    <p:sldId id="645" r:id="rId6"/>
    <p:sldId id="515" r:id="rId7"/>
    <p:sldId id="552" r:id="rId8"/>
    <p:sldId id="551" r:id="rId9"/>
    <p:sldId id="553" r:id="rId10"/>
    <p:sldId id="554" r:id="rId11"/>
    <p:sldId id="556" r:id="rId12"/>
    <p:sldId id="594" r:id="rId13"/>
    <p:sldId id="563" r:id="rId14"/>
    <p:sldId id="560" r:id="rId15"/>
    <p:sldId id="516" r:id="rId16"/>
    <p:sldId id="506" r:id="rId17"/>
    <p:sldId id="587" r:id="rId18"/>
    <p:sldId id="507" r:id="rId19"/>
    <p:sldId id="562" r:id="rId20"/>
    <p:sldId id="561" r:id="rId21"/>
    <p:sldId id="646" r:id="rId22"/>
    <p:sldId id="550" r:id="rId23"/>
    <p:sldId id="586" r:id="rId24"/>
    <p:sldId id="647" r:id="rId25"/>
    <p:sldId id="588" r:id="rId26"/>
    <p:sldId id="653" r:id="rId27"/>
    <p:sldId id="666" r:id="rId28"/>
    <p:sldId id="655" r:id="rId29"/>
    <p:sldId id="663" r:id="rId30"/>
    <p:sldId id="514" r:id="rId31"/>
    <p:sldId id="519" r:id="rId32"/>
    <p:sldId id="520" r:id="rId33"/>
    <p:sldId id="521" r:id="rId34"/>
    <p:sldId id="522" r:id="rId35"/>
    <p:sldId id="523" r:id="rId36"/>
    <p:sldId id="524" r:id="rId37"/>
    <p:sldId id="525" r:id="rId38"/>
    <p:sldId id="526" r:id="rId39"/>
    <p:sldId id="527" r:id="rId40"/>
    <p:sldId id="528" r:id="rId41"/>
    <p:sldId id="529" r:id="rId42"/>
    <p:sldId id="531" r:id="rId43"/>
    <p:sldId id="571" r:id="rId44"/>
    <p:sldId id="589" r:id="rId45"/>
    <p:sldId id="656" r:id="rId46"/>
    <p:sldId id="652" r:id="rId47"/>
    <p:sldId id="590" r:id="rId48"/>
    <p:sldId id="592" r:id="rId49"/>
    <p:sldId id="650" r:id="rId50"/>
    <p:sldId id="657" r:id="rId51"/>
    <p:sldId id="591" r:id="rId52"/>
    <p:sldId id="648" r:id="rId53"/>
    <p:sldId id="658" r:id="rId54"/>
    <p:sldId id="659" r:id="rId55"/>
    <p:sldId id="651" r:id="rId56"/>
    <p:sldId id="660" r:id="rId57"/>
    <p:sldId id="572" r:id="rId58"/>
    <p:sldId id="662" r:id="rId59"/>
    <p:sldId id="665" r:id="rId60"/>
    <p:sldId id="661" r:id="rId61"/>
    <p:sldId id="564" r:id="rId62"/>
    <p:sldId id="565" r:id="rId63"/>
    <p:sldId id="567" r:id="rId64"/>
    <p:sldId id="566" r:id="rId65"/>
    <p:sldId id="568" r:id="rId66"/>
    <p:sldId id="569" r:id="rId67"/>
    <p:sldId id="570" r:id="rId68"/>
    <p:sldId id="573" r:id="rId69"/>
    <p:sldId id="581" r:id="rId70"/>
    <p:sldId id="584" r:id="rId71"/>
    <p:sldId id="580" r:id="rId72"/>
    <p:sldId id="574" r:id="rId73"/>
    <p:sldId id="575" r:id="rId74"/>
    <p:sldId id="576" r:id="rId75"/>
    <p:sldId id="577" r:id="rId76"/>
    <p:sldId id="578" r:id="rId77"/>
    <p:sldId id="579" r:id="rId78"/>
    <p:sldId id="582" r:id="rId79"/>
    <p:sldId id="583" r:id="rId80"/>
    <p:sldId id="319" r:id="rId81"/>
    <p:sldId id="639" r:id="rId82"/>
    <p:sldId id="418" r:id="rId83"/>
  </p:sldIdLst>
  <p:sldSz cx="9144000" cy="5715000" type="screen16x10"/>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1C3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00"/>
    <p:restoredTop sz="92827"/>
  </p:normalViewPr>
  <p:slideViewPr>
    <p:cSldViewPr>
      <p:cViewPr varScale="1">
        <p:scale>
          <a:sx n="222" d="100"/>
          <a:sy n="222" d="100"/>
        </p:scale>
        <p:origin x="216" y="328"/>
      </p:cViewPr>
      <p:guideLst>
        <p:guide orient="horz" pos="1800"/>
        <p:guide pos="2880"/>
      </p:guideLst>
    </p:cSldViewPr>
  </p:slideViewPr>
  <p:outlineViewPr>
    <p:cViewPr>
      <p:scale>
        <a:sx n="33" d="100"/>
        <a:sy n="33" d="100"/>
      </p:scale>
      <p:origin x="0" y="0"/>
    </p:cViewPr>
  </p:outlineViewPr>
  <p:notesTextViewPr>
    <p:cViewPr>
      <p:scale>
        <a:sx n="85" d="100"/>
        <a:sy n="8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notesMaster" Target="notesMasters/notesMaster1.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theme" Target="theme/theme1.xml"/><Relationship Id="rId61" Type="http://schemas.openxmlformats.org/officeDocument/2006/relationships/slide" Target="slides/slide58.xml"/><Relationship Id="rId82"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A0B754A-0593-D341-89C0-1DC5C3F8535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Arial" charset="0"/>
              </a:defRPr>
            </a:lvl1pPr>
          </a:lstStyle>
          <a:p>
            <a:pPr>
              <a:defRPr/>
            </a:pPr>
            <a:endParaRPr lang="en-US"/>
          </a:p>
        </p:txBody>
      </p:sp>
      <p:sp>
        <p:nvSpPr>
          <p:cNvPr id="6147" name="Rectangle 3">
            <a:extLst>
              <a:ext uri="{FF2B5EF4-FFF2-40B4-BE49-F238E27FC236}">
                <a16:creationId xmlns:a16="http://schemas.microsoft.com/office/drawing/2014/main" id="{E7B0743B-45CA-284A-A602-17FB62F00A7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Arial" charset="0"/>
              </a:defRPr>
            </a:lvl1pPr>
          </a:lstStyle>
          <a:p>
            <a:pPr>
              <a:defRPr/>
            </a:pPr>
            <a:endParaRPr lang="en-US"/>
          </a:p>
        </p:txBody>
      </p:sp>
      <p:sp>
        <p:nvSpPr>
          <p:cNvPr id="39940" name="Rectangle 4">
            <a:extLst>
              <a:ext uri="{FF2B5EF4-FFF2-40B4-BE49-F238E27FC236}">
                <a16:creationId xmlns:a16="http://schemas.microsoft.com/office/drawing/2014/main" id="{7E26E07E-2885-9643-8D0B-8BC88DD12AAC}"/>
              </a:ext>
            </a:extLst>
          </p:cNvPr>
          <p:cNvSpPr>
            <a:spLocks noGrp="1" noRot="1" noChangeAspect="1" noChangeArrowheads="1" noTextEdit="1"/>
          </p:cNvSpPr>
          <p:nvPr>
            <p:ph type="sldImg" idx="2"/>
          </p:nvPr>
        </p:nvSpPr>
        <p:spPr bwMode="auto">
          <a:xfrm>
            <a:off x="685800" y="685800"/>
            <a:ext cx="54864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32FA97E2-52C9-BE40-B4C0-0DD75EA467CF}"/>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CB364E7E-67BB-FB42-A666-7E00E3F611C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Arial" charset="0"/>
              </a:defRPr>
            </a:lvl1pPr>
          </a:lstStyle>
          <a:p>
            <a:pPr>
              <a:defRPr/>
            </a:pPr>
            <a:endParaRPr lang="en-US"/>
          </a:p>
        </p:txBody>
      </p:sp>
      <p:sp>
        <p:nvSpPr>
          <p:cNvPr id="6151" name="Rectangle 7">
            <a:extLst>
              <a:ext uri="{FF2B5EF4-FFF2-40B4-BE49-F238E27FC236}">
                <a16:creationId xmlns:a16="http://schemas.microsoft.com/office/drawing/2014/main" id="{5C39772E-C280-6646-9639-CAB1A7611337}"/>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30DD36A-9DF8-8043-863C-73AFB7F6262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charset="0"/>
        <a:cs typeface="Arial"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785571E5-DB31-234B-86E8-22329F7BBD30}"/>
              </a:ext>
            </a:extLst>
          </p:cNvPr>
          <p:cNvSpPr>
            <a:spLocks noGrp="1" noRot="1" noChangeAspect="1" noChangeArrowheads="1" noTextEdit="1"/>
          </p:cNvSpPr>
          <p:nvPr>
            <p:ph type="sldImg"/>
          </p:nvPr>
        </p:nvSpPr>
        <p:spPr>
          <a:ln/>
        </p:spPr>
      </p:sp>
      <p:sp>
        <p:nvSpPr>
          <p:cNvPr id="43010" name="Rectangle 3">
            <a:extLst>
              <a:ext uri="{FF2B5EF4-FFF2-40B4-BE49-F238E27FC236}">
                <a16:creationId xmlns:a16="http://schemas.microsoft.com/office/drawing/2014/main" id="{9B2439F3-0097-C046-A9B7-E36734D6EB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1876A819-D571-0D40-BC5D-6FECBC894E06}"/>
              </a:ext>
            </a:extLst>
          </p:cNvPr>
          <p:cNvSpPr>
            <a:spLocks noGrp="1" noRot="1" noChangeAspect="1" noChangeArrowheads="1" noTextEdit="1"/>
          </p:cNvSpPr>
          <p:nvPr>
            <p:ph type="sldImg"/>
          </p:nvPr>
        </p:nvSpPr>
        <p:spPr>
          <a:ln/>
        </p:spPr>
      </p:sp>
      <p:sp>
        <p:nvSpPr>
          <p:cNvPr id="47106" name="Notes Placeholder 2">
            <a:extLst>
              <a:ext uri="{FF2B5EF4-FFF2-40B4-BE49-F238E27FC236}">
                <a16:creationId xmlns:a16="http://schemas.microsoft.com/office/drawing/2014/main" id="{72444849-EDF4-C946-A2CD-2CA994A13A2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http://www.srh.noaa.gov/jetstream/global/circ.htm</a:t>
            </a:r>
          </a:p>
        </p:txBody>
      </p:sp>
      <p:sp>
        <p:nvSpPr>
          <p:cNvPr id="47107" name="Slide Number Placeholder 3">
            <a:extLst>
              <a:ext uri="{FF2B5EF4-FFF2-40B4-BE49-F238E27FC236}">
                <a16:creationId xmlns:a16="http://schemas.microsoft.com/office/drawing/2014/main" id="{F37837F0-9433-2B4B-84A2-BBADCB18D16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D4DD072F-7ACD-0244-9AD7-EBB19C5AA758}" type="slidenum">
              <a:rPr lang="en-US" altLang="en-US" smtClean="0">
                <a:cs typeface="Arial" panose="020B0604020202020204" pitchFamily="34" charset="0"/>
              </a:rPr>
              <a:pPr>
                <a:spcBef>
                  <a:spcPct val="0"/>
                </a:spcBef>
              </a:pPr>
              <a:t>4</a:t>
            </a:fld>
            <a:endParaRPr lang="en-US" altLang="en-US">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a:extLst>
              <a:ext uri="{FF2B5EF4-FFF2-40B4-BE49-F238E27FC236}">
                <a16:creationId xmlns:a16="http://schemas.microsoft.com/office/drawing/2014/main" id="{00A8C64F-11EF-B945-97B7-9162C01914D2}"/>
              </a:ext>
            </a:extLst>
          </p:cNvPr>
          <p:cNvSpPr>
            <a:spLocks noGrp="1" noRot="1" noChangeAspect="1" noChangeArrowheads="1" noTextEdit="1"/>
          </p:cNvSpPr>
          <p:nvPr>
            <p:ph type="sldImg"/>
          </p:nvPr>
        </p:nvSpPr>
        <p:spPr>
          <a:ln/>
        </p:spPr>
      </p:sp>
      <p:sp>
        <p:nvSpPr>
          <p:cNvPr id="49154" name="Notes Placeholder 2">
            <a:extLst>
              <a:ext uri="{FF2B5EF4-FFF2-40B4-BE49-F238E27FC236}">
                <a16:creationId xmlns:a16="http://schemas.microsoft.com/office/drawing/2014/main" id="{02DBADA3-F1EC-9348-8F61-A40CE66797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If the Earth had no atmosphere, the radiative equilibrium temperature (global annual average) would be –18°C.  Each photon of solar radiation is worth twice that of longwave radiation for illustration purposes here.  </a:t>
            </a:r>
          </a:p>
        </p:txBody>
      </p:sp>
      <p:sp>
        <p:nvSpPr>
          <p:cNvPr id="49155" name="Slide Number Placeholder 3">
            <a:extLst>
              <a:ext uri="{FF2B5EF4-FFF2-40B4-BE49-F238E27FC236}">
                <a16:creationId xmlns:a16="http://schemas.microsoft.com/office/drawing/2014/main" id="{9D1F8215-5514-5049-8ED6-F4E923CDBD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6977ACFA-11AA-A342-BD8F-956C5F322EA9}" type="slidenum">
              <a:rPr lang="en-US" altLang="en-US" sz="1200" smtClean="0"/>
              <a:pPr/>
              <a:t>5</a:t>
            </a:fld>
            <a:endParaRPr lang="en-US"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E5614533-2006-0143-921B-4AA74802A8FA}"/>
              </a:ext>
            </a:extLst>
          </p:cNvPr>
          <p:cNvSpPr>
            <a:spLocks noGrp="1" noRot="1" noChangeAspect="1" noChangeArrowheads="1" noTextEdit="1"/>
          </p:cNvSpPr>
          <p:nvPr>
            <p:ph type="sldImg"/>
          </p:nvPr>
        </p:nvSpPr>
        <p:spPr>
          <a:ln/>
        </p:spPr>
      </p:sp>
      <p:sp>
        <p:nvSpPr>
          <p:cNvPr id="51202" name="Notes Placeholder 2">
            <a:extLst>
              <a:ext uri="{FF2B5EF4-FFF2-40B4-BE49-F238E27FC236}">
                <a16:creationId xmlns:a16="http://schemas.microsoft.com/office/drawing/2014/main" id="{25F88C41-FCEA-854D-B516-1BDEB7A7BD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With an atmosphere with the present level of greenhouse gases, it would be more difficult for infrared radiation to escape to space.  To have enough radiation make it out to space, the temperature heats up, bringing the atmosphere to a globally and annually averaged radiative-equilibrium temperature of 15°C.</a:t>
            </a:r>
          </a:p>
        </p:txBody>
      </p:sp>
      <p:sp>
        <p:nvSpPr>
          <p:cNvPr id="51203" name="Slide Number Placeholder 3">
            <a:extLst>
              <a:ext uri="{FF2B5EF4-FFF2-40B4-BE49-F238E27FC236}">
                <a16:creationId xmlns:a16="http://schemas.microsoft.com/office/drawing/2014/main" id="{5DE33E76-F008-044F-9B2F-5B8ABDF844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2571CCA5-A87B-A24E-BBD7-40351495A4F7}" type="slidenum">
              <a:rPr lang="en-US" altLang="en-US" sz="1200" smtClean="0"/>
              <a:pPr/>
              <a:t>6</a:t>
            </a:fld>
            <a:endParaRPr lang="en-US"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a:extLst>
              <a:ext uri="{FF2B5EF4-FFF2-40B4-BE49-F238E27FC236}">
                <a16:creationId xmlns:a16="http://schemas.microsoft.com/office/drawing/2014/main" id="{A379C10D-1FC3-4F48-BBCD-1D9D8D2F1091}"/>
              </a:ext>
            </a:extLst>
          </p:cNvPr>
          <p:cNvSpPr>
            <a:spLocks noGrp="1" noRot="1" noChangeAspect="1" noChangeArrowheads="1" noTextEdit="1"/>
          </p:cNvSpPr>
          <p:nvPr>
            <p:ph type="sldImg"/>
          </p:nvPr>
        </p:nvSpPr>
        <p:spPr>
          <a:ln/>
        </p:spPr>
      </p:sp>
      <p:sp>
        <p:nvSpPr>
          <p:cNvPr id="53250" name="Notes Placeholder 2">
            <a:extLst>
              <a:ext uri="{FF2B5EF4-FFF2-40B4-BE49-F238E27FC236}">
                <a16:creationId xmlns:a16="http://schemas.microsoft.com/office/drawing/2014/main" id="{6AA1CFD1-0FDB-9A46-9E2B-A893E77451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With even more greenhouse gases in the atmosphere, even higher temperatures would occur because of the increased difficulty of getting infrared radiation out to space.</a:t>
            </a:r>
          </a:p>
        </p:txBody>
      </p:sp>
      <p:sp>
        <p:nvSpPr>
          <p:cNvPr id="53251" name="Slide Number Placeholder 3">
            <a:extLst>
              <a:ext uri="{FF2B5EF4-FFF2-40B4-BE49-F238E27FC236}">
                <a16:creationId xmlns:a16="http://schemas.microsoft.com/office/drawing/2014/main" id="{1A782727-58A8-7E4E-B62B-18638D9C83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C7AC4F9-98C5-174B-A632-DCDB8C63BBE9}" type="slidenum">
              <a:rPr lang="en-US" altLang="en-US" sz="1200" smtClean="0"/>
              <a:pPr/>
              <a:t>7</a:t>
            </a:fld>
            <a:endParaRPr lang="en-US"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a:extLst>
              <a:ext uri="{FF2B5EF4-FFF2-40B4-BE49-F238E27FC236}">
                <a16:creationId xmlns:a16="http://schemas.microsoft.com/office/drawing/2014/main" id="{D86F1B27-C98B-D64A-B902-29BB219E1ABE}"/>
              </a:ext>
            </a:extLst>
          </p:cNvPr>
          <p:cNvSpPr>
            <a:spLocks noGrp="1" noRot="1" noChangeAspect="1" noChangeArrowheads="1" noTextEdit="1"/>
          </p:cNvSpPr>
          <p:nvPr>
            <p:ph type="sldImg"/>
          </p:nvPr>
        </p:nvSpPr>
        <p:spPr>
          <a:ln/>
        </p:spPr>
      </p:sp>
      <p:sp>
        <p:nvSpPr>
          <p:cNvPr id="55298" name="Notes Placeholder 2">
            <a:extLst>
              <a:ext uri="{FF2B5EF4-FFF2-40B4-BE49-F238E27FC236}">
                <a16:creationId xmlns:a16="http://schemas.microsoft.com/office/drawing/2014/main" id="{A08A6421-34A2-EE47-8E8F-2BF2D4123F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Cutting the solar output but adding even more greenhouse gases and we could keep the same temperature.</a:t>
            </a:r>
          </a:p>
        </p:txBody>
      </p:sp>
      <p:sp>
        <p:nvSpPr>
          <p:cNvPr id="55299" name="Slide Number Placeholder 3">
            <a:extLst>
              <a:ext uri="{FF2B5EF4-FFF2-40B4-BE49-F238E27FC236}">
                <a16:creationId xmlns:a16="http://schemas.microsoft.com/office/drawing/2014/main" id="{2EF72F62-CD2B-D84B-84F4-A16383FBBD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E79472E2-186C-224B-AA2E-27D6B9D9512C}" type="slidenum">
              <a:rPr lang="en-US" altLang="en-US" sz="1200" smtClean="0"/>
              <a:pPr/>
              <a:t>8</a:t>
            </a:fld>
            <a:endParaRPr lang="en-US"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9C218C0E-2769-4C4D-9A87-39049062C1C9}"/>
              </a:ext>
            </a:extLst>
          </p:cNvPr>
          <p:cNvSpPr>
            <a:spLocks noGrp="1" noRot="1" noChangeAspect="1" noChangeArrowheads="1" noTextEdit="1"/>
          </p:cNvSpPr>
          <p:nvPr>
            <p:ph type="sldImg"/>
          </p:nvPr>
        </p:nvSpPr>
        <p:spPr>
          <a:ln/>
        </p:spPr>
      </p:sp>
      <p:sp>
        <p:nvSpPr>
          <p:cNvPr id="57346" name="Notes Placeholder 2">
            <a:extLst>
              <a:ext uri="{FF2B5EF4-FFF2-40B4-BE49-F238E27FC236}">
                <a16:creationId xmlns:a16="http://schemas.microsoft.com/office/drawing/2014/main" id="{2DB7342A-A769-0C47-BE62-2A48C130B3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If we add reflective surfaces (such as ice), then we have to account for less emission to space, so temperature drops.</a:t>
            </a:r>
          </a:p>
        </p:txBody>
      </p:sp>
      <p:sp>
        <p:nvSpPr>
          <p:cNvPr id="57347" name="Slide Number Placeholder 3">
            <a:extLst>
              <a:ext uri="{FF2B5EF4-FFF2-40B4-BE49-F238E27FC236}">
                <a16:creationId xmlns:a16="http://schemas.microsoft.com/office/drawing/2014/main" id="{BE5F6463-9A8F-6C48-A5A3-CCC5A7AEF3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95CBFE81-F20D-044B-A8FB-BE6D9A860647}" type="slidenum">
              <a:rPr lang="en-US" altLang="en-US" sz="1200" smtClean="0"/>
              <a:pPr/>
              <a:t>9</a:t>
            </a:fld>
            <a:endParaRPr lang="en-US"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a:extLst>
              <a:ext uri="{FF2B5EF4-FFF2-40B4-BE49-F238E27FC236}">
                <a16:creationId xmlns:a16="http://schemas.microsoft.com/office/drawing/2014/main" id="{D93B1348-008C-3144-8FB7-5522EEF0CFC9}"/>
              </a:ext>
            </a:extLst>
          </p:cNvPr>
          <p:cNvSpPr>
            <a:spLocks noGrp="1" noRot="1" noChangeAspect="1" noChangeArrowheads="1" noTextEdit="1"/>
          </p:cNvSpPr>
          <p:nvPr>
            <p:ph type="sldImg"/>
          </p:nvPr>
        </p:nvSpPr>
        <p:spPr>
          <a:ln/>
        </p:spPr>
      </p:sp>
      <p:sp>
        <p:nvSpPr>
          <p:cNvPr id="62466" name="Notes Placeholder 2">
            <a:extLst>
              <a:ext uri="{FF2B5EF4-FFF2-40B4-BE49-F238E27FC236}">
                <a16:creationId xmlns:a16="http://schemas.microsoft.com/office/drawing/2014/main" id="{D93F4720-BA53-0F4C-88AC-C57958565C1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http://www.srh.noaa.gov/jetstream/global/circ.htm</a:t>
            </a:r>
          </a:p>
        </p:txBody>
      </p:sp>
      <p:sp>
        <p:nvSpPr>
          <p:cNvPr id="62467" name="Slide Number Placeholder 3">
            <a:extLst>
              <a:ext uri="{FF2B5EF4-FFF2-40B4-BE49-F238E27FC236}">
                <a16:creationId xmlns:a16="http://schemas.microsoft.com/office/drawing/2014/main" id="{4301B3BE-A544-1649-9309-93BA4979048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837CE289-C2EC-5443-A5C8-D9BD75F93064}" type="slidenum">
              <a:rPr lang="en-US" altLang="en-US" smtClean="0">
                <a:cs typeface="Arial" panose="020B0604020202020204" pitchFamily="34" charset="0"/>
              </a:rPr>
              <a:pPr>
                <a:spcBef>
                  <a:spcPct val="0"/>
                </a:spcBef>
              </a:pPr>
              <a:t>13</a:t>
            </a:fld>
            <a:endParaRPr lang="en-US" altLang="en-US">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07531D18-AAA1-3F40-9006-D1D6592655C4}"/>
              </a:ext>
            </a:extLst>
          </p:cNvPr>
          <p:cNvSpPr>
            <a:spLocks noGrp="1" noRot="1" noChangeAspect="1" noChangeArrowheads="1" noTextEdit="1"/>
          </p:cNvSpPr>
          <p:nvPr>
            <p:ph type="sldImg"/>
          </p:nvPr>
        </p:nvSpPr>
        <p:spPr>
          <a:ln/>
        </p:spPr>
      </p:sp>
      <p:sp>
        <p:nvSpPr>
          <p:cNvPr id="64514" name="Rectangle 3">
            <a:extLst>
              <a:ext uri="{FF2B5EF4-FFF2-40B4-BE49-F238E27FC236}">
                <a16:creationId xmlns:a16="http://schemas.microsoft.com/office/drawing/2014/main" id="{77495F53-C6AC-F240-B4DE-07F44E183B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http://www.iupui.edu/~g115/assets/mod08/circulation_cells.JPG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3DE3CE9A-9155-4043-ABD8-12A8F3A24650}"/>
              </a:ext>
            </a:extLst>
          </p:cNvPr>
          <p:cNvSpPr>
            <a:spLocks noGrp="1" noRot="1" noChangeAspect="1" noChangeArrowheads="1" noTextEdit="1"/>
          </p:cNvSpPr>
          <p:nvPr>
            <p:ph type="sldImg"/>
          </p:nvPr>
        </p:nvSpPr>
        <p:spPr>
          <a:ln/>
        </p:spPr>
      </p:sp>
      <p:sp>
        <p:nvSpPr>
          <p:cNvPr id="66562" name="Rectangle 3">
            <a:extLst>
              <a:ext uri="{FF2B5EF4-FFF2-40B4-BE49-F238E27FC236}">
                <a16:creationId xmlns:a16="http://schemas.microsoft.com/office/drawing/2014/main" id="{4AA981E5-F9D9-7B4C-9585-F0462DA54F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http://www.iupui.edu/~g115/assets/mod08/circulation_cells.JPG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71BB5DC0-15EA-BA47-AC87-B3F41D8BC8B5}"/>
              </a:ext>
            </a:extLst>
          </p:cNvPr>
          <p:cNvSpPr>
            <a:spLocks noGrp="1" noRot="1" noChangeAspect="1" noChangeArrowheads="1" noTextEdit="1"/>
          </p:cNvSpPr>
          <p:nvPr>
            <p:ph type="sldImg"/>
          </p:nvPr>
        </p:nvSpPr>
        <p:spPr>
          <a:ln/>
        </p:spPr>
      </p:sp>
      <p:sp>
        <p:nvSpPr>
          <p:cNvPr id="68610" name="Rectangle 3">
            <a:extLst>
              <a:ext uri="{FF2B5EF4-FFF2-40B4-BE49-F238E27FC236}">
                <a16:creationId xmlns:a16="http://schemas.microsoft.com/office/drawing/2014/main" id="{C6D4AF5A-F207-1B4E-8249-152E8B075C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http://www.iupui.edu/~g115/assets/mod08/circulation_cells.JPG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0F24BAA8-D42B-9B47-B1C6-8A5E2E694332}"/>
              </a:ext>
            </a:extLst>
          </p:cNvPr>
          <p:cNvSpPr>
            <a:spLocks noGrp="1" noRot="1" noChangeAspect="1" noChangeArrowheads="1" noTextEdit="1"/>
          </p:cNvSpPr>
          <p:nvPr>
            <p:ph type="sldImg"/>
          </p:nvPr>
        </p:nvSpPr>
        <p:spPr>
          <a:ln/>
        </p:spPr>
      </p:sp>
      <p:sp>
        <p:nvSpPr>
          <p:cNvPr id="70658" name="Rectangle 3">
            <a:extLst>
              <a:ext uri="{FF2B5EF4-FFF2-40B4-BE49-F238E27FC236}">
                <a16:creationId xmlns:a16="http://schemas.microsoft.com/office/drawing/2014/main" id="{5EAF1AA8-920A-E140-8926-D5C759A2B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http://www.iupui.edu/~g115/assets/mod08/circulation_cells.JPG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D2455CB2-37EB-5D40-9F43-FE461E067284}"/>
              </a:ext>
            </a:extLst>
          </p:cNvPr>
          <p:cNvSpPr>
            <a:spLocks noGrp="1" noRot="1" noChangeAspect="1" noChangeArrowheads="1" noTextEdit="1"/>
          </p:cNvSpPr>
          <p:nvPr>
            <p:ph type="sldImg"/>
          </p:nvPr>
        </p:nvSpPr>
        <p:spPr>
          <a:ln/>
        </p:spPr>
      </p:sp>
      <p:sp>
        <p:nvSpPr>
          <p:cNvPr id="74754" name="Rectangle 3">
            <a:extLst>
              <a:ext uri="{FF2B5EF4-FFF2-40B4-BE49-F238E27FC236}">
                <a16:creationId xmlns:a16="http://schemas.microsoft.com/office/drawing/2014/main" id="{3E93B418-AA06-B34B-BF47-4D7713E221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http://www.iupui.edu/~g115/assets/mod08/circulation_cells.JPG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45E0315E-E55C-2049-AA1E-15E5235E128C}"/>
              </a:ext>
            </a:extLst>
          </p:cNvPr>
          <p:cNvSpPr>
            <a:spLocks noGrp="1" noRot="1" noChangeAspect="1" noChangeArrowheads="1" noTextEdit="1"/>
          </p:cNvSpPr>
          <p:nvPr>
            <p:ph type="sldImg"/>
          </p:nvPr>
        </p:nvSpPr>
        <p:spPr>
          <a:ln/>
        </p:spPr>
      </p:sp>
      <p:sp>
        <p:nvSpPr>
          <p:cNvPr id="76802" name="Rectangle 3">
            <a:extLst>
              <a:ext uri="{FF2B5EF4-FFF2-40B4-BE49-F238E27FC236}">
                <a16:creationId xmlns:a16="http://schemas.microsoft.com/office/drawing/2014/main" id="{F22FE149-FAFB-534A-983A-67A623FDF96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To access the latest full-disc satellite imagery from all geostationary satellites, see https://</a:t>
            </a:r>
            <a:r>
              <a:rPr lang="en-US" altLang="en-US" dirty="0" err="1">
                <a:latin typeface="Arial" panose="020B0604020202020204" pitchFamily="34" charset="0"/>
                <a:ea typeface="ＭＳ Ｐゴシック" panose="020B0600070205080204" pitchFamily="34" charset="-128"/>
                <a:cs typeface="ＭＳ Ｐゴシック" panose="020B0600070205080204" pitchFamily="34" charset="-128"/>
              </a:rPr>
              <a:t>www.ncdc.noaa.gov</a:t>
            </a:r>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a:t>
            </a:r>
            <a:r>
              <a:rPr lang="en-US" altLang="en-US" dirty="0" err="1">
                <a:latin typeface="Arial" panose="020B0604020202020204" pitchFamily="34" charset="0"/>
                <a:ea typeface="ＭＳ Ｐゴシック" panose="020B0600070205080204" pitchFamily="34" charset="-128"/>
                <a:cs typeface="ＭＳ Ｐゴシック" panose="020B0600070205080204" pitchFamily="34" charset="-128"/>
              </a:rPr>
              <a:t>gibbs</a:t>
            </a:r>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  </a:t>
            </a:r>
          </a:p>
          <a:p>
            <a:endParaRPr lang="en-US" altLang="en-US" dirty="0">
              <a:latin typeface="Arial" panose="020B0604020202020204" pitchFamily="34" charset="0"/>
              <a:ea typeface="ＭＳ Ｐゴシック" panose="020B0600070205080204" pitchFamily="34" charset="-128"/>
              <a:cs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https://</a:t>
            </a:r>
            <a:r>
              <a:rPr lang="en-US" altLang="en-US" dirty="0" err="1">
                <a:latin typeface="Arial" panose="020B0604020202020204" pitchFamily="34" charset="0"/>
                <a:ea typeface="ＭＳ Ｐゴシック" panose="020B0600070205080204" pitchFamily="34" charset="-128"/>
                <a:cs typeface="ＭＳ Ｐゴシック" panose="020B0600070205080204" pitchFamily="34" charset="-128"/>
              </a:rPr>
              <a:t>rammb-slider.cira.colostate.edu</a:t>
            </a:r>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/?sat=meteosat-0deg&amp;sec=</a:t>
            </a:r>
            <a:r>
              <a:rPr lang="en-US" altLang="en-US" dirty="0" err="1">
                <a:latin typeface="Arial" panose="020B0604020202020204" pitchFamily="34" charset="0"/>
                <a:ea typeface="ＭＳ Ｐゴシック" panose="020B0600070205080204" pitchFamily="34" charset="-128"/>
                <a:cs typeface="ＭＳ Ｐゴシック" panose="020B0600070205080204" pitchFamily="34" charset="-128"/>
              </a:rPr>
              <a:t>full_disk&amp;x</a:t>
            </a:r>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1856&amp;y=1858&amp;z=0&amp;angle=0&amp;im=12&amp;ts=1&amp;st=0&amp;et=0&amp;speed=130&amp;motion=loop&amp;maps%5Bborders%5D=white&amp;p%5B0%5D=geocolor&amp;opacity%5B0%5D=1&amp;pause=0&amp;slider=-1&amp;hide_controls=0&amp;mouse_draw=0&amp;follow_feature=0&amp;follow_hide=0&amp;s=</a:t>
            </a:r>
            <a:r>
              <a:rPr lang="en-US" altLang="en-US" dirty="0" err="1">
                <a:latin typeface="Arial" panose="020B0604020202020204" pitchFamily="34" charset="0"/>
                <a:ea typeface="ＭＳ Ｐゴシック" panose="020B0600070205080204" pitchFamily="34" charset="-128"/>
                <a:cs typeface="ＭＳ Ｐゴシック" panose="020B0600070205080204" pitchFamily="34" charset="-128"/>
              </a:rPr>
              <a:t>rammb-slider&amp;draw_color</a:t>
            </a:r>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=FFD700&amp;draw_width=6</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C620D566-C2FB-544A-BA61-90DF31BCDD3B}"/>
              </a:ext>
            </a:extLst>
          </p:cNvPr>
          <p:cNvSpPr>
            <a:spLocks noGrp="1" noRot="1" noChangeAspect="1" noChangeArrowheads="1" noTextEdit="1"/>
          </p:cNvSpPr>
          <p:nvPr>
            <p:ph type="sldImg"/>
          </p:nvPr>
        </p:nvSpPr>
        <p:spPr>
          <a:ln/>
        </p:spPr>
      </p:sp>
      <p:sp>
        <p:nvSpPr>
          <p:cNvPr id="78850" name="Rectangle 3">
            <a:extLst>
              <a:ext uri="{FF2B5EF4-FFF2-40B4-BE49-F238E27FC236}">
                <a16:creationId xmlns:a16="http://schemas.microsoft.com/office/drawing/2014/main" id="{E887C9B9-998F-9243-B609-1824F281D3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To access the latest full-disc satellite imagery from all geostationary satellites, see https://</a:t>
            </a:r>
            <a:r>
              <a:rPr lang="en-US" altLang="en-US" dirty="0" err="1">
                <a:latin typeface="Arial" panose="020B0604020202020204" pitchFamily="34" charset="0"/>
                <a:ea typeface="ＭＳ Ｐゴシック" panose="020B0600070205080204" pitchFamily="34" charset="-128"/>
                <a:cs typeface="ＭＳ Ｐゴシック" panose="020B0600070205080204" pitchFamily="34" charset="-128"/>
              </a:rPr>
              <a:t>www.ncdc.noaa.gov</a:t>
            </a:r>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a:t>
            </a:r>
            <a:r>
              <a:rPr lang="en-US" altLang="en-US" dirty="0" err="1">
                <a:latin typeface="Arial" panose="020B0604020202020204" pitchFamily="34" charset="0"/>
                <a:ea typeface="ＭＳ Ｐゴシック" panose="020B0600070205080204" pitchFamily="34" charset="-128"/>
                <a:cs typeface="ＭＳ Ｐゴシック" panose="020B0600070205080204" pitchFamily="34" charset="-128"/>
              </a:rPr>
              <a:t>gibbs</a:t>
            </a:r>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  </a:t>
            </a:r>
          </a:p>
          <a:p>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https://</a:t>
            </a:r>
            <a:r>
              <a:rPr lang="en-US" altLang="en-US" dirty="0" err="1">
                <a:latin typeface="Arial" panose="020B0604020202020204" pitchFamily="34" charset="0"/>
                <a:ea typeface="ＭＳ Ｐゴシック" panose="020B0600070205080204" pitchFamily="34" charset="-128"/>
                <a:cs typeface="ＭＳ Ｐゴシック" panose="020B0600070205080204" pitchFamily="34" charset="-128"/>
              </a:rPr>
              <a:t>en.allmetsat.com</a:t>
            </a:r>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/images/</a:t>
            </a:r>
            <a:r>
              <a:rPr lang="en-US" altLang="en-US" dirty="0" err="1">
                <a:latin typeface="Arial" panose="020B0604020202020204" pitchFamily="34" charset="0"/>
                <a:ea typeface="ＭＳ Ｐゴシック" panose="020B0600070205080204" pitchFamily="34" charset="-128"/>
                <a:cs typeface="ＭＳ Ｐゴシック" panose="020B0600070205080204" pitchFamily="34" charset="-128"/>
              </a:rPr>
              <a:t>msg_vis.php</a:t>
            </a:r>
            <a:endParaRPr lang="en-US" altLang="en-US" dirty="0">
              <a:latin typeface="Arial" panose="020B0604020202020204" pitchFamily="34" charset="0"/>
              <a:ea typeface="ＭＳ Ｐゴシック" panose="020B0600070205080204" pitchFamily="34" charset="-128"/>
              <a:cs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Image Placeholder 1">
            <a:extLst>
              <a:ext uri="{FF2B5EF4-FFF2-40B4-BE49-F238E27FC236}">
                <a16:creationId xmlns:a16="http://schemas.microsoft.com/office/drawing/2014/main" id="{7482FAE1-4576-E04D-9B35-D1EADEEB83F6}"/>
              </a:ext>
            </a:extLst>
          </p:cNvPr>
          <p:cNvSpPr>
            <a:spLocks noGrp="1" noRot="1" noChangeAspect="1" noChangeArrowheads="1" noTextEdit="1"/>
          </p:cNvSpPr>
          <p:nvPr>
            <p:ph type="sldImg"/>
          </p:nvPr>
        </p:nvSpPr>
        <p:spPr>
          <a:ln/>
        </p:spPr>
      </p:sp>
      <p:sp>
        <p:nvSpPr>
          <p:cNvPr id="87042" name="Notes Placeholder 2">
            <a:extLst>
              <a:ext uri="{FF2B5EF4-FFF2-40B4-BE49-F238E27FC236}">
                <a16:creationId xmlns:a16="http://schemas.microsoft.com/office/drawing/2014/main" id="{6ECB5D55-6FC7-C14A-A655-7FA31A5801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https://blog.mapbox.com/mapping-wind-barbs-to-show-speed-and-direction-4d3078add03d</a:t>
            </a:r>
          </a:p>
        </p:txBody>
      </p:sp>
      <p:sp>
        <p:nvSpPr>
          <p:cNvPr id="87043" name="Slide Number Placeholder 3">
            <a:extLst>
              <a:ext uri="{FF2B5EF4-FFF2-40B4-BE49-F238E27FC236}">
                <a16:creationId xmlns:a16="http://schemas.microsoft.com/office/drawing/2014/main" id="{CFD38FD4-A051-A84F-8D67-6A449581B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B40D973C-B885-754B-B60D-C04983898F10}" type="slidenum">
              <a:rPr lang="en-US" altLang="en-US" sz="1200" smtClean="0"/>
              <a:pPr/>
              <a:t>23</a:t>
            </a:fld>
            <a:endParaRPr lang="en-US" alt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Maps from http://wetter3.de</a:t>
            </a:r>
          </a:p>
        </p:txBody>
      </p:sp>
      <p:sp>
        <p:nvSpPr>
          <p:cNvPr id="4" name="Slide Number Placeholder 3"/>
          <p:cNvSpPr>
            <a:spLocks noGrp="1"/>
          </p:cNvSpPr>
          <p:nvPr>
            <p:ph type="sldNum" sz="quarter" idx="5"/>
          </p:nvPr>
        </p:nvSpPr>
        <p:spPr/>
        <p:txBody>
          <a:bodyPr/>
          <a:lstStyle/>
          <a:p>
            <a:pPr>
              <a:defRPr/>
            </a:pPr>
            <a:fld id="{930DD36A-9DF8-8043-863C-73AFB7F62627}" type="slidenum">
              <a:rPr lang="en-US" altLang="en-US" smtClean="0"/>
              <a:pPr>
                <a:defRPr/>
              </a:pPr>
              <a:t>24</a:t>
            </a:fld>
            <a:endParaRPr lang="en-US" altLang="en-US"/>
          </a:p>
        </p:txBody>
      </p:sp>
    </p:spTree>
    <p:extLst>
      <p:ext uri="{BB962C8B-B14F-4D97-AF65-F5344CB8AC3E}">
        <p14:creationId xmlns:p14="http://schemas.microsoft.com/office/powerpoint/2010/main" val="7630403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Maps from http://wetter3.de</a:t>
            </a:r>
          </a:p>
        </p:txBody>
      </p:sp>
      <p:sp>
        <p:nvSpPr>
          <p:cNvPr id="4" name="Slide Number Placeholder 3"/>
          <p:cNvSpPr>
            <a:spLocks noGrp="1"/>
          </p:cNvSpPr>
          <p:nvPr>
            <p:ph type="sldNum" sz="quarter" idx="5"/>
          </p:nvPr>
        </p:nvSpPr>
        <p:spPr/>
        <p:txBody>
          <a:bodyPr/>
          <a:lstStyle/>
          <a:p>
            <a:pPr>
              <a:defRPr/>
            </a:pPr>
            <a:fld id="{930DD36A-9DF8-8043-863C-73AFB7F62627}" type="slidenum">
              <a:rPr lang="en-US" altLang="en-US" smtClean="0"/>
              <a:pPr>
                <a:defRPr/>
              </a:pPr>
              <a:t>25</a:t>
            </a:fld>
            <a:endParaRPr lang="en-US" altLang="en-US"/>
          </a:p>
        </p:txBody>
      </p:sp>
    </p:spTree>
    <p:extLst>
      <p:ext uri="{BB962C8B-B14F-4D97-AF65-F5344CB8AC3E}">
        <p14:creationId xmlns:p14="http://schemas.microsoft.com/office/powerpoint/2010/main" val="16054790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34F4B83A-5CEF-6D41-8C1B-1D966FE667A5}"/>
              </a:ext>
            </a:extLst>
          </p:cNvPr>
          <p:cNvSpPr>
            <a:spLocks noGrp="1" noRot="1" noChangeAspect="1" noChangeArrowheads="1" noTextEdit="1"/>
          </p:cNvSpPr>
          <p:nvPr>
            <p:ph type="sldImg"/>
          </p:nvPr>
        </p:nvSpPr>
        <p:spPr>
          <a:ln/>
        </p:spPr>
      </p:sp>
      <p:sp>
        <p:nvSpPr>
          <p:cNvPr id="80898" name="Rectangle 3">
            <a:extLst>
              <a:ext uri="{FF2B5EF4-FFF2-40B4-BE49-F238E27FC236}">
                <a16:creationId xmlns:a16="http://schemas.microsoft.com/office/drawing/2014/main" id="{571F9C9D-2EB0-AD4A-BDBB-BBBA4806F2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976695D5-8624-2B4E-A159-0077F7FF5D69}"/>
              </a:ext>
            </a:extLst>
          </p:cNvPr>
          <p:cNvSpPr>
            <a:spLocks noGrp="1" noRot="1" noChangeAspect="1" noChangeArrowheads="1" noTextEdit="1"/>
          </p:cNvSpPr>
          <p:nvPr>
            <p:ph type="sldImg"/>
          </p:nvPr>
        </p:nvSpPr>
        <p:spPr>
          <a:ln/>
        </p:spPr>
      </p:sp>
      <p:sp>
        <p:nvSpPr>
          <p:cNvPr id="82946" name="Rectangle 3">
            <a:extLst>
              <a:ext uri="{FF2B5EF4-FFF2-40B4-BE49-F238E27FC236}">
                <a16:creationId xmlns:a16="http://schemas.microsoft.com/office/drawing/2014/main" id="{407A0211-98FC-FF4A-9ED5-3CE16FF5188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B2401786-00D4-FC46-A77C-D4950C556412}"/>
              </a:ext>
            </a:extLst>
          </p:cNvPr>
          <p:cNvSpPr>
            <a:spLocks noGrp="1" noRot="1" noChangeAspect="1" noChangeArrowheads="1" noTextEdit="1"/>
          </p:cNvSpPr>
          <p:nvPr>
            <p:ph type="sldImg"/>
          </p:nvPr>
        </p:nvSpPr>
        <p:spPr>
          <a:ln/>
        </p:spPr>
      </p:sp>
      <p:sp>
        <p:nvSpPr>
          <p:cNvPr id="84994" name="Rectangle 3">
            <a:extLst>
              <a:ext uri="{FF2B5EF4-FFF2-40B4-BE49-F238E27FC236}">
                <a16:creationId xmlns:a16="http://schemas.microsoft.com/office/drawing/2014/main" id="{37FA7309-1BE3-E94A-916D-502EF18082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Image Placeholder 1">
            <a:extLst>
              <a:ext uri="{FF2B5EF4-FFF2-40B4-BE49-F238E27FC236}">
                <a16:creationId xmlns:a16="http://schemas.microsoft.com/office/drawing/2014/main" id="{F503C7BF-8DC1-2E47-9DBC-0A2229C65F00}"/>
              </a:ext>
            </a:extLst>
          </p:cNvPr>
          <p:cNvSpPr>
            <a:spLocks noGrp="1" noRot="1" noChangeAspect="1" noChangeArrowheads="1" noTextEdit="1"/>
          </p:cNvSpPr>
          <p:nvPr>
            <p:ph type="sldImg"/>
          </p:nvPr>
        </p:nvSpPr>
        <p:spPr>
          <a:ln/>
        </p:spPr>
      </p:sp>
      <p:sp>
        <p:nvSpPr>
          <p:cNvPr id="89090" name="Notes Placeholder 2">
            <a:extLst>
              <a:ext uri="{FF2B5EF4-FFF2-40B4-BE49-F238E27FC236}">
                <a16:creationId xmlns:a16="http://schemas.microsoft.com/office/drawing/2014/main" id="{EAD4348C-C107-144C-AEB8-4C4B0EEB70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
        <p:nvSpPr>
          <p:cNvPr id="89091" name="Slide Number Placeholder 3">
            <a:extLst>
              <a:ext uri="{FF2B5EF4-FFF2-40B4-BE49-F238E27FC236}">
                <a16:creationId xmlns:a16="http://schemas.microsoft.com/office/drawing/2014/main" id="{B4A4EC45-D0A4-4847-8601-38AF75E2365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3D4417F2-B8C3-354A-A686-E109ACB98606}" type="slidenum">
              <a:rPr lang="en-US" altLang="en-US" smtClean="0">
                <a:solidFill>
                  <a:srgbClr val="000000"/>
                </a:solidFill>
                <a:cs typeface="Arial" panose="020B0604020202020204" pitchFamily="34" charset="0"/>
              </a:rPr>
              <a:pPr>
                <a:spcBef>
                  <a:spcPct val="0"/>
                </a:spcBef>
              </a:pPr>
              <a:t>31</a:t>
            </a:fld>
            <a:endParaRPr lang="en-US" altLang="en-US">
              <a:solidFill>
                <a:srgbClr val="000000"/>
              </a:solidFill>
              <a:cs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Slide Image Placeholder 1">
            <a:extLst>
              <a:ext uri="{FF2B5EF4-FFF2-40B4-BE49-F238E27FC236}">
                <a16:creationId xmlns:a16="http://schemas.microsoft.com/office/drawing/2014/main" id="{115B467D-0E12-E447-B03D-9CF746C5707E}"/>
              </a:ext>
            </a:extLst>
          </p:cNvPr>
          <p:cNvSpPr>
            <a:spLocks noGrp="1" noRot="1" noChangeAspect="1" noChangeArrowheads="1" noTextEdit="1"/>
          </p:cNvSpPr>
          <p:nvPr>
            <p:ph type="sldImg"/>
          </p:nvPr>
        </p:nvSpPr>
        <p:spPr>
          <a:ln/>
        </p:spPr>
      </p:sp>
      <p:sp>
        <p:nvSpPr>
          <p:cNvPr id="91138" name="Notes Placeholder 2">
            <a:extLst>
              <a:ext uri="{FF2B5EF4-FFF2-40B4-BE49-F238E27FC236}">
                <a16:creationId xmlns:a16="http://schemas.microsoft.com/office/drawing/2014/main" id="{0AC6D8D7-D472-F348-BE97-D956F7F8EC9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
        <p:nvSpPr>
          <p:cNvPr id="91139" name="Slide Number Placeholder 3">
            <a:extLst>
              <a:ext uri="{FF2B5EF4-FFF2-40B4-BE49-F238E27FC236}">
                <a16:creationId xmlns:a16="http://schemas.microsoft.com/office/drawing/2014/main" id="{26C3AA2A-2F14-214A-8486-E27AEAC1781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A79DC6BA-A860-294D-881A-1B0A191DB171}" type="slidenum">
              <a:rPr lang="en-US" altLang="en-US" smtClean="0">
                <a:solidFill>
                  <a:srgbClr val="000000"/>
                </a:solidFill>
                <a:cs typeface="Arial" panose="020B0604020202020204" pitchFamily="34" charset="0"/>
              </a:rPr>
              <a:pPr>
                <a:spcBef>
                  <a:spcPct val="0"/>
                </a:spcBef>
              </a:pPr>
              <a:t>32</a:t>
            </a:fld>
            <a:endParaRPr lang="en-US" altLang="en-US">
              <a:solidFill>
                <a:srgbClr val="000000"/>
              </a:solidFill>
              <a:cs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Slide Image Placeholder 1">
            <a:extLst>
              <a:ext uri="{FF2B5EF4-FFF2-40B4-BE49-F238E27FC236}">
                <a16:creationId xmlns:a16="http://schemas.microsoft.com/office/drawing/2014/main" id="{ECDF607D-75ED-F340-A7CD-E62DCB7F7B00}"/>
              </a:ext>
            </a:extLst>
          </p:cNvPr>
          <p:cNvSpPr>
            <a:spLocks noGrp="1" noRot="1" noChangeAspect="1" noChangeArrowheads="1" noTextEdit="1"/>
          </p:cNvSpPr>
          <p:nvPr>
            <p:ph type="sldImg"/>
          </p:nvPr>
        </p:nvSpPr>
        <p:spPr>
          <a:ln/>
        </p:spPr>
      </p:sp>
      <p:sp>
        <p:nvSpPr>
          <p:cNvPr id="94210" name="Notes Placeholder 2">
            <a:extLst>
              <a:ext uri="{FF2B5EF4-FFF2-40B4-BE49-F238E27FC236}">
                <a16:creationId xmlns:a16="http://schemas.microsoft.com/office/drawing/2014/main" id="{AC5D33C7-14E7-3949-8A1E-57E4E42D56A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
        <p:nvSpPr>
          <p:cNvPr id="94211" name="Slide Number Placeholder 3">
            <a:extLst>
              <a:ext uri="{FF2B5EF4-FFF2-40B4-BE49-F238E27FC236}">
                <a16:creationId xmlns:a16="http://schemas.microsoft.com/office/drawing/2014/main" id="{DACF9D59-CCEB-664A-A764-18DE57E9064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EC08294F-1E6E-8F4B-8641-E5A69D523E74}" type="slidenum">
              <a:rPr lang="en-US" altLang="en-US" smtClean="0">
                <a:solidFill>
                  <a:srgbClr val="000000"/>
                </a:solidFill>
                <a:cs typeface="Arial" panose="020B0604020202020204" pitchFamily="34" charset="0"/>
              </a:rPr>
              <a:pPr>
                <a:spcBef>
                  <a:spcPct val="0"/>
                </a:spcBef>
              </a:pPr>
              <a:t>34</a:t>
            </a:fld>
            <a:endParaRPr lang="en-US" altLang="en-US">
              <a:solidFill>
                <a:srgbClr val="000000"/>
              </a:solidFill>
              <a:cs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a:extLst>
              <a:ext uri="{FF2B5EF4-FFF2-40B4-BE49-F238E27FC236}">
                <a16:creationId xmlns:a16="http://schemas.microsoft.com/office/drawing/2014/main" id="{7661039C-0695-484D-866A-657B6F3C7BA8}"/>
              </a:ext>
            </a:extLst>
          </p:cNvPr>
          <p:cNvSpPr>
            <a:spLocks noGrp="1" noRot="1" noChangeAspect="1" noChangeArrowheads="1" noTextEdit="1"/>
          </p:cNvSpPr>
          <p:nvPr>
            <p:ph type="sldImg"/>
          </p:nvPr>
        </p:nvSpPr>
        <p:spPr>
          <a:ln/>
        </p:spPr>
      </p:sp>
      <p:sp>
        <p:nvSpPr>
          <p:cNvPr id="96258" name="Notes Placeholder 2">
            <a:extLst>
              <a:ext uri="{FF2B5EF4-FFF2-40B4-BE49-F238E27FC236}">
                <a16:creationId xmlns:a16="http://schemas.microsoft.com/office/drawing/2014/main" id="{8C14754F-27D3-D243-8A95-761595F5F6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
        <p:nvSpPr>
          <p:cNvPr id="96259" name="Slide Number Placeholder 3">
            <a:extLst>
              <a:ext uri="{FF2B5EF4-FFF2-40B4-BE49-F238E27FC236}">
                <a16:creationId xmlns:a16="http://schemas.microsoft.com/office/drawing/2014/main" id="{247FF81A-730C-E94C-9A5C-ECD23C2D543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EC965A52-5434-D743-84A5-433C3AF15A40}" type="slidenum">
              <a:rPr lang="en-US" altLang="en-US" smtClean="0">
                <a:solidFill>
                  <a:srgbClr val="000000"/>
                </a:solidFill>
                <a:cs typeface="Arial" panose="020B0604020202020204" pitchFamily="34" charset="0"/>
              </a:rPr>
              <a:pPr>
                <a:spcBef>
                  <a:spcPct val="0"/>
                </a:spcBef>
              </a:pPr>
              <a:t>35</a:t>
            </a:fld>
            <a:endParaRPr lang="en-US" altLang="en-US">
              <a:solidFill>
                <a:srgbClr val="000000"/>
              </a:solidFill>
              <a:cs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Slide Image Placeholder 1">
            <a:extLst>
              <a:ext uri="{FF2B5EF4-FFF2-40B4-BE49-F238E27FC236}">
                <a16:creationId xmlns:a16="http://schemas.microsoft.com/office/drawing/2014/main" id="{59F46D12-87AD-4A45-8DFD-2ED1998B06FA}"/>
              </a:ext>
            </a:extLst>
          </p:cNvPr>
          <p:cNvSpPr>
            <a:spLocks noGrp="1" noRot="1" noChangeAspect="1" noChangeArrowheads="1" noTextEdit="1"/>
          </p:cNvSpPr>
          <p:nvPr>
            <p:ph type="sldImg"/>
          </p:nvPr>
        </p:nvSpPr>
        <p:spPr>
          <a:ln/>
        </p:spPr>
      </p:sp>
      <p:sp>
        <p:nvSpPr>
          <p:cNvPr id="98306" name="Notes Placeholder 2">
            <a:extLst>
              <a:ext uri="{FF2B5EF4-FFF2-40B4-BE49-F238E27FC236}">
                <a16:creationId xmlns:a16="http://schemas.microsoft.com/office/drawing/2014/main" id="{278541A9-FAFB-AA42-87A1-8882A87504F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
        <p:nvSpPr>
          <p:cNvPr id="98307" name="Slide Number Placeholder 3">
            <a:extLst>
              <a:ext uri="{FF2B5EF4-FFF2-40B4-BE49-F238E27FC236}">
                <a16:creationId xmlns:a16="http://schemas.microsoft.com/office/drawing/2014/main" id="{824AF264-5781-C14D-B185-77669F34F19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6385E61-C2BB-3440-B005-07DF2EDB1D96}" type="slidenum">
              <a:rPr lang="en-US" altLang="en-US" smtClean="0">
                <a:solidFill>
                  <a:srgbClr val="000000"/>
                </a:solidFill>
                <a:cs typeface="Arial" panose="020B0604020202020204" pitchFamily="34" charset="0"/>
              </a:rPr>
              <a:pPr>
                <a:spcBef>
                  <a:spcPct val="0"/>
                </a:spcBef>
              </a:pPr>
              <a:t>36</a:t>
            </a:fld>
            <a:endParaRPr lang="en-US" altLang="en-US">
              <a:solidFill>
                <a:srgbClr val="000000"/>
              </a:solidFill>
              <a:cs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Slide Image Placeholder 1">
            <a:extLst>
              <a:ext uri="{FF2B5EF4-FFF2-40B4-BE49-F238E27FC236}">
                <a16:creationId xmlns:a16="http://schemas.microsoft.com/office/drawing/2014/main" id="{79FB1E6D-1B67-B54E-B468-835C22F9F114}"/>
              </a:ext>
            </a:extLst>
          </p:cNvPr>
          <p:cNvSpPr>
            <a:spLocks noGrp="1" noRot="1" noChangeAspect="1" noChangeArrowheads="1" noTextEdit="1"/>
          </p:cNvSpPr>
          <p:nvPr>
            <p:ph type="sldImg"/>
          </p:nvPr>
        </p:nvSpPr>
        <p:spPr>
          <a:ln/>
        </p:spPr>
      </p:sp>
      <p:sp>
        <p:nvSpPr>
          <p:cNvPr id="100354" name="Notes Placeholder 2">
            <a:extLst>
              <a:ext uri="{FF2B5EF4-FFF2-40B4-BE49-F238E27FC236}">
                <a16:creationId xmlns:a16="http://schemas.microsoft.com/office/drawing/2014/main" id="{114E5345-F983-3546-B516-B671F55DAF9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
        <p:nvSpPr>
          <p:cNvPr id="100355" name="Slide Number Placeholder 3">
            <a:extLst>
              <a:ext uri="{FF2B5EF4-FFF2-40B4-BE49-F238E27FC236}">
                <a16:creationId xmlns:a16="http://schemas.microsoft.com/office/drawing/2014/main" id="{29410D7E-3E70-8246-9BCE-55C1053F569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1DFCFF3D-0FE5-2B42-BBFC-DDC23CCEC33E}" type="slidenum">
              <a:rPr lang="en-US" altLang="en-US" smtClean="0">
                <a:solidFill>
                  <a:srgbClr val="000000"/>
                </a:solidFill>
                <a:cs typeface="Arial" panose="020B0604020202020204" pitchFamily="34" charset="0"/>
              </a:rPr>
              <a:pPr>
                <a:spcBef>
                  <a:spcPct val="0"/>
                </a:spcBef>
              </a:pPr>
              <a:t>37</a:t>
            </a:fld>
            <a:endParaRPr lang="en-US" altLang="en-US">
              <a:solidFill>
                <a:srgbClr val="000000"/>
              </a:solidFill>
              <a:cs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Slide Image Placeholder 1">
            <a:extLst>
              <a:ext uri="{FF2B5EF4-FFF2-40B4-BE49-F238E27FC236}">
                <a16:creationId xmlns:a16="http://schemas.microsoft.com/office/drawing/2014/main" id="{5D314189-32B7-AF4C-8A81-B51D2D3EB205}"/>
              </a:ext>
            </a:extLst>
          </p:cNvPr>
          <p:cNvSpPr>
            <a:spLocks noGrp="1" noRot="1" noChangeAspect="1" noChangeArrowheads="1" noTextEdit="1"/>
          </p:cNvSpPr>
          <p:nvPr>
            <p:ph type="sldImg"/>
          </p:nvPr>
        </p:nvSpPr>
        <p:spPr>
          <a:ln/>
        </p:spPr>
      </p:sp>
      <p:sp>
        <p:nvSpPr>
          <p:cNvPr id="102402" name="Notes Placeholder 2">
            <a:extLst>
              <a:ext uri="{FF2B5EF4-FFF2-40B4-BE49-F238E27FC236}">
                <a16:creationId xmlns:a16="http://schemas.microsoft.com/office/drawing/2014/main" id="{EAF26F7C-B748-0841-81DB-C52850E887B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
        <p:nvSpPr>
          <p:cNvPr id="102403" name="Slide Number Placeholder 3">
            <a:extLst>
              <a:ext uri="{FF2B5EF4-FFF2-40B4-BE49-F238E27FC236}">
                <a16:creationId xmlns:a16="http://schemas.microsoft.com/office/drawing/2014/main" id="{C8840DF1-D780-2A42-BB18-9ADB019C843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CC0305A3-4B74-A248-86E2-88E2C3D66E12}" type="slidenum">
              <a:rPr lang="en-US" altLang="en-US" smtClean="0">
                <a:solidFill>
                  <a:srgbClr val="000000"/>
                </a:solidFill>
                <a:cs typeface="Arial" panose="020B0604020202020204" pitchFamily="34" charset="0"/>
              </a:rPr>
              <a:pPr>
                <a:spcBef>
                  <a:spcPct val="0"/>
                </a:spcBef>
              </a:pPr>
              <a:t>38</a:t>
            </a:fld>
            <a:endParaRPr lang="en-US" altLang="en-US">
              <a:solidFill>
                <a:srgbClr val="000000"/>
              </a:solidFill>
              <a:cs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878D065C-77C9-C341-A7B1-FA508E89610B}"/>
              </a:ext>
            </a:extLst>
          </p:cNvPr>
          <p:cNvSpPr>
            <a:spLocks noGrp="1" noRot="1" noChangeAspect="1" noChangeArrowheads="1" noTextEdit="1"/>
          </p:cNvSpPr>
          <p:nvPr>
            <p:ph type="sldImg"/>
          </p:nvPr>
        </p:nvSpPr>
        <p:spPr>
          <a:ln/>
        </p:spPr>
      </p:sp>
      <p:sp>
        <p:nvSpPr>
          <p:cNvPr id="105474" name="Rectangle 3">
            <a:extLst>
              <a:ext uri="{FF2B5EF4-FFF2-40B4-BE49-F238E27FC236}">
                <a16:creationId xmlns:a16="http://schemas.microsoft.com/office/drawing/2014/main" id="{C8B73622-CB77-BF42-8042-F9FF94B960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Slide Image Placeholder 1">
            <a:extLst>
              <a:ext uri="{FF2B5EF4-FFF2-40B4-BE49-F238E27FC236}">
                <a16:creationId xmlns:a16="http://schemas.microsoft.com/office/drawing/2014/main" id="{4EDD6556-CC9B-9444-81AA-CF1B1C4A1643}"/>
              </a:ext>
            </a:extLst>
          </p:cNvPr>
          <p:cNvSpPr>
            <a:spLocks noGrp="1" noRot="1" noChangeAspect="1" noChangeArrowheads="1" noTextEdit="1"/>
          </p:cNvSpPr>
          <p:nvPr>
            <p:ph type="sldImg"/>
          </p:nvPr>
        </p:nvSpPr>
        <p:spPr>
          <a:ln/>
        </p:spPr>
      </p:sp>
      <p:sp>
        <p:nvSpPr>
          <p:cNvPr id="112642" name="Notes Placeholder 2">
            <a:extLst>
              <a:ext uri="{FF2B5EF4-FFF2-40B4-BE49-F238E27FC236}">
                <a16:creationId xmlns:a16="http://schemas.microsoft.com/office/drawing/2014/main" id="{2E1C7FF0-E20D-8D48-8764-F550F72CA0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Two ways to reach saturation </a:t>
            </a:r>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from the red point.</a:t>
            </a:r>
            <a:endParaRPr lang="en-US" altLang="en-US" dirty="0">
              <a:latin typeface="Arial" panose="020B0604020202020204" pitchFamily="34" charset="0"/>
              <a:ea typeface="ＭＳ Ｐゴシック" panose="020B0600070205080204" pitchFamily="34" charset="-128"/>
              <a:cs typeface="ＭＳ Ｐゴシック" panose="020B0600070205080204" pitchFamily="34" charset="-128"/>
            </a:endParaRPr>
          </a:p>
        </p:txBody>
      </p:sp>
      <p:sp>
        <p:nvSpPr>
          <p:cNvPr id="112643" name="Slide Number Placeholder 3">
            <a:extLst>
              <a:ext uri="{FF2B5EF4-FFF2-40B4-BE49-F238E27FC236}">
                <a16:creationId xmlns:a16="http://schemas.microsoft.com/office/drawing/2014/main" id="{29D71EC1-982B-564A-B151-FB1593CC28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B5EE9C67-2BFA-DF43-BFB1-F65C85ED8D0D}" type="slidenum">
              <a:rPr lang="en-US" altLang="en-US" sz="1200" smtClean="0"/>
              <a:pPr/>
              <a:t>49</a:t>
            </a:fld>
            <a:endParaRPr lang="en-US" altLang="en-US"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Slide Image Placeholder 1">
            <a:extLst>
              <a:ext uri="{FF2B5EF4-FFF2-40B4-BE49-F238E27FC236}">
                <a16:creationId xmlns:a16="http://schemas.microsoft.com/office/drawing/2014/main" id="{5FE71D68-C3C4-D042-A4D7-4A49B803778F}"/>
              </a:ext>
            </a:extLst>
          </p:cNvPr>
          <p:cNvSpPr>
            <a:spLocks noGrp="1" noRot="1" noChangeAspect="1" noChangeArrowheads="1" noTextEdit="1"/>
          </p:cNvSpPr>
          <p:nvPr>
            <p:ph type="sldImg"/>
          </p:nvPr>
        </p:nvSpPr>
        <p:spPr>
          <a:ln/>
        </p:spPr>
      </p:sp>
      <p:sp>
        <p:nvSpPr>
          <p:cNvPr id="114690" name="Notes Placeholder 2">
            <a:extLst>
              <a:ext uri="{FF2B5EF4-FFF2-40B4-BE49-F238E27FC236}">
                <a16:creationId xmlns:a16="http://schemas.microsoft.com/office/drawing/2014/main" id="{7912E3B0-5F6C-B247-B953-53F0ACF8DC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
        <p:nvSpPr>
          <p:cNvPr id="114691" name="Slide Number Placeholder 3">
            <a:extLst>
              <a:ext uri="{FF2B5EF4-FFF2-40B4-BE49-F238E27FC236}">
                <a16:creationId xmlns:a16="http://schemas.microsoft.com/office/drawing/2014/main" id="{FFCAE603-E17C-4047-9178-413320F79F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A317A441-3B4B-2047-A960-2869CB9A2E74}" type="slidenum">
              <a:rPr lang="en-US" altLang="en-US" sz="1200" smtClean="0"/>
              <a:pPr/>
              <a:t>50</a:t>
            </a:fld>
            <a:endParaRPr lang="en-US" altLang="en-US"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Slide Image Placeholder 1">
            <a:extLst>
              <a:ext uri="{FF2B5EF4-FFF2-40B4-BE49-F238E27FC236}">
                <a16:creationId xmlns:a16="http://schemas.microsoft.com/office/drawing/2014/main" id="{5FE71D68-C3C4-D042-A4D7-4A49B803778F}"/>
              </a:ext>
            </a:extLst>
          </p:cNvPr>
          <p:cNvSpPr>
            <a:spLocks noGrp="1" noRot="1" noChangeAspect="1" noChangeArrowheads="1" noTextEdit="1"/>
          </p:cNvSpPr>
          <p:nvPr>
            <p:ph type="sldImg"/>
          </p:nvPr>
        </p:nvSpPr>
        <p:spPr>
          <a:ln/>
        </p:spPr>
      </p:sp>
      <p:sp>
        <p:nvSpPr>
          <p:cNvPr id="114690" name="Notes Placeholder 2">
            <a:extLst>
              <a:ext uri="{FF2B5EF4-FFF2-40B4-BE49-F238E27FC236}">
                <a16:creationId xmlns:a16="http://schemas.microsoft.com/office/drawing/2014/main" id="{7912E3B0-5F6C-B247-B953-53F0ACF8DC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cs typeface="ＭＳ Ｐゴシック" panose="020B0600070205080204" pitchFamily="34" charset="-128"/>
            </a:endParaRPr>
          </a:p>
        </p:txBody>
      </p:sp>
      <p:sp>
        <p:nvSpPr>
          <p:cNvPr id="114691" name="Slide Number Placeholder 3">
            <a:extLst>
              <a:ext uri="{FF2B5EF4-FFF2-40B4-BE49-F238E27FC236}">
                <a16:creationId xmlns:a16="http://schemas.microsoft.com/office/drawing/2014/main" id="{FFCAE603-E17C-4047-9178-413320F79F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A317A441-3B4B-2047-A960-2869CB9A2E74}" type="slidenum">
              <a:rPr lang="en-US" altLang="en-US" sz="1200" smtClean="0"/>
              <a:pPr/>
              <a:t>51</a:t>
            </a:fld>
            <a:endParaRPr lang="en-US" altLang="en-US" sz="1200"/>
          </a:p>
        </p:txBody>
      </p:sp>
    </p:spTree>
    <p:extLst>
      <p:ext uri="{BB962C8B-B14F-4D97-AF65-F5344CB8AC3E}">
        <p14:creationId xmlns:p14="http://schemas.microsoft.com/office/powerpoint/2010/main" val="19541804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30DD36A-9DF8-8043-863C-73AFB7F62627}" type="slidenum">
              <a:rPr lang="en-US" altLang="en-US" smtClean="0"/>
              <a:pPr>
                <a:defRPr/>
              </a:pPr>
              <a:t>56</a:t>
            </a:fld>
            <a:endParaRPr lang="en-US" altLang="en-US"/>
          </a:p>
        </p:txBody>
      </p:sp>
    </p:spTree>
    <p:extLst>
      <p:ext uri="{BB962C8B-B14F-4D97-AF65-F5344CB8AC3E}">
        <p14:creationId xmlns:p14="http://schemas.microsoft.com/office/powerpoint/2010/main" val="7978905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30DD36A-9DF8-8043-863C-73AFB7F62627}" type="slidenum">
              <a:rPr lang="en-US" altLang="en-US" smtClean="0"/>
              <a:pPr>
                <a:defRPr/>
              </a:pPr>
              <a:t>57</a:t>
            </a:fld>
            <a:endParaRPr lang="en-US" altLang="en-US"/>
          </a:p>
        </p:txBody>
      </p:sp>
    </p:spTree>
    <p:extLst>
      <p:ext uri="{BB962C8B-B14F-4D97-AF65-F5344CB8AC3E}">
        <p14:creationId xmlns:p14="http://schemas.microsoft.com/office/powerpoint/2010/main" val="35506419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Slide Image Placeholder 1">
            <a:extLst>
              <a:ext uri="{FF2B5EF4-FFF2-40B4-BE49-F238E27FC236}">
                <a16:creationId xmlns:a16="http://schemas.microsoft.com/office/drawing/2014/main" id="{DC559EF1-E611-C549-8574-2B6178FC4429}"/>
              </a:ext>
            </a:extLst>
          </p:cNvPr>
          <p:cNvSpPr>
            <a:spLocks noGrp="1" noRot="1" noChangeAspect="1" noChangeArrowheads="1" noTextEdit="1"/>
          </p:cNvSpPr>
          <p:nvPr>
            <p:ph type="sldImg"/>
          </p:nvPr>
        </p:nvSpPr>
        <p:spPr>
          <a:ln/>
        </p:spPr>
      </p:sp>
      <p:sp>
        <p:nvSpPr>
          <p:cNvPr id="137218" name="Notes Placeholder 2">
            <a:extLst>
              <a:ext uri="{FF2B5EF4-FFF2-40B4-BE49-F238E27FC236}">
                <a16:creationId xmlns:a16="http://schemas.microsoft.com/office/drawing/2014/main" id="{28AC99D6-4DEC-784D-BF79-6EA57906C7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https://visibleearth.nasa.gov/images/57447/chile-and-argentina</a:t>
            </a:r>
          </a:p>
        </p:txBody>
      </p:sp>
      <p:sp>
        <p:nvSpPr>
          <p:cNvPr id="137219" name="Slide Number Placeholder 3">
            <a:extLst>
              <a:ext uri="{FF2B5EF4-FFF2-40B4-BE49-F238E27FC236}">
                <a16:creationId xmlns:a16="http://schemas.microsoft.com/office/drawing/2014/main" id="{10AAE16B-E19B-694E-B21A-420AF48D08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F3A1A84-605E-0B49-BB20-88346A63D953}" type="slidenum">
              <a:rPr lang="en-US" altLang="en-US" sz="1200" smtClean="0"/>
              <a:pPr/>
              <a:t>76</a:t>
            </a:fld>
            <a:endParaRPr lang="en-US" altLang="en-US"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Slide Image Placeholder 1">
            <a:extLst>
              <a:ext uri="{FF2B5EF4-FFF2-40B4-BE49-F238E27FC236}">
                <a16:creationId xmlns:a16="http://schemas.microsoft.com/office/drawing/2014/main" id="{4959DE98-00EC-C348-8405-C47AA80C7D45}"/>
              </a:ext>
            </a:extLst>
          </p:cNvPr>
          <p:cNvSpPr>
            <a:spLocks noGrp="1" noRot="1" noChangeAspect="1" noChangeArrowheads="1" noTextEdit="1"/>
          </p:cNvSpPr>
          <p:nvPr>
            <p:ph type="sldImg"/>
          </p:nvPr>
        </p:nvSpPr>
        <p:spPr>
          <a:ln/>
        </p:spPr>
      </p:sp>
      <p:sp>
        <p:nvSpPr>
          <p:cNvPr id="139266" name="Notes Placeholder 2">
            <a:extLst>
              <a:ext uri="{FF2B5EF4-FFF2-40B4-BE49-F238E27FC236}">
                <a16:creationId xmlns:a16="http://schemas.microsoft.com/office/drawing/2014/main" id="{AFB25D84-4F57-CC47-972D-4E40B5BFBB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ＭＳ Ｐゴシック" panose="020B0600070205080204" pitchFamily="34" charset="-128"/>
                <a:cs typeface="ＭＳ Ｐゴシック" panose="020B0600070205080204" pitchFamily="34" charset="-128"/>
              </a:rPr>
              <a:t>https://www.climate.gov/news-features/featured-images/rain-shadows-summits-hawaii</a:t>
            </a:r>
          </a:p>
        </p:txBody>
      </p:sp>
      <p:sp>
        <p:nvSpPr>
          <p:cNvPr id="139267" name="Slide Number Placeholder 3">
            <a:extLst>
              <a:ext uri="{FF2B5EF4-FFF2-40B4-BE49-F238E27FC236}">
                <a16:creationId xmlns:a16="http://schemas.microsoft.com/office/drawing/2014/main" id="{7D2A005F-F00A-FB44-978A-7CD6C0E1A0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B996035F-D631-884F-A929-6922E253ED59}" type="slidenum">
              <a:rPr lang="en-US" altLang="en-US" sz="1200" smtClean="0"/>
              <a:pPr/>
              <a:t>77</a:t>
            </a:fld>
            <a:endParaRPr lang="en-US" altLang="en-US"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6"/>
          <p:cNvSpPr>
            <a:spLocks noGrp="1" noChangeArrowheads="1"/>
          </p:cNvSpPr>
          <p:nvPr>
            <p:ph type="ftr" sz="quarter" idx="4"/>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52500" eaLnBrk="0" hangingPunct="0">
              <a:defRPr sz="2400">
                <a:solidFill>
                  <a:schemeClr val="tx1"/>
                </a:solidFill>
                <a:latin typeface="Times New Roman" charset="0"/>
                <a:ea typeface="ＭＳ Ｐゴシック" charset="0"/>
                <a:cs typeface="ＭＳ Ｐゴシック" charset="0"/>
              </a:defRPr>
            </a:lvl1pPr>
            <a:lvl2pPr marL="37931725" indent="-37474525" defTabSz="952500" eaLnBrk="0" hangingPunct="0">
              <a:defRPr sz="2400">
                <a:solidFill>
                  <a:schemeClr val="tx1"/>
                </a:solidFill>
                <a:latin typeface="Times New Roman" charset="0"/>
                <a:ea typeface="ＭＳ Ｐゴシック" charset="0"/>
              </a:defRPr>
            </a:lvl2pPr>
            <a:lvl3pPr eaLnBrk="0" hangingPunct="0">
              <a:defRPr sz="2400">
                <a:solidFill>
                  <a:schemeClr val="tx1"/>
                </a:solidFill>
                <a:latin typeface="Times New Roman" charset="0"/>
                <a:ea typeface="ＭＳ Ｐゴシック" charset="0"/>
              </a:defRPr>
            </a:lvl3pPr>
            <a:lvl4pPr eaLnBrk="0" hangingPunct="0">
              <a:defRPr sz="2400">
                <a:solidFill>
                  <a:schemeClr val="tx1"/>
                </a:solidFill>
                <a:latin typeface="Times New Roman" charset="0"/>
                <a:ea typeface="ＭＳ Ｐゴシック" charset="0"/>
              </a:defRPr>
            </a:lvl4pPr>
            <a:lvl5pPr eaLnBrk="0" hangingPunct="0">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r>
              <a:rPr lang="en-GB" sz="1300"/>
              <a:t>P607 Climate and Energy Lecture 1</a:t>
            </a:r>
          </a:p>
        </p:txBody>
      </p:sp>
      <p:sp>
        <p:nvSpPr>
          <p:cNvPr id="50179"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52500" eaLnBrk="0" hangingPunct="0">
              <a:defRPr sz="2400">
                <a:solidFill>
                  <a:schemeClr val="tx1"/>
                </a:solidFill>
                <a:latin typeface="Times New Roman" charset="0"/>
                <a:ea typeface="ＭＳ Ｐゴシック" charset="0"/>
                <a:cs typeface="ＭＳ Ｐゴシック" charset="0"/>
              </a:defRPr>
            </a:lvl1pPr>
            <a:lvl2pPr marL="37931725" indent="-37474525" defTabSz="952500" eaLnBrk="0" hangingPunct="0">
              <a:defRPr sz="2400">
                <a:solidFill>
                  <a:schemeClr val="tx1"/>
                </a:solidFill>
                <a:latin typeface="Times New Roman" charset="0"/>
                <a:ea typeface="ＭＳ Ｐゴシック" charset="0"/>
              </a:defRPr>
            </a:lvl2pPr>
            <a:lvl3pPr eaLnBrk="0" hangingPunct="0">
              <a:defRPr sz="2400">
                <a:solidFill>
                  <a:schemeClr val="tx1"/>
                </a:solidFill>
                <a:latin typeface="Times New Roman" charset="0"/>
                <a:ea typeface="ＭＳ Ｐゴシック" charset="0"/>
              </a:defRPr>
            </a:lvl3pPr>
            <a:lvl4pPr eaLnBrk="0" hangingPunct="0">
              <a:defRPr sz="2400">
                <a:solidFill>
                  <a:schemeClr val="tx1"/>
                </a:solidFill>
                <a:latin typeface="Times New Roman" charset="0"/>
                <a:ea typeface="ＭＳ Ｐゴシック" charset="0"/>
              </a:defRPr>
            </a:lvl4pPr>
            <a:lvl5pPr eaLnBrk="0" hangingPunct="0">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fld id="{401E954C-B5D5-5C41-B343-82EB07DA81C1}" type="slidenum">
              <a:rPr lang="en-GB" sz="1300"/>
              <a:pPr eaLnBrk="1" hangingPunct="1"/>
              <a:t>78</a:t>
            </a:fld>
            <a:endParaRPr lang="en-GB" sz="1300"/>
          </a:p>
        </p:txBody>
      </p:sp>
      <p:sp>
        <p:nvSpPr>
          <p:cNvPr id="50180" name="Rectangle 2"/>
          <p:cNvSpPr>
            <a:spLocks noGrp="1" noRot="1" noChangeAspect="1" noChangeArrowheads="1" noTextEdit="1"/>
          </p:cNvSpPr>
          <p:nvPr>
            <p:ph type="sldImg"/>
          </p:nvPr>
        </p:nvSpPr>
        <p:spPr>
          <a:xfrm>
            <a:off x="484188" y="796925"/>
            <a:ext cx="6130925" cy="38322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ea typeface="ＭＳ Ｐゴシック" charset="0"/>
              <a:cs typeface="ＭＳ Ｐゴシック" charset="0"/>
            </a:endParaRPr>
          </a:p>
        </p:txBody>
      </p:sp>
    </p:spTree>
    <p:extLst>
      <p:ext uri="{BB962C8B-B14F-4D97-AF65-F5344CB8AC3E}">
        <p14:creationId xmlns:p14="http://schemas.microsoft.com/office/powerpoint/2010/main" val="40530823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4DAA847C-06DC-5B4A-B88D-DE64870980BA}"/>
              </a:ext>
            </a:extLst>
          </p:cNvPr>
          <p:cNvSpPr>
            <a:spLocks noGrp="1" noRot="1" noChangeAspect="1" noChangeArrowheads="1" noTextEdit="1"/>
          </p:cNvSpPr>
          <p:nvPr>
            <p:ph type="sldImg"/>
          </p:nvPr>
        </p:nvSpPr>
        <p:spPr>
          <a:ln/>
        </p:spPr>
      </p:sp>
      <p:sp>
        <p:nvSpPr>
          <p:cNvPr id="142338" name="Rectangle 3">
            <a:extLst>
              <a:ext uri="{FF2B5EF4-FFF2-40B4-BE49-F238E27FC236}">
                <a16:creationId xmlns:a16="http://schemas.microsoft.com/office/drawing/2014/main" id="{7D39792D-72E7-3E4A-9445-C1DA822047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Calibri" panose="020F0502020204030204" pitchFamily="34" charset="0"/>
              <a:ea typeface="ＭＳ Ｐゴシック" panose="020B0600070205080204" pitchFamily="34" charset="-128"/>
              <a:cs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7"/>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A9DFBFE3-2C9B-AE45-AFC6-C2D0253F4DE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25DAE36-F85F-5F42-8525-67B1A82375D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0A50037-0D52-3247-B1F7-0F40DBABF613}"/>
              </a:ext>
            </a:extLst>
          </p:cNvPr>
          <p:cNvSpPr>
            <a:spLocks noGrp="1" noChangeArrowheads="1"/>
          </p:cNvSpPr>
          <p:nvPr>
            <p:ph type="sldNum" sz="quarter" idx="12"/>
          </p:nvPr>
        </p:nvSpPr>
        <p:spPr>
          <a:ln/>
        </p:spPr>
        <p:txBody>
          <a:bodyPr/>
          <a:lstStyle>
            <a:lvl1pPr>
              <a:defRPr/>
            </a:lvl1pPr>
          </a:lstStyle>
          <a:p>
            <a:pPr>
              <a:defRPr/>
            </a:pPr>
            <a:fld id="{8334A6D2-E096-484A-9E7E-37F9C2D75C5E}" type="slidenum">
              <a:rPr lang="en-US" altLang="en-US"/>
              <a:pPr>
                <a:defRPr/>
              </a:pPr>
              <a:t>‹#›</a:t>
            </a:fld>
            <a:endParaRPr lang="en-US" altLang="en-US"/>
          </a:p>
        </p:txBody>
      </p:sp>
    </p:spTree>
    <p:extLst>
      <p:ext uri="{BB962C8B-B14F-4D97-AF65-F5344CB8AC3E}">
        <p14:creationId xmlns:p14="http://schemas.microsoft.com/office/powerpoint/2010/main" val="2571792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24D4CFF-54AD-F94B-A444-E9033286AD5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7D7CC96-411F-7D48-B0D7-19F116399C5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613E005-A245-3F4D-8D79-89D6ACD5F543}"/>
              </a:ext>
            </a:extLst>
          </p:cNvPr>
          <p:cNvSpPr>
            <a:spLocks noGrp="1" noChangeArrowheads="1"/>
          </p:cNvSpPr>
          <p:nvPr>
            <p:ph type="sldNum" sz="quarter" idx="12"/>
          </p:nvPr>
        </p:nvSpPr>
        <p:spPr>
          <a:ln/>
        </p:spPr>
        <p:txBody>
          <a:bodyPr/>
          <a:lstStyle>
            <a:lvl1pPr>
              <a:defRPr/>
            </a:lvl1pPr>
          </a:lstStyle>
          <a:p>
            <a:pPr>
              <a:defRPr/>
            </a:pPr>
            <a:fld id="{12C2DAA9-B937-BB4C-934F-EDDF6788CDEC}" type="slidenum">
              <a:rPr lang="en-US" altLang="en-US"/>
              <a:pPr>
                <a:defRPr/>
              </a:pPr>
              <a:t>‹#›</a:t>
            </a:fld>
            <a:endParaRPr lang="en-US" altLang="en-US"/>
          </a:p>
        </p:txBody>
      </p:sp>
    </p:spTree>
    <p:extLst>
      <p:ext uri="{BB962C8B-B14F-4D97-AF65-F5344CB8AC3E}">
        <p14:creationId xmlns:p14="http://schemas.microsoft.com/office/powerpoint/2010/main" val="1721022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D54472A4-96B0-4745-86D9-BAB83D8C242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2486EEB-F6A0-DF4D-B0FB-11E93F8E2FF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C5D5916-17DF-7C4C-BDC4-1CD6D66D4825}"/>
              </a:ext>
            </a:extLst>
          </p:cNvPr>
          <p:cNvSpPr>
            <a:spLocks noGrp="1" noChangeArrowheads="1"/>
          </p:cNvSpPr>
          <p:nvPr>
            <p:ph type="sldNum" sz="quarter" idx="12"/>
          </p:nvPr>
        </p:nvSpPr>
        <p:spPr>
          <a:ln/>
        </p:spPr>
        <p:txBody>
          <a:bodyPr/>
          <a:lstStyle>
            <a:lvl1pPr>
              <a:defRPr/>
            </a:lvl1pPr>
          </a:lstStyle>
          <a:p>
            <a:pPr>
              <a:defRPr/>
            </a:pPr>
            <a:fld id="{22956814-F5DD-8C48-B78F-2A5835763385}" type="slidenum">
              <a:rPr lang="en-US" altLang="en-US"/>
              <a:pPr>
                <a:defRPr/>
              </a:pPr>
              <a:t>‹#›</a:t>
            </a:fld>
            <a:endParaRPr lang="en-US" altLang="en-US"/>
          </a:p>
        </p:txBody>
      </p:sp>
    </p:spTree>
    <p:extLst>
      <p:ext uri="{BB962C8B-B14F-4D97-AF65-F5344CB8AC3E}">
        <p14:creationId xmlns:p14="http://schemas.microsoft.com/office/powerpoint/2010/main" val="3951959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206C303-2836-5C40-82BF-90FEA74BC32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8F2393D-9D37-6B4E-9F07-7D3FFBE4548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DBE2900-FAD5-934B-A08E-F26BD1ED5145}"/>
              </a:ext>
            </a:extLst>
          </p:cNvPr>
          <p:cNvSpPr>
            <a:spLocks noGrp="1" noChangeArrowheads="1"/>
          </p:cNvSpPr>
          <p:nvPr>
            <p:ph type="sldNum" sz="quarter" idx="12"/>
          </p:nvPr>
        </p:nvSpPr>
        <p:spPr>
          <a:ln/>
        </p:spPr>
        <p:txBody>
          <a:bodyPr/>
          <a:lstStyle>
            <a:lvl1pPr>
              <a:defRPr/>
            </a:lvl1pPr>
          </a:lstStyle>
          <a:p>
            <a:pPr>
              <a:defRPr/>
            </a:pPr>
            <a:fld id="{7B58C011-798E-CD4D-A501-58A43A369782}" type="slidenum">
              <a:rPr lang="en-US" altLang="en-US"/>
              <a:pPr>
                <a:defRPr/>
              </a:pPr>
              <a:t>‹#›</a:t>
            </a:fld>
            <a:endParaRPr lang="en-US" altLang="en-US"/>
          </a:p>
        </p:txBody>
      </p:sp>
    </p:spTree>
    <p:extLst>
      <p:ext uri="{BB962C8B-B14F-4D97-AF65-F5344CB8AC3E}">
        <p14:creationId xmlns:p14="http://schemas.microsoft.com/office/powerpoint/2010/main" val="1636443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2A641D5F-7473-5745-9E3C-CB8AA8AE571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D8A8119C-320F-0641-BAE1-D8ED7676610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D7D2597B-3DA4-4C40-B817-A1B238AF78CD}"/>
              </a:ext>
            </a:extLst>
          </p:cNvPr>
          <p:cNvSpPr>
            <a:spLocks noGrp="1" noChangeArrowheads="1"/>
          </p:cNvSpPr>
          <p:nvPr>
            <p:ph type="sldNum" sz="quarter" idx="12"/>
          </p:nvPr>
        </p:nvSpPr>
        <p:spPr>
          <a:ln/>
        </p:spPr>
        <p:txBody>
          <a:bodyPr/>
          <a:lstStyle>
            <a:lvl1pPr>
              <a:defRPr/>
            </a:lvl1pPr>
          </a:lstStyle>
          <a:p>
            <a:pPr>
              <a:defRPr/>
            </a:pPr>
            <a:fld id="{42DDB487-A788-C14D-B3E6-2F89E49569AC}" type="slidenum">
              <a:rPr lang="en-US" altLang="en-US"/>
              <a:pPr>
                <a:defRPr/>
              </a:pPr>
              <a:t>‹#›</a:t>
            </a:fld>
            <a:endParaRPr lang="en-US" altLang="en-US"/>
          </a:p>
        </p:txBody>
      </p:sp>
    </p:spTree>
    <p:extLst>
      <p:ext uri="{BB962C8B-B14F-4D97-AF65-F5344CB8AC3E}">
        <p14:creationId xmlns:p14="http://schemas.microsoft.com/office/powerpoint/2010/main" val="1614028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0BA7477-AB2F-1345-B74D-AEAAC7E51CE7}"/>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D833EC5E-2E6A-AB45-AE23-9E399C7FBB4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DE84603-5648-1A40-B55E-6D079C01F632}"/>
              </a:ext>
            </a:extLst>
          </p:cNvPr>
          <p:cNvSpPr>
            <a:spLocks noGrp="1" noChangeArrowheads="1"/>
          </p:cNvSpPr>
          <p:nvPr>
            <p:ph type="sldNum" sz="quarter" idx="12"/>
          </p:nvPr>
        </p:nvSpPr>
        <p:spPr>
          <a:ln/>
        </p:spPr>
        <p:txBody>
          <a:bodyPr/>
          <a:lstStyle>
            <a:lvl1pPr>
              <a:defRPr/>
            </a:lvl1pPr>
          </a:lstStyle>
          <a:p>
            <a:pPr>
              <a:defRPr/>
            </a:pPr>
            <a:fld id="{663F639B-D08F-B340-88CE-174DDBB3FED9}" type="slidenum">
              <a:rPr lang="en-US" altLang="en-US"/>
              <a:pPr>
                <a:defRPr/>
              </a:pPr>
              <a:t>‹#›</a:t>
            </a:fld>
            <a:endParaRPr lang="en-US" altLang="en-US"/>
          </a:p>
        </p:txBody>
      </p:sp>
    </p:spTree>
    <p:extLst>
      <p:ext uri="{BB962C8B-B14F-4D97-AF65-F5344CB8AC3E}">
        <p14:creationId xmlns:p14="http://schemas.microsoft.com/office/powerpoint/2010/main" val="3089167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746367E-BB37-1D4B-B3A5-C5288938B3A8}"/>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A4866EE7-D534-D646-9086-AC9BA65C632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036931F1-3655-4640-AD9A-9D0D2D615373}"/>
              </a:ext>
            </a:extLst>
          </p:cNvPr>
          <p:cNvSpPr>
            <a:spLocks noGrp="1" noChangeArrowheads="1"/>
          </p:cNvSpPr>
          <p:nvPr>
            <p:ph type="sldNum" sz="quarter" idx="12"/>
          </p:nvPr>
        </p:nvSpPr>
        <p:spPr>
          <a:ln/>
        </p:spPr>
        <p:txBody>
          <a:bodyPr/>
          <a:lstStyle>
            <a:lvl1pPr>
              <a:defRPr/>
            </a:lvl1pPr>
          </a:lstStyle>
          <a:p>
            <a:pPr>
              <a:defRPr/>
            </a:pPr>
            <a:fld id="{14D4A590-318B-7A46-91E9-B76F3060FF60}" type="slidenum">
              <a:rPr lang="en-US" altLang="en-US"/>
              <a:pPr>
                <a:defRPr/>
              </a:pPr>
              <a:t>‹#›</a:t>
            </a:fld>
            <a:endParaRPr lang="en-US" altLang="en-US"/>
          </a:p>
        </p:txBody>
      </p:sp>
    </p:spTree>
    <p:extLst>
      <p:ext uri="{BB962C8B-B14F-4D97-AF65-F5344CB8AC3E}">
        <p14:creationId xmlns:p14="http://schemas.microsoft.com/office/powerpoint/2010/main" val="3079068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27541"/>
            <a:ext cx="3008313" cy="96837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27545"/>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195920"/>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B1E93E4-D421-0349-9423-D5A5136A13F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44FD68D-F247-D848-B9E3-A73CBF6B98A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CC983BC-B242-4D4F-81CC-51C0CE478F6C}"/>
              </a:ext>
            </a:extLst>
          </p:cNvPr>
          <p:cNvSpPr>
            <a:spLocks noGrp="1" noChangeArrowheads="1"/>
          </p:cNvSpPr>
          <p:nvPr>
            <p:ph type="sldNum" sz="quarter" idx="12"/>
          </p:nvPr>
        </p:nvSpPr>
        <p:spPr>
          <a:ln/>
        </p:spPr>
        <p:txBody>
          <a:bodyPr/>
          <a:lstStyle>
            <a:lvl1pPr>
              <a:defRPr/>
            </a:lvl1pPr>
          </a:lstStyle>
          <a:p>
            <a:pPr>
              <a:defRPr/>
            </a:pPr>
            <a:fld id="{20AD0DDF-80AA-EC45-BB81-667E94E9CB0B}" type="slidenum">
              <a:rPr lang="en-US" altLang="en-US"/>
              <a:pPr>
                <a:defRPr/>
              </a:pPr>
              <a:t>‹#›</a:t>
            </a:fld>
            <a:endParaRPr lang="en-US" altLang="en-US"/>
          </a:p>
        </p:txBody>
      </p:sp>
    </p:spTree>
    <p:extLst>
      <p:ext uri="{BB962C8B-B14F-4D97-AF65-F5344CB8AC3E}">
        <p14:creationId xmlns:p14="http://schemas.microsoft.com/office/powerpoint/2010/main" val="1390165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3"/>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5A5EAAA-2108-064C-ADA4-95E6101CB59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57E0377-EE00-B348-A8D2-B4532FDFE60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69A20D33-3905-1649-85B5-CF8E2B1F53C5}"/>
              </a:ext>
            </a:extLst>
          </p:cNvPr>
          <p:cNvSpPr>
            <a:spLocks noGrp="1" noChangeArrowheads="1"/>
          </p:cNvSpPr>
          <p:nvPr>
            <p:ph type="sldNum" sz="quarter" idx="12"/>
          </p:nvPr>
        </p:nvSpPr>
        <p:spPr>
          <a:ln/>
        </p:spPr>
        <p:txBody>
          <a:bodyPr/>
          <a:lstStyle>
            <a:lvl1pPr>
              <a:defRPr/>
            </a:lvl1pPr>
          </a:lstStyle>
          <a:p>
            <a:pPr>
              <a:defRPr/>
            </a:pPr>
            <a:fld id="{5A9EEA35-17A9-5A47-891C-1D67539AE799}" type="slidenum">
              <a:rPr lang="en-US" altLang="en-US"/>
              <a:pPr>
                <a:defRPr/>
              </a:pPr>
              <a:t>‹#›</a:t>
            </a:fld>
            <a:endParaRPr lang="en-US" altLang="en-US"/>
          </a:p>
        </p:txBody>
      </p:sp>
    </p:spTree>
    <p:extLst>
      <p:ext uri="{BB962C8B-B14F-4D97-AF65-F5344CB8AC3E}">
        <p14:creationId xmlns:p14="http://schemas.microsoft.com/office/powerpoint/2010/main" val="1207016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16170915-81B5-FB48-A887-B25F491E266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BF93C59-E0BC-304E-98E4-5D64397254D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066FC4F-750F-694F-AAE6-93F5BD89029E}"/>
              </a:ext>
            </a:extLst>
          </p:cNvPr>
          <p:cNvSpPr>
            <a:spLocks noGrp="1" noChangeArrowheads="1"/>
          </p:cNvSpPr>
          <p:nvPr>
            <p:ph type="sldNum" sz="quarter" idx="12"/>
          </p:nvPr>
        </p:nvSpPr>
        <p:spPr>
          <a:ln/>
        </p:spPr>
        <p:txBody>
          <a:bodyPr/>
          <a:lstStyle>
            <a:lvl1pPr>
              <a:defRPr/>
            </a:lvl1pPr>
          </a:lstStyle>
          <a:p>
            <a:pPr>
              <a:defRPr/>
            </a:pPr>
            <a:fld id="{EF5D9A56-0D72-1F4C-92AA-346ABF67FACD}" type="slidenum">
              <a:rPr lang="en-US" altLang="en-US"/>
              <a:pPr>
                <a:defRPr/>
              </a:pPr>
              <a:t>‹#›</a:t>
            </a:fld>
            <a:endParaRPr lang="en-US" altLang="en-US"/>
          </a:p>
        </p:txBody>
      </p:sp>
    </p:spTree>
    <p:extLst>
      <p:ext uri="{BB962C8B-B14F-4D97-AF65-F5344CB8AC3E}">
        <p14:creationId xmlns:p14="http://schemas.microsoft.com/office/powerpoint/2010/main" val="2067093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4E4AC20-0031-4345-8C22-43A152571DA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1A06C0C-E850-094E-868A-04E8BBE81CB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25F22B8-F32A-DF4C-B2D3-51A7413D53CA}"/>
              </a:ext>
            </a:extLst>
          </p:cNvPr>
          <p:cNvSpPr>
            <a:spLocks noGrp="1" noChangeArrowheads="1"/>
          </p:cNvSpPr>
          <p:nvPr>
            <p:ph type="sldNum" sz="quarter" idx="12"/>
          </p:nvPr>
        </p:nvSpPr>
        <p:spPr>
          <a:ln/>
        </p:spPr>
        <p:txBody>
          <a:bodyPr/>
          <a:lstStyle>
            <a:lvl1pPr>
              <a:defRPr/>
            </a:lvl1pPr>
          </a:lstStyle>
          <a:p>
            <a:pPr>
              <a:defRPr/>
            </a:pPr>
            <a:fld id="{9A3A85BE-5820-9C44-B412-932941D089A1}" type="slidenum">
              <a:rPr lang="en-US" altLang="en-US"/>
              <a:pPr>
                <a:defRPr/>
              </a:pPr>
              <a:t>‹#›</a:t>
            </a:fld>
            <a:endParaRPr lang="en-US" altLang="en-US"/>
          </a:p>
        </p:txBody>
      </p:sp>
    </p:spTree>
    <p:extLst>
      <p:ext uri="{BB962C8B-B14F-4D97-AF65-F5344CB8AC3E}">
        <p14:creationId xmlns:p14="http://schemas.microsoft.com/office/powerpoint/2010/main" val="14939711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6"/>
            <a:ext cx="8229600" cy="952500"/>
          </a:xfrm>
        </p:spPr>
        <p:txBody>
          <a:bodyPr/>
          <a:lstStyle/>
          <a:p>
            <a:r>
              <a:rPr lang="en-US"/>
              <a:t>Click to edit Master title style</a:t>
            </a:r>
          </a:p>
        </p:txBody>
      </p:sp>
      <p:sp>
        <p:nvSpPr>
          <p:cNvPr id="3" name="Content Placeholder 2"/>
          <p:cNvSpPr>
            <a:spLocks noGrp="1"/>
          </p:cNvSpPr>
          <p:nvPr>
            <p:ph sz="quarter" idx="1"/>
          </p:nvPr>
        </p:nvSpPr>
        <p:spPr>
          <a:xfrm>
            <a:off x="457200" y="1333502"/>
            <a:ext cx="4038600" cy="18216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7200" y="3282160"/>
            <a:ext cx="4038600" cy="18229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648200" y="1333501"/>
            <a:ext cx="4038600" cy="37716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598048DD-E676-9C4B-9D09-3A919C61D8C9}"/>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354FC213-C98F-4542-A7E3-33229256131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73038B1E-C10B-BD41-B061-F43ABCE307ED}"/>
              </a:ext>
            </a:extLst>
          </p:cNvPr>
          <p:cNvSpPr>
            <a:spLocks noGrp="1" noChangeArrowheads="1"/>
          </p:cNvSpPr>
          <p:nvPr>
            <p:ph type="sldNum" sz="quarter" idx="12"/>
          </p:nvPr>
        </p:nvSpPr>
        <p:spPr>
          <a:ln/>
        </p:spPr>
        <p:txBody>
          <a:bodyPr/>
          <a:lstStyle>
            <a:lvl1pPr>
              <a:defRPr/>
            </a:lvl1pPr>
          </a:lstStyle>
          <a:p>
            <a:pPr>
              <a:defRPr/>
            </a:pPr>
            <a:fld id="{33EFEE86-9980-1D41-910B-5F9BB969F9D7}" type="slidenum">
              <a:rPr lang="en-US" altLang="en-US"/>
              <a:pPr>
                <a:defRPr/>
              </a:pPr>
              <a:t>‹#›</a:t>
            </a:fld>
            <a:endParaRPr lang="en-US" altLang="en-US"/>
          </a:p>
        </p:txBody>
      </p:sp>
    </p:spTree>
    <p:extLst>
      <p:ext uri="{BB962C8B-B14F-4D97-AF65-F5344CB8AC3E}">
        <p14:creationId xmlns:p14="http://schemas.microsoft.com/office/powerpoint/2010/main" val="3211705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945BC47D-5F3F-4244-8276-82AE94F95720}"/>
              </a:ext>
            </a:extLst>
          </p:cNvPr>
          <p:cNvSpPr>
            <a:spLocks noGrp="1"/>
          </p:cNvSpPr>
          <p:nvPr>
            <p:ph type="dt" sz="half" idx="10"/>
          </p:nvPr>
        </p:nvSpPr>
        <p:spPr/>
        <p:txBody>
          <a:bodyPr/>
          <a:lstStyle>
            <a:lvl1pPr defTabSz="914400">
              <a:defRPr/>
            </a:lvl1pPr>
          </a:lstStyle>
          <a:p>
            <a:pPr>
              <a:defRPr/>
            </a:pPr>
            <a:fld id="{57BCCE02-0989-B948-B086-5CC4D63A49D0}" type="datetime1">
              <a:rPr lang="en-US" altLang="en-US"/>
              <a:pPr>
                <a:defRPr/>
              </a:pPr>
              <a:t>2/3/25</a:t>
            </a:fld>
            <a:endParaRPr lang="en-US" altLang="en-US"/>
          </a:p>
        </p:txBody>
      </p:sp>
      <p:sp>
        <p:nvSpPr>
          <p:cNvPr id="5" name="Footer Placeholder 4">
            <a:extLst>
              <a:ext uri="{FF2B5EF4-FFF2-40B4-BE49-F238E27FC236}">
                <a16:creationId xmlns:a16="http://schemas.microsoft.com/office/drawing/2014/main" id="{28328C39-2013-5F4A-9CF2-9D300C1E4626}"/>
              </a:ext>
            </a:extLst>
          </p:cNvPr>
          <p:cNvSpPr>
            <a:spLocks noGrp="1"/>
          </p:cNvSpPr>
          <p:nvPr>
            <p:ph type="ftr" sz="quarter" idx="11"/>
          </p:nvPr>
        </p:nvSpPr>
        <p:spPr/>
        <p:txBody>
          <a:bodyPr/>
          <a:lstStyle>
            <a:lvl1pPr defTabSz="914400">
              <a:defRPr/>
            </a:lvl1pPr>
          </a:lstStyle>
          <a:p>
            <a:pPr>
              <a:defRPr/>
            </a:pPr>
            <a:endParaRPr lang="en-US"/>
          </a:p>
        </p:txBody>
      </p:sp>
      <p:sp>
        <p:nvSpPr>
          <p:cNvPr id="6" name="Slide Number Placeholder 5">
            <a:extLst>
              <a:ext uri="{FF2B5EF4-FFF2-40B4-BE49-F238E27FC236}">
                <a16:creationId xmlns:a16="http://schemas.microsoft.com/office/drawing/2014/main" id="{F5576C1B-7C30-1F4C-8870-19C0AF386F0C}"/>
              </a:ext>
            </a:extLst>
          </p:cNvPr>
          <p:cNvSpPr>
            <a:spLocks noGrp="1"/>
          </p:cNvSpPr>
          <p:nvPr>
            <p:ph type="sldNum" sz="quarter" idx="12"/>
          </p:nvPr>
        </p:nvSpPr>
        <p:spPr/>
        <p:txBody>
          <a:bodyPr/>
          <a:lstStyle>
            <a:lvl1pPr defTabSz="914400">
              <a:defRPr/>
            </a:lvl1pPr>
          </a:lstStyle>
          <a:p>
            <a:pPr>
              <a:defRPr/>
            </a:pPr>
            <a:fld id="{C9D2E6DF-1421-7D4D-8795-5A5CFBD61232}" type="slidenum">
              <a:rPr lang="en-US" altLang="en-US"/>
              <a:pPr>
                <a:defRPr/>
              </a:pPr>
              <a:t>‹#›</a:t>
            </a:fld>
            <a:endParaRPr lang="en-US" altLang="en-US"/>
          </a:p>
        </p:txBody>
      </p:sp>
    </p:spTree>
    <p:extLst>
      <p:ext uri="{BB962C8B-B14F-4D97-AF65-F5344CB8AC3E}">
        <p14:creationId xmlns:p14="http://schemas.microsoft.com/office/powerpoint/2010/main" val="2063449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01ED01-D11E-144B-A274-C3E5C6A75155}"/>
              </a:ext>
            </a:extLst>
          </p:cNvPr>
          <p:cNvSpPr>
            <a:spLocks noGrp="1"/>
          </p:cNvSpPr>
          <p:nvPr>
            <p:ph type="dt" sz="half" idx="10"/>
          </p:nvPr>
        </p:nvSpPr>
        <p:spPr/>
        <p:txBody>
          <a:bodyPr/>
          <a:lstStyle>
            <a:lvl1pPr defTabSz="914400">
              <a:defRPr/>
            </a:lvl1pPr>
          </a:lstStyle>
          <a:p>
            <a:pPr>
              <a:defRPr/>
            </a:pPr>
            <a:fld id="{D42FABDF-B894-E94A-93E2-FABF9C726614}" type="datetime1">
              <a:rPr lang="en-US" altLang="en-US"/>
              <a:pPr>
                <a:defRPr/>
              </a:pPr>
              <a:t>2/3/25</a:t>
            </a:fld>
            <a:endParaRPr lang="en-US" altLang="en-US"/>
          </a:p>
        </p:txBody>
      </p:sp>
      <p:sp>
        <p:nvSpPr>
          <p:cNvPr id="5" name="Footer Placeholder 4">
            <a:extLst>
              <a:ext uri="{FF2B5EF4-FFF2-40B4-BE49-F238E27FC236}">
                <a16:creationId xmlns:a16="http://schemas.microsoft.com/office/drawing/2014/main" id="{E0B4E2E5-0F72-264B-BA51-EED5359E3005}"/>
              </a:ext>
            </a:extLst>
          </p:cNvPr>
          <p:cNvSpPr>
            <a:spLocks noGrp="1"/>
          </p:cNvSpPr>
          <p:nvPr>
            <p:ph type="ftr" sz="quarter" idx="11"/>
          </p:nvPr>
        </p:nvSpPr>
        <p:spPr/>
        <p:txBody>
          <a:bodyPr/>
          <a:lstStyle>
            <a:lvl1pPr defTabSz="914400">
              <a:defRPr/>
            </a:lvl1pPr>
          </a:lstStyle>
          <a:p>
            <a:pPr>
              <a:defRPr/>
            </a:pPr>
            <a:endParaRPr lang="en-US"/>
          </a:p>
        </p:txBody>
      </p:sp>
      <p:sp>
        <p:nvSpPr>
          <p:cNvPr id="6" name="Slide Number Placeholder 5">
            <a:extLst>
              <a:ext uri="{FF2B5EF4-FFF2-40B4-BE49-F238E27FC236}">
                <a16:creationId xmlns:a16="http://schemas.microsoft.com/office/drawing/2014/main" id="{DBB8ED25-F9C4-CB4A-AA28-81C10D52B77A}"/>
              </a:ext>
            </a:extLst>
          </p:cNvPr>
          <p:cNvSpPr>
            <a:spLocks noGrp="1"/>
          </p:cNvSpPr>
          <p:nvPr>
            <p:ph type="sldNum" sz="quarter" idx="12"/>
          </p:nvPr>
        </p:nvSpPr>
        <p:spPr/>
        <p:txBody>
          <a:bodyPr/>
          <a:lstStyle>
            <a:lvl1pPr defTabSz="914400">
              <a:defRPr/>
            </a:lvl1pPr>
          </a:lstStyle>
          <a:p>
            <a:pPr>
              <a:defRPr/>
            </a:pPr>
            <a:fld id="{CF1A8F8C-F2F4-1F42-BE67-ABE1FE1FD04E}" type="slidenum">
              <a:rPr lang="en-US" altLang="en-US"/>
              <a:pPr>
                <a:defRPr/>
              </a:pPr>
              <a:t>‹#›</a:t>
            </a:fld>
            <a:endParaRPr lang="en-US" altLang="en-US"/>
          </a:p>
        </p:txBody>
      </p:sp>
    </p:spTree>
    <p:extLst>
      <p:ext uri="{BB962C8B-B14F-4D97-AF65-F5344CB8AC3E}">
        <p14:creationId xmlns:p14="http://schemas.microsoft.com/office/powerpoint/2010/main" val="1586427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7"/>
            <a:ext cx="7772400" cy="113506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1AF1F9-9B54-B74E-A006-6FEBA537744F}"/>
              </a:ext>
            </a:extLst>
          </p:cNvPr>
          <p:cNvSpPr>
            <a:spLocks noGrp="1"/>
          </p:cNvSpPr>
          <p:nvPr>
            <p:ph type="dt" sz="half" idx="10"/>
          </p:nvPr>
        </p:nvSpPr>
        <p:spPr/>
        <p:txBody>
          <a:bodyPr/>
          <a:lstStyle>
            <a:lvl1pPr defTabSz="914400">
              <a:defRPr/>
            </a:lvl1pPr>
          </a:lstStyle>
          <a:p>
            <a:pPr>
              <a:defRPr/>
            </a:pPr>
            <a:fld id="{EE78A228-BA93-F348-9F5C-81129CC2AF0E}" type="datetime1">
              <a:rPr lang="en-US" altLang="en-US"/>
              <a:pPr>
                <a:defRPr/>
              </a:pPr>
              <a:t>2/3/25</a:t>
            </a:fld>
            <a:endParaRPr lang="en-US" altLang="en-US"/>
          </a:p>
        </p:txBody>
      </p:sp>
      <p:sp>
        <p:nvSpPr>
          <p:cNvPr id="5" name="Footer Placeholder 4">
            <a:extLst>
              <a:ext uri="{FF2B5EF4-FFF2-40B4-BE49-F238E27FC236}">
                <a16:creationId xmlns:a16="http://schemas.microsoft.com/office/drawing/2014/main" id="{44EB6CC2-58B1-104A-A65B-AA82C54DBBEE}"/>
              </a:ext>
            </a:extLst>
          </p:cNvPr>
          <p:cNvSpPr>
            <a:spLocks noGrp="1"/>
          </p:cNvSpPr>
          <p:nvPr>
            <p:ph type="ftr" sz="quarter" idx="11"/>
          </p:nvPr>
        </p:nvSpPr>
        <p:spPr/>
        <p:txBody>
          <a:bodyPr/>
          <a:lstStyle>
            <a:lvl1pPr defTabSz="914400">
              <a:defRPr/>
            </a:lvl1pPr>
          </a:lstStyle>
          <a:p>
            <a:pPr>
              <a:defRPr/>
            </a:pPr>
            <a:endParaRPr lang="en-US"/>
          </a:p>
        </p:txBody>
      </p:sp>
      <p:sp>
        <p:nvSpPr>
          <p:cNvPr id="6" name="Slide Number Placeholder 5">
            <a:extLst>
              <a:ext uri="{FF2B5EF4-FFF2-40B4-BE49-F238E27FC236}">
                <a16:creationId xmlns:a16="http://schemas.microsoft.com/office/drawing/2014/main" id="{68D304F2-E4B9-8741-B9D1-8A51B7393447}"/>
              </a:ext>
            </a:extLst>
          </p:cNvPr>
          <p:cNvSpPr>
            <a:spLocks noGrp="1"/>
          </p:cNvSpPr>
          <p:nvPr>
            <p:ph type="sldNum" sz="quarter" idx="12"/>
          </p:nvPr>
        </p:nvSpPr>
        <p:spPr/>
        <p:txBody>
          <a:bodyPr/>
          <a:lstStyle>
            <a:lvl1pPr defTabSz="914400">
              <a:defRPr/>
            </a:lvl1pPr>
          </a:lstStyle>
          <a:p>
            <a:pPr>
              <a:defRPr/>
            </a:pPr>
            <a:fld id="{0DDC7F87-7A7A-B649-9CBD-BDE880D2F62F}" type="slidenum">
              <a:rPr lang="en-US" altLang="en-US"/>
              <a:pPr>
                <a:defRPr/>
              </a:pPr>
              <a:t>‹#›</a:t>
            </a:fld>
            <a:endParaRPr lang="en-US" altLang="en-US"/>
          </a:p>
        </p:txBody>
      </p:sp>
    </p:spTree>
    <p:extLst>
      <p:ext uri="{BB962C8B-B14F-4D97-AF65-F5344CB8AC3E}">
        <p14:creationId xmlns:p14="http://schemas.microsoft.com/office/powerpoint/2010/main" val="35822234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0"/>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0"/>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3914B299-70A7-4142-829F-346B184B7361}"/>
              </a:ext>
            </a:extLst>
          </p:cNvPr>
          <p:cNvSpPr>
            <a:spLocks noGrp="1"/>
          </p:cNvSpPr>
          <p:nvPr>
            <p:ph type="dt" sz="half" idx="10"/>
          </p:nvPr>
        </p:nvSpPr>
        <p:spPr/>
        <p:txBody>
          <a:bodyPr/>
          <a:lstStyle>
            <a:lvl1pPr defTabSz="914400">
              <a:defRPr/>
            </a:lvl1pPr>
          </a:lstStyle>
          <a:p>
            <a:pPr>
              <a:defRPr/>
            </a:pPr>
            <a:fld id="{C19A7D28-9AB4-6144-8F4C-E1EE0D49F346}" type="datetime1">
              <a:rPr lang="en-US" altLang="en-US"/>
              <a:pPr>
                <a:defRPr/>
              </a:pPr>
              <a:t>2/3/25</a:t>
            </a:fld>
            <a:endParaRPr lang="en-US" altLang="en-US"/>
          </a:p>
        </p:txBody>
      </p:sp>
      <p:sp>
        <p:nvSpPr>
          <p:cNvPr id="6" name="Footer Placeholder 4">
            <a:extLst>
              <a:ext uri="{FF2B5EF4-FFF2-40B4-BE49-F238E27FC236}">
                <a16:creationId xmlns:a16="http://schemas.microsoft.com/office/drawing/2014/main" id="{4E2469C9-E21F-0B4F-98C9-4677DD6F1A19}"/>
              </a:ext>
            </a:extLst>
          </p:cNvPr>
          <p:cNvSpPr>
            <a:spLocks noGrp="1"/>
          </p:cNvSpPr>
          <p:nvPr>
            <p:ph type="ftr" sz="quarter" idx="11"/>
          </p:nvPr>
        </p:nvSpPr>
        <p:spPr/>
        <p:txBody>
          <a:bodyPr/>
          <a:lstStyle>
            <a:lvl1pPr defTabSz="914400">
              <a:defRPr/>
            </a:lvl1pPr>
          </a:lstStyle>
          <a:p>
            <a:pPr>
              <a:defRPr/>
            </a:pPr>
            <a:endParaRPr lang="en-US"/>
          </a:p>
        </p:txBody>
      </p:sp>
      <p:sp>
        <p:nvSpPr>
          <p:cNvPr id="7" name="Slide Number Placeholder 5">
            <a:extLst>
              <a:ext uri="{FF2B5EF4-FFF2-40B4-BE49-F238E27FC236}">
                <a16:creationId xmlns:a16="http://schemas.microsoft.com/office/drawing/2014/main" id="{38FE7FF7-CCA8-B344-866A-B2A65B80D0E9}"/>
              </a:ext>
            </a:extLst>
          </p:cNvPr>
          <p:cNvSpPr>
            <a:spLocks noGrp="1"/>
          </p:cNvSpPr>
          <p:nvPr>
            <p:ph type="sldNum" sz="quarter" idx="12"/>
          </p:nvPr>
        </p:nvSpPr>
        <p:spPr/>
        <p:txBody>
          <a:bodyPr/>
          <a:lstStyle>
            <a:lvl1pPr defTabSz="914400">
              <a:defRPr/>
            </a:lvl1pPr>
          </a:lstStyle>
          <a:p>
            <a:pPr>
              <a:defRPr/>
            </a:pPr>
            <a:fld id="{D289D765-31FE-1E44-B32F-A076A3BCF316}" type="slidenum">
              <a:rPr lang="en-US" altLang="en-US"/>
              <a:pPr>
                <a:defRPr/>
              </a:pPr>
              <a:t>‹#›</a:t>
            </a:fld>
            <a:endParaRPr lang="en-US" altLang="en-US"/>
          </a:p>
        </p:txBody>
      </p:sp>
    </p:spTree>
    <p:extLst>
      <p:ext uri="{BB962C8B-B14F-4D97-AF65-F5344CB8AC3E}">
        <p14:creationId xmlns:p14="http://schemas.microsoft.com/office/powerpoint/2010/main" val="2139167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4D829AF-3357-0440-9B32-8021905ED040}"/>
              </a:ext>
            </a:extLst>
          </p:cNvPr>
          <p:cNvSpPr>
            <a:spLocks noGrp="1"/>
          </p:cNvSpPr>
          <p:nvPr>
            <p:ph type="dt" sz="half" idx="10"/>
          </p:nvPr>
        </p:nvSpPr>
        <p:spPr/>
        <p:txBody>
          <a:bodyPr/>
          <a:lstStyle>
            <a:lvl1pPr defTabSz="914400">
              <a:defRPr/>
            </a:lvl1pPr>
          </a:lstStyle>
          <a:p>
            <a:pPr>
              <a:defRPr/>
            </a:pPr>
            <a:fld id="{274680A5-25B0-D443-867F-C64374978B45}" type="datetime1">
              <a:rPr lang="en-US" altLang="en-US"/>
              <a:pPr>
                <a:defRPr/>
              </a:pPr>
              <a:t>2/3/25</a:t>
            </a:fld>
            <a:endParaRPr lang="en-US" altLang="en-US"/>
          </a:p>
        </p:txBody>
      </p:sp>
      <p:sp>
        <p:nvSpPr>
          <p:cNvPr id="8" name="Footer Placeholder 4">
            <a:extLst>
              <a:ext uri="{FF2B5EF4-FFF2-40B4-BE49-F238E27FC236}">
                <a16:creationId xmlns:a16="http://schemas.microsoft.com/office/drawing/2014/main" id="{CA16CAEB-A867-F740-9226-FF764AFBBBC2}"/>
              </a:ext>
            </a:extLst>
          </p:cNvPr>
          <p:cNvSpPr>
            <a:spLocks noGrp="1"/>
          </p:cNvSpPr>
          <p:nvPr>
            <p:ph type="ftr" sz="quarter" idx="11"/>
          </p:nvPr>
        </p:nvSpPr>
        <p:spPr/>
        <p:txBody>
          <a:bodyPr/>
          <a:lstStyle>
            <a:lvl1pPr defTabSz="914400">
              <a:defRPr/>
            </a:lvl1pPr>
          </a:lstStyle>
          <a:p>
            <a:pPr>
              <a:defRPr/>
            </a:pPr>
            <a:endParaRPr lang="en-US"/>
          </a:p>
        </p:txBody>
      </p:sp>
      <p:sp>
        <p:nvSpPr>
          <p:cNvPr id="9" name="Slide Number Placeholder 5">
            <a:extLst>
              <a:ext uri="{FF2B5EF4-FFF2-40B4-BE49-F238E27FC236}">
                <a16:creationId xmlns:a16="http://schemas.microsoft.com/office/drawing/2014/main" id="{BDB2D785-BC37-A34D-BF8C-4BDAF2E43FDD}"/>
              </a:ext>
            </a:extLst>
          </p:cNvPr>
          <p:cNvSpPr>
            <a:spLocks noGrp="1"/>
          </p:cNvSpPr>
          <p:nvPr>
            <p:ph type="sldNum" sz="quarter" idx="12"/>
          </p:nvPr>
        </p:nvSpPr>
        <p:spPr/>
        <p:txBody>
          <a:bodyPr/>
          <a:lstStyle>
            <a:lvl1pPr defTabSz="914400">
              <a:defRPr/>
            </a:lvl1pPr>
          </a:lstStyle>
          <a:p>
            <a:pPr>
              <a:defRPr/>
            </a:pPr>
            <a:fld id="{7DFB9487-F009-9642-AD91-A983ADF231C4}" type="slidenum">
              <a:rPr lang="en-US" altLang="en-US"/>
              <a:pPr>
                <a:defRPr/>
              </a:pPr>
              <a:t>‹#›</a:t>
            </a:fld>
            <a:endParaRPr lang="en-US" altLang="en-US"/>
          </a:p>
        </p:txBody>
      </p:sp>
    </p:spTree>
    <p:extLst>
      <p:ext uri="{BB962C8B-B14F-4D97-AF65-F5344CB8AC3E}">
        <p14:creationId xmlns:p14="http://schemas.microsoft.com/office/powerpoint/2010/main" val="11003062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0EA157F5-B7CB-A44E-882D-9940C8AFDE45}"/>
              </a:ext>
            </a:extLst>
          </p:cNvPr>
          <p:cNvSpPr>
            <a:spLocks noGrp="1"/>
          </p:cNvSpPr>
          <p:nvPr>
            <p:ph type="dt" sz="half" idx="10"/>
          </p:nvPr>
        </p:nvSpPr>
        <p:spPr/>
        <p:txBody>
          <a:bodyPr/>
          <a:lstStyle>
            <a:lvl1pPr defTabSz="914400">
              <a:defRPr/>
            </a:lvl1pPr>
          </a:lstStyle>
          <a:p>
            <a:pPr>
              <a:defRPr/>
            </a:pPr>
            <a:fld id="{09BAA0D4-56DB-1040-B3F2-28C12E36A361}" type="datetime1">
              <a:rPr lang="en-US" altLang="en-US"/>
              <a:pPr>
                <a:defRPr/>
              </a:pPr>
              <a:t>2/3/25</a:t>
            </a:fld>
            <a:endParaRPr lang="en-US" altLang="en-US"/>
          </a:p>
        </p:txBody>
      </p:sp>
      <p:sp>
        <p:nvSpPr>
          <p:cNvPr id="4" name="Footer Placeholder 4">
            <a:extLst>
              <a:ext uri="{FF2B5EF4-FFF2-40B4-BE49-F238E27FC236}">
                <a16:creationId xmlns:a16="http://schemas.microsoft.com/office/drawing/2014/main" id="{8D7EF045-204D-884D-91A0-C1507CE8EADD}"/>
              </a:ext>
            </a:extLst>
          </p:cNvPr>
          <p:cNvSpPr>
            <a:spLocks noGrp="1"/>
          </p:cNvSpPr>
          <p:nvPr>
            <p:ph type="ftr" sz="quarter" idx="11"/>
          </p:nvPr>
        </p:nvSpPr>
        <p:spPr/>
        <p:txBody>
          <a:bodyPr/>
          <a:lstStyle>
            <a:lvl1pPr defTabSz="914400">
              <a:defRPr/>
            </a:lvl1pPr>
          </a:lstStyle>
          <a:p>
            <a:pPr>
              <a:defRPr/>
            </a:pPr>
            <a:endParaRPr lang="en-US"/>
          </a:p>
        </p:txBody>
      </p:sp>
      <p:sp>
        <p:nvSpPr>
          <p:cNvPr id="5" name="Slide Number Placeholder 5">
            <a:extLst>
              <a:ext uri="{FF2B5EF4-FFF2-40B4-BE49-F238E27FC236}">
                <a16:creationId xmlns:a16="http://schemas.microsoft.com/office/drawing/2014/main" id="{94C1349D-5543-544F-99B0-A1661D49DD97}"/>
              </a:ext>
            </a:extLst>
          </p:cNvPr>
          <p:cNvSpPr>
            <a:spLocks noGrp="1"/>
          </p:cNvSpPr>
          <p:nvPr>
            <p:ph type="sldNum" sz="quarter" idx="12"/>
          </p:nvPr>
        </p:nvSpPr>
        <p:spPr/>
        <p:txBody>
          <a:bodyPr/>
          <a:lstStyle>
            <a:lvl1pPr defTabSz="914400">
              <a:defRPr/>
            </a:lvl1pPr>
          </a:lstStyle>
          <a:p>
            <a:pPr>
              <a:defRPr/>
            </a:pPr>
            <a:fld id="{5CFA28E3-3D17-824C-9C8D-80B9D0E41ED3}" type="slidenum">
              <a:rPr lang="en-US" altLang="en-US"/>
              <a:pPr>
                <a:defRPr/>
              </a:pPr>
              <a:t>‹#›</a:t>
            </a:fld>
            <a:endParaRPr lang="en-US" altLang="en-US"/>
          </a:p>
        </p:txBody>
      </p:sp>
    </p:spTree>
    <p:extLst>
      <p:ext uri="{BB962C8B-B14F-4D97-AF65-F5344CB8AC3E}">
        <p14:creationId xmlns:p14="http://schemas.microsoft.com/office/powerpoint/2010/main" val="42784683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D2C24DD-E2AD-BC4B-AB4D-91E9C5C269BC}"/>
              </a:ext>
            </a:extLst>
          </p:cNvPr>
          <p:cNvSpPr>
            <a:spLocks noGrp="1"/>
          </p:cNvSpPr>
          <p:nvPr>
            <p:ph type="dt" sz="half" idx="10"/>
          </p:nvPr>
        </p:nvSpPr>
        <p:spPr/>
        <p:txBody>
          <a:bodyPr/>
          <a:lstStyle>
            <a:lvl1pPr defTabSz="914400">
              <a:defRPr/>
            </a:lvl1pPr>
          </a:lstStyle>
          <a:p>
            <a:pPr>
              <a:defRPr/>
            </a:pPr>
            <a:fld id="{AD787381-71EA-FD44-90D0-6064FB1268AC}" type="datetime1">
              <a:rPr lang="en-US" altLang="en-US"/>
              <a:pPr>
                <a:defRPr/>
              </a:pPr>
              <a:t>2/3/25</a:t>
            </a:fld>
            <a:endParaRPr lang="en-US" altLang="en-US"/>
          </a:p>
        </p:txBody>
      </p:sp>
      <p:sp>
        <p:nvSpPr>
          <p:cNvPr id="3" name="Footer Placeholder 4">
            <a:extLst>
              <a:ext uri="{FF2B5EF4-FFF2-40B4-BE49-F238E27FC236}">
                <a16:creationId xmlns:a16="http://schemas.microsoft.com/office/drawing/2014/main" id="{C46FD174-75C6-034C-937F-9257A26463C9}"/>
              </a:ext>
            </a:extLst>
          </p:cNvPr>
          <p:cNvSpPr>
            <a:spLocks noGrp="1"/>
          </p:cNvSpPr>
          <p:nvPr>
            <p:ph type="ftr" sz="quarter" idx="11"/>
          </p:nvPr>
        </p:nvSpPr>
        <p:spPr/>
        <p:txBody>
          <a:bodyPr/>
          <a:lstStyle>
            <a:lvl1pPr defTabSz="914400">
              <a:defRPr/>
            </a:lvl1pPr>
          </a:lstStyle>
          <a:p>
            <a:pPr>
              <a:defRPr/>
            </a:pPr>
            <a:endParaRPr lang="en-US"/>
          </a:p>
        </p:txBody>
      </p:sp>
      <p:sp>
        <p:nvSpPr>
          <p:cNvPr id="4" name="Slide Number Placeholder 5">
            <a:extLst>
              <a:ext uri="{FF2B5EF4-FFF2-40B4-BE49-F238E27FC236}">
                <a16:creationId xmlns:a16="http://schemas.microsoft.com/office/drawing/2014/main" id="{722DBC52-66FD-174B-ABCB-F7B9341F47F1}"/>
              </a:ext>
            </a:extLst>
          </p:cNvPr>
          <p:cNvSpPr>
            <a:spLocks noGrp="1"/>
          </p:cNvSpPr>
          <p:nvPr>
            <p:ph type="sldNum" sz="quarter" idx="12"/>
          </p:nvPr>
        </p:nvSpPr>
        <p:spPr/>
        <p:txBody>
          <a:bodyPr/>
          <a:lstStyle>
            <a:lvl1pPr defTabSz="914400">
              <a:defRPr/>
            </a:lvl1pPr>
          </a:lstStyle>
          <a:p>
            <a:pPr>
              <a:defRPr/>
            </a:pPr>
            <a:fld id="{DA9A1B26-697D-E24F-AFF0-D1883FEC8F67}" type="slidenum">
              <a:rPr lang="en-US" altLang="en-US"/>
              <a:pPr>
                <a:defRPr/>
              </a:pPr>
              <a:t>‹#›</a:t>
            </a:fld>
            <a:endParaRPr lang="en-US" altLang="en-US"/>
          </a:p>
        </p:txBody>
      </p:sp>
    </p:spTree>
    <p:extLst>
      <p:ext uri="{BB962C8B-B14F-4D97-AF65-F5344CB8AC3E}">
        <p14:creationId xmlns:p14="http://schemas.microsoft.com/office/powerpoint/2010/main" val="19731265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27542"/>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195917"/>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59E021D-A5CB-AF4C-8163-F262C193129F}"/>
              </a:ext>
            </a:extLst>
          </p:cNvPr>
          <p:cNvSpPr>
            <a:spLocks noGrp="1"/>
          </p:cNvSpPr>
          <p:nvPr>
            <p:ph type="dt" sz="half" idx="10"/>
          </p:nvPr>
        </p:nvSpPr>
        <p:spPr/>
        <p:txBody>
          <a:bodyPr/>
          <a:lstStyle>
            <a:lvl1pPr defTabSz="914400">
              <a:defRPr/>
            </a:lvl1pPr>
          </a:lstStyle>
          <a:p>
            <a:pPr>
              <a:defRPr/>
            </a:pPr>
            <a:fld id="{B0251E42-48B1-E74E-850B-86B6ABCF71DA}" type="datetime1">
              <a:rPr lang="en-US" altLang="en-US"/>
              <a:pPr>
                <a:defRPr/>
              </a:pPr>
              <a:t>2/3/25</a:t>
            </a:fld>
            <a:endParaRPr lang="en-US" altLang="en-US"/>
          </a:p>
        </p:txBody>
      </p:sp>
      <p:sp>
        <p:nvSpPr>
          <p:cNvPr id="6" name="Footer Placeholder 4">
            <a:extLst>
              <a:ext uri="{FF2B5EF4-FFF2-40B4-BE49-F238E27FC236}">
                <a16:creationId xmlns:a16="http://schemas.microsoft.com/office/drawing/2014/main" id="{766DF07F-D9BE-B349-9DAD-9C96F5B4698F}"/>
              </a:ext>
            </a:extLst>
          </p:cNvPr>
          <p:cNvSpPr>
            <a:spLocks noGrp="1"/>
          </p:cNvSpPr>
          <p:nvPr>
            <p:ph type="ftr" sz="quarter" idx="11"/>
          </p:nvPr>
        </p:nvSpPr>
        <p:spPr/>
        <p:txBody>
          <a:bodyPr/>
          <a:lstStyle>
            <a:lvl1pPr defTabSz="914400">
              <a:defRPr/>
            </a:lvl1pPr>
          </a:lstStyle>
          <a:p>
            <a:pPr>
              <a:defRPr/>
            </a:pPr>
            <a:endParaRPr lang="en-US"/>
          </a:p>
        </p:txBody>
      </p:sp>
      <p:sp>
        <p:nvSpPr>
          <p:cNvPr id="7" name="Slide Number Placeholder 5">
            <a:extLst>
              <a:ext uri="{FF2B5EF4-FFF2-40B4-BE49-F238E27FC236}">
                <a16:creationId xmlns:a16="http://schemas.microsoft.com/office/drawing/2014/main" id="{6E67C7CB-003D-194E-A898-DC58CD9E3533}"/>
              </a:ext>
            </a:extLst>
          </p:cNvPr>
          <p:cNvSpPr>
            <a:spLocks noGrp="1"/>
          </p:cNvSpPr>
          <p:nvPr>
            <p:ph type="sldNum" sz="quarter" idx="12"/>
          </p:nvPr>
        </p:nvSpPr>
        <p:spPr/>
        <p:txBody>
          <a:bodyPr/>
          <a:lstStyle>
            <a:lvl1pPr defTabSz="914400">
              <a:defRPr/>
            </a:lvl1pPr>
          </a:lstStyle>
          <a:p>
            <a:pPr>
              <a:defRPr/>
            </a:pPr>
            <a:fld id="{4848F5A4-E4C4-BC45-ACCE-882D1F3AB46C}" type="slidenum">
              <a:rPr lang="en-US" altLang="en-US"/>
              <a:pPr>
                <a:defRPr/>
              </a:pPr>
              <a:t>‹#›</a:t>
            </a:fld>
            <a:endParaRPr lang="en-US" altLang="en-US"/>
          </a:p>
        </p:txBody>
      </p:sp>
    </p:spTree>
    <p:extLst>
      <p:ext uri="{BB962C8B-B14F-4D97-AF65-F5344CB8AC3E}">
        <p14:creationId xmlns:p14="http://schemas.microsoft.com/office/powerpoint/2010/main" val="41594284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1ED31A9A-1A06-2D4A-85F0-730AA09A240F}"/>
              </a:ext>
            </a:extLst>
          </p:cNvPr>
          <p:cNvSpPr>
            <a:spLocks noGrp="1"/>
          </p:cNvSpPr>
          <p:nvPr>
            <p:ph type="dt" sz="half" idx="10"/>
          </p:nvPr>
        </p:nvSpPr>
        <p:spPr/>
        <p:txBody>
          <a:bodyPr/>
          <a:lstStyle>
            <a:lvl1pPr defTabSz="914400">
              <a:defRPr/>
            </a:lvl1pPr>
          </a:lstStyle>
          <a:p>
            <a:pPr>
              <a:defRPr/>
            </a:pPr>
            <a:fld id="{8BBF1B9B-3C02-0645-B107-4AC72B81FADC}" type="datetime1">
              <a:rPr lang="en-US" altLang="en-US"/>
              <a:pPr>
                <a:defRPr/>
              </a:pPr>
              <a:t>2/3/25</a:t>
            </a:fld>
            <a:endParaRPr lang="en-US" altLang="en-US"/>
          </a:p>
        </p:txBody>
      </p:sp>
      <p:sp>
        <p:nvSpPr>
          <p:cNvPr id="6" name="Footer Placeholder 4">
            <a:extLst>
              <a:ext uri="{FF2B5EF4-FFF2-40B4-BE49-F238E27FC236}">
                <a16:creationId xmlns:a16="http://schemas.microsoft.com/office/drawing/2014/main" id="{8173ED9E-D4F6-EE43-B1D1-6F24794A934E}"/>
              </a:ext>
            </a:extLst>
          </p:cNvPr>
          <p:cNvSpPr>
            <a:spLocks noGrp="1"/>
          </p:cNvSpPr>
          <p:nvPr>
            <p:ph type="ftr" sz="quarter" idx="11"/>
          </p:nvPr>
        </p:nvSpPr>
        <p:spPr/>
        <p:txBody>
          <a:bodyPr/>
          <a:lstStyle>
            <a:lvl1pPr defTabSz="914400">
              <a:defRPr/>
            </a:lvl1pPr>
          </a:lstStyle>
          <a:p>
            <a:pPr>
              <a:defRPr/>
            </a:pPr>
            <a:endParaRPr lang="en-US"/>
          </a:p>
        </p:txBody>
      </p:sp>
      <p:sp>
        <p:nvSpPr>
          <p:cNvPr id="7" name="Slide Number Placeholder 5">
            <a:extLst>
              <a:ext uri="{FF2B5EF4-FFF2-40B4-BE49-F238E27FC236}">
                <a16:creationId xmlns:a16="http://schemas.microsoft.com/office/drawing/2014/main" id="{F8825AA5-175F-1348-9FD9-1DDB24C0625B}"/>
              </a:ext>
            </a:extLst>
          </p:cNvPr>
          <p:cNvSpPr>
            <a:spLocks noGrp="1"/>
          </p:cNvSpPr>
          <p:nvPr>
            <p:ph type="sldNum" sz="quarter" idx="12"/>
          </p:nvPr>
        </p:nvSpPr>
        <p:spPr/>
        <p:txBody>
          <a:bodyPr/>
          <a:lstStyle>
            <a:lvl1pPr defTabSz="914400">
              <a:defRPr/>
            </a:lvl1pPr>
          </a:lstStyle>
          <a:p>
            <a:pPr>
              <a:defRPr/>
            </a:pPr>
            <a:fld id="{7E5E16CC-E544-3B41-AF6B-06BD90720214}" type="slidenum">
              <a:rPr lang="en-US" altLang="en-US"/>
              <a:pPr>
                <a:defRPr/>
              </a:pPr>
              <a:t>‹#›</a:t>
            </a:fld>
            <a:endParaRPr lang="en-US" altLang="en-US"/>
          </a:p>
        </p:txBody>
      </p:sp>
    </p:spTree>
    <p:extLst>
      <p:ext uri="{BB962C8B-B14F-4D97-AF65-F5344CB8AC3E}">
        <p14:creationId xmlns:p14="http://schemas.microsoft.com/office/powerpoint/2010/main" val="19534730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5C4087-1795-444D-989C-0A084A945020}"/>
              </a:ext>
            </a:extLst>
          </p:cNvPr>
          <p:cNvSpPr>
            <a:spLocks noGrp="1"/>
          </p:cNvSpPr>
          <p:nvPr>
            <p:ph type="dt" sz="half" idx="10"/>
          </p:nvPr>
        </p:nvSpPr>
        <p:spPr/>
        <p:txBody>
          <a:bodyPr/>
          <a:lstStyle>
            <a:lvl1pPr defTabSz="914400">
              <a:defRPr/>
            </a:lvl1pPr>
          </a:lstStyle>
          <a:p>
            <a:pPr>
              <a:defRPr/>
            </a:pPr>
            <a:fld id="{8A26F973-F039-AC43-96F0-57E07745F5F2}" type="datetime1">
              <a:rPr lang="en-US" altLang="en-US"/>
              <a:pPr>
                <a:defRPr/>
              </a:pPr>
              <a:t>2/3/25</a:t>
            </a:fld>
            <a:endParaRPr lang="en-US" altLang="en-US"/>
          </a:p>
        </p:txBody>
      </p:sp>
      <p:sp>
        <p:nvSpPr>
          <p:cNvPr id="5" name="Footer Placeholder 4">
            <a:extLst>
              <a:ext uri="{FF2B5EF4-FFF2-40B4-BE49-F238E27FC236}">
                <a16:creationId xmlns:a16="http://schemas.microsoft.com/office/drawing/2014/main" id="{81DE5D8E-DCE2-D949-BE5C-E1AA8B4E90EC}"/>
              </a:ext>
            </a:extLst>
          </p:cNvPr>
          <p:cNvSpPr>
            <a:spLocks noGrp="1"/>
          </p:cNvSpPr>
          <p:nvPr>
            <p:ph type="ftr" sz="quarter" idx="11"/>
          </p:nvPr>
        </p:nvSpPr>
        <p:spPr/>
        <p:txBody>
          <a:bodyPr/>
          <a:lstStyle>
            <a:lvl1pPr defTabSz="914400">
              <a:defRPr/>
            </a:lvl1pPr>
          </a:lstStyle>
          <a:p>
            <a:pPr>
              <a:defRPr/>
            </a:pPr>
            <a:endParaRPr lang="en-US"/>
          </a:p>
        </p:txBody>
      </p:sp>
      <p:sp>
        <p:nvSpPr>
          <p:cNvPr id="6" name="Slide Number Placeholder 5">
            <a:extLst>
              <a:ext uri="{FF2B5EF4-FFF2-40B4-BE49-F238E27FC236}">
                <a16:creationId xmlns:a16="http://schemas.microsoft.com/office/drawing/2014/main" id="{4112960F-2FBE-E546-A56C-0554940C978A}"/>
              </a:ext>
            </a:extLst>
          </p:cNvPr>
          <p:cNvSpPr>
            <a:spLocks noGrp="1"/>
          </p:cNvSpPr>
          <p:nvPr>
            <p:ph type="sldNum" sz="quarter" idx="12"/>
          </p:nvPr>
        </p:nvSpPr>
        <p:spPr/>
        <p:txBody>
          <a:bodyPr/>
          <a:lstStyle>
            <a:lvl1pPr defTabSz="914400">
              <a:defRPr/>
            </a:lvl1pPr>
          </a:lstStyle>
          <a:p>
            <a:pPr>
              <a:defRPr/>
            </a:pPr>
            <a:fld id="{C22BB3A0-24BD-8445-AD11-67718AA77C42}" type="slidenum">
              <a:rPr lang="en-US" altLang="en-US"/>
              <a:pPr>
                <a:defRPr/>
              </a:pPr>
              <a:t>‹#›</a:t>
            </a:fld>
            <a:endParaRPr lang="en-US" altLang="en-US"/>
          </a:p>
        </p:txBody>
      </p:sp>
    </p:spTree>
    <p:extLst>
      <p:ext uri="{BB962C8B-B14F-4D97-AF65-F5344CB8AC3E}">
        <p14:creationId xmlns:p14="http://schemas.microsoft.com/office/powerpoint/2010/main" val="32105866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5"/>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5"/>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EB67E4-9A7F-CF45-A56D-2E22E0710EDE}"/>
              </a:ext>
            </a:extLst>
          </p:cNvPr>
          <p:cNvSpPr>
            <a:spLocks noGrp="1"/>
          </p:cNvSpPr>
          <p:nvPr>
            <p:ph type="dt" sz="half" idx="10"/>
          </p:nvPr>
        </p:nvSpPr>
        <p:spPr/>
        <p:txBody>
          <a:bodyPr/>
          <a:lstStyle>
            <a:lvl1pPr defTabSz="914400">
              <a:defRPr/>
            </a:lvl1pPr>
          </a:lstStyle>
          <a:p>
            <a:pPr>
              <a:defRPr/>
            </a:pPr>
            <a:fld id="{AF70B1F3-DF16-404B-B7FC-66A735875BCC}" type="datetime1">
              <a:rPr lang="en-US" altLang="en-US"/>
              <a:pPr>
                <a:defRPr/>
              </a:pPr>
              <a:t>2/3/25</a:t>
            </a:fld>
            <a:endParaRPr lang="en-US" altLang="en-US"/>
          </a:p>
        </p:txBody>
      </p:sp>
      <p:sp>
        <p:nvSpPr>
          <p:cNvPr id="5" name="Footer Placeholder 4">
            <a:extLst>
              <a:ext uri="{FF2B5EF4-FFF2-40B4-BE49-F238E27FC236}">
                <a16:creationId xmlns:a16="http://schemas.microsoft.com/office/drawing/2014/main" id="{6DCF4E68-4DA1-B24C-8B9A-EF82DB0753B3}"/>
              </a:ext>
            </a:extLst>
          </p:cNvPr>
          <p:cNvSpPr>
            <a:spLocks noGrp="1"/>
          </p:cNvSpPr>
          <p:nvPr>
            <p:ph type="ftr" sz="quarter" idx="11"/>
          </p:nvPr>
        </p:nvSpPr>
        <p:spPr/>
        <p:txBody>
          <a:bodyPr/>
          <a:lstStyle>
            <a:lvl1pPr defTabSz="914400">
              <a:defRPr/>
            </a:lvl1pPr>
          </a:lstStyle>
          <a:p>
            <a:pPr>
              <a:defRPr/>
            </a:pPr>
            <a:endParaRPr lang="en-US"/>
          </a:p>
        </p:txBody>
      </p:sp>
      <p:sp>
        <p:nvSpPr>
          <p:cNvPr id="6" name="Slide Number Placeholder 5">
            <a:extLst>
              <a:ext uri="{FF2B5EF4-FFF2-40B4-BE49-F238E27FC236}">
                <a16:creationId xmlns:a16="http://schemas.microsoft.com/office/drawing/2014/main" id="{29F0C4B9-B061-4D4A-A772-B3F409DD7FDE}"/>
              </a:ext>
            </a:extLst>
          </p:cNvPr>
          <p:cNvSpPr>
            <a:spLocks noGrp="1"/>
          </p:cNvSpPr>
          <p:nvPr>
            <p:ph type="sldNum" sz="quarter" idx="12"/>
          </p:nvPr>
        </p:nvSpPr>
        <p:spPr/>
        <p:txBody>
          <a:bodyPr/>
          <a:lstStyle>
            <a:lvl1pPr defTabSz="914400">
              <a:defRPr/>
            </a:lvl1pPr>
          </a:lstStyle>
          <a:p>
            <a:pPr>
              <a:defRPr/>
            </a:pPr>
            <a:fld id="{37BD1EA1-F7B2-7E45-B99E-907B72F5426B}" type="slidenum">
              <a:rPr lang="en-US" altLang="en-US"/>
              <a:pPr>
                <a:defRPr/>
              </a:pPr>
              <a:t>‹#›</a:t>
            </a:fld>
            <a:endParaRPr lang="en-US" altLang="en-US"/>
          </a:p>
        </p:txBody>
      </p:sp>
    </p:spTree>
    <p:extLst>
      <p:ext uri="{BB962C8B-B14F-4D97-AF65-F5344CB8AC3E}">
        <p14:creationId xmlns:p14="http://schemas.microsoft.com/office/powerpoint/2010/main" val="2319745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7"/>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22A82184-23D1-3E4E-B537-EE79E1C1BBC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1878C3B-DB87-CE4D-B2A8-41109B80B1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17CFB40-B1BC-5243-B350-719DEB66105D}"/>
              </a:ext>
            </a:extLst>
          </p:cNvPr>
          <p:cNvSpPr>
            <a:spLocks noGrp="1" noChangeArrowheads="1"/>
          </p:cNvSpPr>
          <p:nvPr>
            <p:ph type="sldNum" sz="quarter" idx="12"/>
          </p:nvPr>
        </p:nvSpPr>
        <p:spPr>
          <a:ln/>
        </p:spPr>
        <p:txBody>
          <a:bodyPr/>
          <a:lstStyle>
            <a:lvl1pPr>
              <a:defRPr/>
            </a:lvl1pPr>
          </a:lstStyle>
          <a:p>
            <a:pPr>
              <a:defRPr/>
            </a:pPr>
            <a:fld id="{FBBDC5B7-8DFC-0A42-94DA-E4FFF836A341}" type="slidenum">
              <a:rPr lang="en-US" altLang="en-US"/>
              <a:pPr>
                <a:defRPr/>
              </a:pPr>
              <a:t>‹#›</a:t>
            </a:fld>
            <a:endParaRPr lang="en-US" altLang="en-US"/>
          </a:p>
        </p:txBody>
      </p:sp>
    </p:spTree>
    <p:extLst>
      <p:ext uri="{BB962C8B-B14F-4D97-AF65-F5344CB8AC3E}">
        <p14:creationId xmlns:p14="http://schemas.microsoft.com/office/powerpoint/2010/main" val="27387485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5B77500-C6A2-4C40-9F3B-CDD2753A758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119D398-B3E8-0743-A1EE-83CC81C843E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68CBB2B-2B7A-4344-9B85-F032338F35D0}"/>
              </a:ext>
            </a:extLst>
          </p:cNvPr>
          <p:cNvSpPr>
            <a:spLocks noGrp="1" noChangeArrowheads="1"/>
          </p:cNvSpPr>
          <p:nvPr>
            <p:ph type="sldNum" sz="quarter" idx="12"/>
          </p:nvPr>
        </p:nvSpPr>
        <p:spPr>
          <a:ln/>
        </p:spPr>
        <p:txBody>
          <a:bodyPr/>
          <a:lstStyle>
            <a:lvl1pPr>
              <a:defRPr/>
            </a:lvl1pPr>
          </a:lstStyle>
          <a:p>
            <a:pPr>
              <a:defRPr/>
            </a:pPr>
            <a:fld id="{4D3C7177-BC8E-2A49-8296-36DFA2957FB2}" type="slidenum">
              <a:rPr lang="en-US" altLang="en-US"/>
              <a:pPr>
                <a:defRPr/>
              </a:pPr>
              <a:t>‹#›</a:t>
            </a:fld>
            <a:endParaRPr lang="en-US" altLang="en-US"/>
          </a:p>
        </p:txBody>
      </p:sp>
    </p:spTree>
    <p:extLst>
      <p:ext uri="{BB962C8B-B14F-4D97-AF65-F5344CB8AC3E}">
        <p14:creationId xmlns:p14="http://schemas.microsoft.com/office/powerpoint/2010/main" val="15194981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F9E21BB4-9144-AE41-AE5E-C1125940086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25E493E-065C-7545-A1A1-F09B693BF61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1250807-2A99-BA45-9480-EF827D0DEBCB}"/>
              </a:ext>
            </a:extLst>
          </p:cNvPr>
          <p:cNvSpPr>
            <a:spLocks noGrp="1" noChangeArrowheads="1"/>
          </p:cNvSpPr>
          <p:nvPr>
            <p:ph type="sldNum" sz="quarter" idx="12"/>
          </p:nvPr>
        </p:nvSpPr>
        <p:spPr>
          <a:ln/>
        </p:spPr>
        <p:txBody>
          <a:bodyPr/>
          <a:lstStyle>
            <a:lvl1pPr>
              <a:defRPr/>
            </a:lvl1pPr>
          </a:lstStyle>
          <a:p>
            <a:pPr>
              <a:defRPr/>
            </a:pPr>
            <a:fld id="{DAE400F4-F1D0-BF4F-A0D8-493A2EE01791}" type="slidenum">
              <a:rPr lang="en-US" altLang="en-US"/>
              <a:pPr>
                <a:defRPr/>
              </a:pPr>
              <a:t>‹#›</a:t>
            </a:fld>
            <a:endParaRPr lang="en-US" altLang="en-US"/>
          </a:p>
        </p:txBody>
      </p:sp>
    </p:spTree>
    <p:extLst>
      <p:ext uri="{BB962C8B-B14F-4D97-AF65-F5344CB8AC3E}">
        <p14:creationId xmlns:p14="http://schemas.microsoft.com/office/powerpoint/2010/main" val="19881837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1CD4E7BD-286F-9B4A-9A8B-84AEA1F85D8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517D8D2-FC11-7743-A0BE-119EF8643CD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AAF6B29-2A87-3842-95CA-E216CCF291F2}"/>
              </a:ext>
            </a:extLst>
          </p:cNvPr>
          <p:cNvSpPr>
            <a:spLocks noGrp="1" noChangeArrowheads="1"/>
          </p:cNvSpPr>
          <p:nvPr>
            <p:ph type="sldNum" sz="quarter" idx="12"/>
          </p:nvPr>
        </p:nvSpPr>
        <p:spPr>
          <a:ln/>
        </p:spPr>
        <p:txBody>
          <a:bodyPr/>
          <a:lstStyle>
            <a:lvl1pPr>
              <a:defRPr/>
            </a:lvl1pPr>
          </a:lstStyle>
          <a:p>
            <a:pPr>
              <a:defRPr/>
            </a:pPr>
            <a:fld id="{29C3C502-B142-7B47-86C0-4CBE29886460}" type="slidenum">
              <a:rPr lang="en-US" altLang="en-US"/>
              <a:pPr>
                <a:defRPr/>
              </a:pPr>
              <a:t>‹#›</a:t>
            </a:fld>
            <a:endParaRPr lang="en-US" altLang="en-US"/>
          </a:p>
        </p:txBody>
      </p:sp>
    </p:spTree>
    <p:extLst>
      <p:ext uri="{BB962C8B-B14F-4D97-AF65-F5344CB8AC3E}">
        <p14:creationId xmlns:p14="http://schemas.microsoft.com/office/powerpoint/2010/main" val="13912196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B3AEC076-5B57-C742-B500-C2BAC258ADDA}"/>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08690701-4908-8244-A986-C61B473DB06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585A0E99-CD3F-2946-9465-16DB2F3AE40B}"/>
              </a:ext>
            </a:extLst>
          </p:cNvPr>
          <p:cNvSpPr>
            <a:spLocks noGrp="1" noChangeArrowheads="1"/>
          </p:cNvSpPr>
          <p:nvPr>
            <p:ph type="sldNum" sz="quarter" idx="12"/>
          </p:nvPr>
        </p:nvSpPr>
        <p:spPr>
          <a:ln/>
        </p:spPr>
        <p:txBody>
          <a:bodyPr/>
          <a:lstStyle>
            <a:lvl1pPr>
              <a:defRPr/>
            </a:lvl1pPr>
          </a:lstStyle>
          <a:p>
            <a:pPr>
              <a:defRPr/>
            </a:pPr>
            <a:fld id="{E68A3DF1-A887-9D4B-9F7A-D5C6200B837E}" type="slidenum">
              <a:rPr lang="en-US" altLang="en-US"/>
              <a:pPr>
                <a:defRPr/>
              </a:pPr>
              <a:t>‹#›</a:t>
            </a:fld>
            <a:endParaRPr lang="en-US" altLang="en-US"/>
          </a:p>
        </p:txBody>
      </p:sp>
    </p:spTree>
    <p:extLst>
      <p:ext uri="{BB962C8B-B14F-4D97-AF65-F5344CB8AC3E}">
        <p14:creationId xmlns:p14="http://schemas.microsoft.com/office/powerpoint/2010/main" val="27706980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194B9BA8-C878-A040-8AD1-C5019C9DE14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DF731876-0FFA-4F41-93F0-8AEA86F5A19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9A89B5E-3D89-8D46-B1EC-DEE264FD2A5D}"/>
              </a:ext>
            </a:extLst>
          </p:cNvPr>
          <p:cNvSpPr>
            <a:spLocks noGrp="1" noChangeArrowheads="1"/>
          </p:cNvSpPr>
          <p:nvPr>
            <p:ph type="sldNum" sz="quarter" idx="12"/>
          </p:nvPr>
        </p:nvSpPr>
        <p:spPr>
          <a:ln/>
        </p:spPr>
        <p:txBody>
          <a:bodyPr/>
          <a:lstStyle>
            <a:lvl1pPr>
              <a:defRPr/>
            </a:lvl1pPr>
          </a:lstStyle>
          <a:p>
            <a:pPr>
              <a:defRPr/>
            </a:pPr>
            <a:fld id="{A396F040-A3EB-BA41-9AB5-4B47700EF7C2}" type="slidenum">
              <a:rPr lang="en-US" altLang="en-US"/>
              <a:pPr>
                <a:defRPr/>
              </a:pPr>
              <a:t>‹#›</a:t>
            </a:fld>
            <a:endParaRPr lang="en-US" altLang="en-US"/>
          </a:p>
        </p:txBody>
      </p:sp>
    </p:spTree>
    <p:extLst>
      <p:ext uri="{BB962C8B-B14F-4D97-AF65-F5344CB8AC3E}">
        <p14:creationId xmlns:p14="http://schemas.microsoft.com/office/powerpoint/2010/main" val="31601416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2EFAD7A-1BFA-5C46-AE69-6B3E7E4FCFC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1F47EB4-7344-914F-AABC-BAD7C70DACA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B5E8852E-BFC7-904C-8547-16867A305106}"/>
              </a:ext>
            </a:extLst>
          </p:cNvPr>
          <p:cNvSpPr>
            <a:spLocks noGrp="1" noChangeArrowheads="1"/>
          </p:cNvSpPr>
          <p:nvPr>
            <p:ph type="sldNum" sz="quarter" idx="12"/>
          </p:nvPr>
        </p:nvSpPr>
        <p:spPr>
          <a:ln/>
        </p:spPr>
        <p:txBody>
          <a:bodyPr/>
          <a:lstStyle>
            <a:lvl1pPr>
              <a:defRPr/>
            </a:lvl1pPr>
          </a:lstStyle>
          <a:p>
            <a:pPr>
              <a:defRPr/>
            </a:pPr>
            <a:fld id="{B96AE2CF-851E-E24F-9FF8-61A516B87B30}" type="slidenum">
              <a:rPr lang="en-US" altLang="en-US"/>
              <a:pPr>
                <a:defRPr/>
              </a:pPr>
              <a:t>‹#›</a:t>
            </a:fld>
            <a:endParaRPr lang="en-US" altLang="en-US"/>
          </a:p>
        </p:txBody>
      </p:sp>
    </p:spTree>
    <p:extLst>
      <p:ext uri="{BB962C8B-B14F-4D97-AF65-F5344CB8AC3E}">
        <p14:creationId xmlns:p14="http://schemas.microsoft.com/office/powerpoint/2010/main" val="3539495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27541"/>
            <a:ext cx="3008313" cy="96837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27545"/>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195920"/>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20278326-3E58-104B-B3EA-EA678E23C83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10CC20B9-9294-1E48-82F6-512B4453EEE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E8CC0B2-8C5D-D540-91DA-8BE4EDE0465A}"/>
              </a:ext>
            </a:extLst>
          </p:cNvPr>
          <p:cNvSpPr>
            <a:spLocks noGrp="1" noChangeArrowheads="1"/>
          </p:cNvSpPr>
          <p:nvPr>
            <p:ph type="sldNum" sz="quarter" idx="12"/>
          </p:nvPr>
        </p:nvSpPr>
        <p:spPr>
          <a:ln/>
        </p:spPr>
        <p:txBody>
          <a:bodyPr/>
          <a:lstStyle>
            <a:lvl1pPr>
              <a:defRPr/>
            </a:lvl1pPr>
          </a:lstStyle>
          <a:p>
            <a:pPr>
              <a:defRPr/>
            </a:pPr>
            <a:fld id="{658287F7-5BE4-9144-989C-11C4EE3054CD}" type="slidenum">
              <a:rPr lang="en-US" altLang="en-US"/>
              <a:pPr>
                <a:defRPr/>
              </a:pPr>
              <a:t>‹#›</a:t>
            </a:fld>
            <a:endParaRPr lang="en-US" altLang="en-US"/>
          </a:p>
        </p:txBody>
      </p:sp>
    </p:spTree>
    <p:extLst>
      <p:ext uri="{BB962C8B-B14F-4D97-AF65-F5344CB8AC3E}">
        <p14:creationId xmlns:p14="http://schemas.microsoft.com/office/powerpoint/2010/main" val="41175611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3"/>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CC4003BC-42EE-EC42-BB84-BD432C80DD5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6559FDB-01C7-C745-9F6B-69C0C08650E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AF361E2-4CDC-274D-B97D-D551C328F3DC}"/>
              </a:ext>
            </a:extLst>
          </p:cNvPr>
          <p:cNvSpPr>
            <a:spLocks noGrp="1" noChangeArrowheads="1"/>
          </p:cNvSpPr>
          <p:nvPr>
            <p:ph type="sldNum" sz="quarter" idx="12"/>
          </p:nvPr>
        </p:nvSpPr>
        <p:spPr>
          <a:ln/>
        </p:spPr>
        <p:txBody>
          <a:bodyPr/>
          <a:lstStyle>
            <a:lvl1pPr>
              <a:defRPr/>
            </a:lvl1pPr>
          </a:lstStyle>
          <a:p>
            <a:pPr>
              <a:defRPr/>
            </a:pPr>
            <a:fld id="{A3A287BB-6B97-6E4B-9514-6C7D246FBDCB}" type="slidenum">
              <a:rPr lang="en-US" altLang="en-US"/>
              <a:pPr>
                <a:defRPr/>
              </a:pPr>
              <a:t>‹#›</a:t>
            </a:fld>
            <a:endParaRPr lang="en-US" altLang="en-US"/>
          </a:p>
        </p:txBody>
      </p:sp>
    </p:spTree>
    <p:extLst>
      <p:ext uri="{BB962C8B-B14F-4D97-AF65-F5344CB8AC3E}">
        <p14:creationId xmlns:p14="http://schemas.microsoft.com/office/powerpoint/2010/main" val="16458318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346EEA1-4E64-8B43-980E-C8010681F51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D3A87FB-1C64-FC4C-AFC2-CDE791E7302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56E1289-A4AB-C649-A348-526400B47E23}"/>
              </a:ext>
            </a:extLst>
          </p:cNvPr>
          <p:cNvSpPr>
            <a:spLocks noGrp="1" noChangeArrowheads="1"/>
          </p:cNvSpPr>
          <p:nvPr>
            <p:ph type="sldNum" sz="quarter" idx="12"/>
          </p:nvPr>
        </p:nvSpPr>
        <p:spPr>
          <a:ln/>
        </p:spPr>
        <p:txBody>
          <a:bodyPr/>
          <a:lstStyle>
            <a:lvl1pPr>
              <a:defRPr/>
            </a:lvl1pPr>
          </a:lstStyle>
          <a:p>
            <a:pPr>
              <a:defRPr/>
            </a:pPr>
            <a:fld id="{09709B8D-6D33-074E-AF72-AE8A255BB4E0}" type="slidenum">
              <a:rPr lang="en-US" altLang="en-US"/>
              <a:pPr>
                <a:defRPr/>
              </a:pPr>
              <a:t>‹#›</a:t>
            </a:fld>
            <a:endParaRPr lang="en-US" altLang="en-US"/>
          </a:p>
        </p:txBody>
      </p:sp>
    </p:spTree>
    <p:extLst>
      <p:ext uri="{BB962C8B-B14F-4D97-AF65-F5344CB8AC3E}">
        <p14:creationId xmlns:p14="http://schemas.microsoft.com/office/powerpoint/2010/main" val="23552575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B1AACD0-7FEC-AA45-B4CA-604D337506E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0295331-1251-B140-A79D-A35B02F740A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E18ADFF-B11A-6045-99C9-95971D724CD1}"/>
              </a:ext>
            </a:extLst>
          </p:cNvPr>
          <p:cNvSpPr>
            <a:spLocks noGrp="1" noChangeArrowheads="1"/>
          </p:cNvSpPr>
          <p:nvPr>
            <p:ph type="sldNum" sz="quarter" idx="12"/>
          </p:nvPr>
        </p:nvSpPr>
        <p:spPr>
          <a:ln/>
        </p:spPr>
        <p:txBody>
          <a:bodyPr/>
          <a:lstStyle>
            <a:lvl1pPr>
              <a:defRPr/>
            </a:lvl1pPr>
          </a:lstStyle>
          <a:p>
            <a:pPr>
              <a:defRPr/>
            </a:pPr>
            <a:fld id="{5E8DF292-C9E8-304D-B9B2-3E7A5A181324}" type="slidenum">
              <a:rPr lang="en-US" altLang="en-US"/>
              <a:pPr>
                <a:defRPr/>
              </a:pPr>
              <a:t>‹#›</a:t>
            </a:fld>
            <a:endParaRPr lang="en-US" altLang="en-US"/>
          </a:p>
        </p:txBody>
      </p:sp>
    </p:spTree>
    <p:extLst>
      <p:ext uri="{BB962C8B-B14F-4D97-AF65-F5344CB8AC3E}">
        <p14:creationId xmlns:p14="http://schemas.microsoft.com/office/powerpoint/2010/main" val="37246226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6"/>
            <a:ext cx="8229600" cy="952500"/>
          </a:xfrm>
        </p:spPr>
        <p:txBody>
          <a:bodyPr/>
          <a:lstStyle/>
          <a:p>
            <a:r>
              <a:rPr lang="en-US"/>
              <a:t>Click to edit Master title style</a:t>
            </a:r>
          </a:p>
        </p:txBody>
      </p:sp>
      <p:sp>
        <p:nvSpPr>
          <p:cNvPr id="3" name="Content Placeholder 2"/>
          <p:cNvSpPr>
            <a:spLocks noGrp="1"/>
          </p:cNvSpPr>
          <p:nvPr>
            <p:ph sz="quarter" idx="1"/>
          </p:nvPr>
        </p:nvSpPr>
        <p:spPr>
          <a:xfrm>
            <a:off x="457200" y="1333502"/>
            <a:ext cx="4038600" cy="18216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7200" y="3282160"/>
            <a:ext cx="4038600" cy="18229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648200" y="1333501"/>
            <a:ext cx="4038600" cy="37716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7E345263-BD13-BF43-A188-8478FF2D60FE}"/>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AFFA79E7-2C29-EB4F-9BB9-D3D64F0EACC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FE13E518-DEAC-0049-855F-AB977EC926BA}"/>
              </a:ext>
            </a:extLst>
          </p:cNvPr>
          <p:cNvSpPr>
            <a:spLocks noGrp="1" noChangeArrowheads="1"/>
          </p:cNvSpPr>
          <p:nvPr>
            <p:ph type="sldNum" sz="quarter" idx="12"/>
          </p:nvPr>
        </p:nvSpPr>
        <p:spPr>
          <a:ln/>
        </p:spPr>
        <p:txBody>
          <a:bodyPr/>
          <a:lstStyle>
            <a:lvl1pPr>
              <a:defRPr/>
            </a:lvl1pPr>
          </a:lstStyle>
          <a:p>
            <a:pPr>
              <a:defRPr/>
            </a:pPr>
            <a:fld id="{729BBA04-4322-EB44-B231-AC2545277FB8}" type="slidenum">
              <a:rPr lang="en-US" altLang="en-US"/>
              <a:pPr>
                <a:defRPr/>
              </a:pPr>
              <a:t>‹#›</a:t>
            </a:fld>
            <a:endParaRPr lang="en-US" altLang="en-US"/>
          </a:p>
        </p:txBody>
      </p:sp>
    </p:spTree>
    <p:extLst>
      <p:ext uri="{BB962C8B-B14F-4D97-AF65-F5344CB8AC3E}">
        <p14:creationId xmlns:p14="http://schemas.microsoft.com/office/powerpoint/2010/main" val="1127404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914D645-BBE4-214B-8BD5-688D95A3280C}"/>
              </a:ext>
            </a:extLst>
          </p:cNvPr>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B080939A-7D2E-F24E-ACC7-A5332993BA51}"/>
              </a:ext>
            </a:extLst>
          </p:cNvPr>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4185E3A-45DF-6343-89CC-020F2860067A}"/>
              </a:ext>
            </a:extLst>
          </p:cNvPr>
          <p:cNvSpPr>
            <a:spLocks noGrp="1" noChangeArrowheads="1"/>
          </p:cNvSpPr>
          <p:nvPr>
            <p:ph type="dt" sz="half" idx="2"/>
          </p:nvPr>
        </p:nvSpPr>
        <p:spPr bwMode="auto">
          <a:xfrm>
            <a:off x="457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0"/>
                <a:cs typeface="Arial" charset="0"/>
              </a:defRPr>
            </a:lvl1pPr>
          </a:lstStyle>
          <a:p>
            <a:pPr>
              <a:defRPr/>
            </a:pPr>
            <a:endParaRPr lang="en-US"/>
          </a:p>
        </p:txBody>
      </p:sp>
      <p:sp>
        <p:nvSpPr>
          <p:cNvPr id="1029" name="Rectangle 5">
            <a:extLst>
              <a:ext uri="{FF2B5EF4-FFF2-40B4-BE49-F238E27FC236}">
                <a16:creationId xmlns:a16="http://schemas.microsoft.com/office/drawing/2014/main" id="{4AFBF0DE-ADFA-F948-B7FE-D8ECAC549980}"/>
              </a:ext>
            </a:extLst>
          </p:cNvPr>
          <p:cNvSpPr>
            <a:spLocks noGrp="1" noChangeArrowheads="1"/>
          </p:cNvSpPr>
          <p:nvPr>
            <p:ph type="ftr" sz="quarter" idx="3"/>
          </p:nvPr>
        </p:nvSpPr>
        <p:spPr bwMode="auto">
          <a:xfrm>
            <a:off x="3124200" y="5203825"/>
            <a:ext cx="2895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0"/>
                <a:cs typeface="Arial" charset="0"/>
              </a:defRPr>
            </a:lvl1pPr>
          </a:lstStyle>
          <a:p>
            <a:pPr>
              <a:defRPr/>
            </a:pPr>
            <a:endParaRPr lang="en-US"/>
          </a:p>
        </p:txBody>
      </p:sp>
      <p:sp>
        <p:nvSpPr>
          <p:cNvPr id="1030" name="Rectangle 6">
            <a:extLst>
              <a:ext uri="{FF2B5EF4-FFF2-40B4-BE49-F238E27FC236}">
                <a16:creationId xmlns:a16="http://schemas.microsoft.com/office/drawing/2014/main" id="{5281097D-6351-F948-A27B-CA0EDE2F4ADF}"/>
              </a:ext>
            </a:extLst>
          </p:cNvPr>
          <p:cNvSpPr>
            <a:spLocks noGrp="1" noChangeArrowheads="1"/>
          </p:cNvSpPr>
          <p:nvPr>
            <p:ph type="sldNum" sz="quarter" idx="4"/>
          </p:nvPr>
        </p:nvSpPr>
        <p:spPr bwMode="auto">
          <a:xfrm>
            <a:off x="6553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DEB0391B-33AC-E14A-A46A-E73A5915F61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305" r:id="rId1"/>
    <p:sldLayoutId id="2147484306" r:id="rId2"/>
    <p:sldLayoutId id="2147484307" r:id="rId3"/>
    <p:sldLayoutId id="2147484308" r:id="rId4"/>
    <p:sldLayoutId id="2147484309" r:id="rId5"/>
    <p:sldLayoutId id="2147484310" r:id="rId6"/>
    <p:sldLayoutId id="2147484311" r:id="rId7"/>
    <p:sldLayoutId id="2147484312" r:id="rId8"/>
    <p:sldLayoutId id="2147484313" r:id="rId9"/>
    <p:sldLayoutId id="2147484314" r:id="rId10"/>
    <p:sldLayoutId id="2147484315" r:id="rId11"/>
    <p:sldLayoutId id="2147484316" r:id="rId12"/>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ea typeface="Arial" charset="0"/>
          <a:cs typeface="Arial" charset="0"/>
        </a:defRPr>
      </a:lvl6pPr>
      <a:lvl7pPr marL="914400" algn="ctr" rtl="0" fontAlgn="base">
        <a:spcBef>
          <a:spcPct val="0"/>
        </a:spcBef>
        <a:spcAft>
          <a:spcPct val="0"/>
        </a:spcAft>
        <a:defRPr sz="4400">
          <a:solidFill>
            <a:schemeClr val="tx2"/>
          </a:solidFill>
          <a:latin typeface="Arial" charset="0"/>
          <a:ea typeface="Arial" charset="0"/>
          <a:cs typeface="Arial" charset="0"/>
        </a:defRPr>
      </a:lvl7pPr>
      <a:lvl8pPr marL="1371600" algn="ctr" rtl="0" fontAlgn="base">
        <a:spcBef>
          <a:spcPct val="0"/>
        </a:spcBef>
        <a:spcAft>
          <a:spcPct val="0"/>
        </a:spcAft>
        <a:defRPr sz="4400">
          <a:solidFill>
            <a:schemeClr val="tx2"/>
          </a:solidFill>
          <a:latin typeface="Arial" charset="0"/>
          <a:ea typeface="Arial" charset="0"/>
          <a:cs typeface="Arial" charset="0"/>
        </a:defRPr>
      </a:lvl8pPr>
      <a:lvl9pPr marL="1828800" algn="ctr" rtl="0" fontAlgn="base">
        <a:spcBef>
          <a:spcPct val="0"/>
        </a:spcBef>
        <a:spcAft>
          <a:spcPct val="0"/>
        </a:spcAft>
        <a:defRPr sz="4400">
          <a:solidFill>
            <a:schemeClr val="tx2"/>
          </a:solidFill>
          <a:latin typeface="Arial" charset="0"/>
          <a:ea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Title Placeholder 1">
            <a:extLst>
              <a:ext uri="{FF2B5EF4-FFF2-40B4-BE49-F238E27FC236}">
                <a16:creationId xmlns:a16="http://schemas.microsoft.com/office/drawing/2014/main" id="{8D80DE15-528E-A047-A07C-4FE51F212F63}"/>
              </a:ext>
            </a:extLst>
          </p:cNvPr>
          <p:cNvSpPr>
            <a:spLocks noGrp="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4339" name="Text Placeholder 2">
            <a:extLst>
              <a:ext uri="{FF2B5EF4-FFF2-40B4-BE49-F238E27FC236}">
                <a16:creationId xmlns:a16="http://schemas.microsoft.com/office/drawing/2014/main" id="{8F7E07FC-530E-A54A-B397-E53DB4E080D4}"/>
              </a:ext>
            </a:extLst>
          </p:cNvPr>
          <p:cNvSpPr>
            <a:spLocks noGrp="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79F035A-ADB4-6C4D-AE95-C38DB0B4087E}"/>
              </a:ext>
            </a:extLst>
          </p:cNvPr>
          <p:cNvSpPr>
            <a:spLocks noGrp="1"/>
          </p:cNvSpPr>
          <p:nvPr>
            <p:ph type="dt" sz="half" idx="2"/>
          </p:nvPr>
        </p:nvSpPr>
        <p:spPr>
          <a:xfrm>
            <a:off x="457200" y="5297488"/>
            <a:ext cx="2133600" cy="303212"/>
          </a:xfrm>
          <a:prstGeom prst="rect">
            <a:avLst/>
          </a:prstGeom>
        </p:spPr>
        <p:txBody>
          <a:bodyPr vert="horz" wrap="square" lIns="91440" tIns="45720" rIns="91440" bIns="45720" numCol="1" anchor="ctr" anchorCtr="0" compatLnSpc="1">
            <a:prstTxWarp prst="textNoShape">
              <a:avLst/>
            </a:prstTxWarp>
          </a:bodyPr>
          <a:lstStyle>
            <a:lvl1pPr defTabSz="457200" eaLnBrk="1" hangingPunct="1">
              <a:defRPr sz="1200">
                <a:solidFill>
                  <a:srgbClr val="898989"/>
                </a:solidFill>
                <a:latin typeface="Calibri" panose="020F0502020204030204" pitchFamily="34" charset="0"/>
              </a:defRPr>
            </a:lvl1pPr>
          </a:lstStyle>
          <a:p>
            <a:pPr>
              <a:defRPr/>
            </a:pPr>
            <a:fld id="{FB0FC0EA-6D09-C748-97AE-52B575CC66AA}" type="datetime1">
              <a:rPr lang="en-US" altLang="en-US"/>
              <a:pPr>
                <a:defRPr/>
              </a:pPr>
              <a:t>2/3/25</a:t>
            </a:fld>
            <a:endParaRPr lang="en-US" altLang="en-US"/>
          </a:p>
        </p:txBody>
      </p:sp>
      <p:sp>
        <p:nvSpPr>
          <p:cNvPr id="5" name="Footer Placeholder 4">
            <a:extLst>
              <a:ext uri="{FF2B5EF4-FFF2-40B4-BE49-F238E27FC236}">
                <a16:creationId xmlns:a16="http://schemas.microsoft.com/office/drawing/2014/main" id="{094391E6-B485-1144-9955-C4E1F250376E}"/>
              </a:ext>
            </a:extLst>
          </p:cNvPr>
          <p:cNvSpPr>
            <a:spLocks noGrp="1"/>
          </p:cNvSpPr>
          <p:nvPr>
            <p:ph type="ftr" sz="quarter" idx="3"/>
          </p:nvPr>
        </p:nvSpPr>
        <p:spPr>
          <a:xfrm>
            <a:off x="3124200" y="5297488"/>
            <a:ext cx="2895600" cy="303212"/>
          </a:xfrm>
          <a:prstGeom prst="rect">
            <a:avLst/>
          </a:prstGeom>
        </p:spPr>
        <p:txBody>
          <a:bodyPr vert="horz" wrap="square" lIns="91440" tIns="45720" rIns="91440" bIns="45720" numCol="1" anchor="ctr" anchorCtr="0" compatLnSpc="1">
            <a:prstTxWarp prst="textNoShape">
              <a:avLst/>
            </a:prstTxWarp>
          </a:bodyPr>
          <a:lstStyle>
            <a:lvl1pPr algn="ctr" defTabSz="457200" eaLnBrk="1" hangingPunct="1">
              <a:defRPr sz="1200">
                <a:solidFill>
                  <a:srgbClr val="898989"/>
                </a:solidFill>
                <a:latin typeface="Calibri"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77D6771F-1E3A-3043-8ACC-1227EE7A133C}"/>
              </a:ext>
            </a:extLst>
          </p:cNvPr>
          <p:cNvSpPr>
            <a:spLocks noGrp="1"/>
          </p:cNvSpPr>
          <p:nvPr>
            <p:ph type="sldNum" sz="quarter" idx="4"/>
          </p:nvPr>
        </p:nvSpPr>
        <p:spPr>
          <a:xfrm>
            <a:off x="6553200" y="5297488"/>
            <a:ext cx="2133600" cy="303212"/>
          </a:xfrm>
          <a:prstGeom prst="rect">
            <a:avLst/>
          </a:prstGeom>
        </p:spPr>
        <p:txBody>
          <a:bodyPr vert="horz" wrap="square" lIns="91440" tIns="45720" rIns="91440" bIns="45720" numCol="1" anchor="ctr" anchorCtr="0" compatLnSpc="1">
            <a:prstTxWarp prst="textNoShape">
              <a:avLst/>
            </a:prstTxWarp>
          </a:bodyPr>
          <a:lstStyle>
            <a:lvl1pPr algn="r" defTabSz="457200" eaLnBrk="1" hangingPunct="1">
              <a:defRPr sz="1200">
                <a:solidFill>
                  <a:srgbClr val="898989"/>
                </a:solidFill>
                <a:latin typeface="Calibri" panose="020F0502020204030204" pitchFamily="34" charset="0"/>
              </a:defRPr>
            </a:lvl1pPr>
          </a:lstStyle>
          <a:p>
            <a:pPr>
              <a:defRPr/>
            </a:pPr>
            <a:fld id="{165C0558-E9EF-334B-B3C0-3EAB15FED99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329" r:id="rId1"/>
    <p:sldLayoutId id="2147484330" r:id="rId2"/>
    <p:sldLayoutId id="2147484331" r:id="rId3"/>
    <p:sldLayoutId id="2147484332" r:id="rId4"/>
    <p:sldLayoutId id="2147484333" r:id="rId5"/>
    <p:sldLayoutId id="2147484334" r:id="rId6"/>
    <p:sldLayoutId id="2147484335" r:id="rId7"/>
    <p:sldLayoutId id="2147484336" r:id="rId8"/>
    <p:sldLayoutId id="2147484337" r:id="rId9"/>
    <p:sldLayoutId id="2147484338" r:id="rId10"/>
    <p:sldLayoutId id="2147484339" r:id="rId11"/>
  </p:sldLayoutIdLst>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2pPr>
      <a:lvl3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3pPr>
      <a:lvl4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4pPr>
      <a:lvl5pPr algn="ctr" defTabSz="457200" rtl="0" eaLnBrk="0" fontAlgn="base" hangingPunct="0">
        <a:spcBef>
          <a:spcPct val="0"/>
        </a:spcBef>
        <a:spcAft>
          <a:spcPct val="0"/>
        </a:spcAft>
        <a:defRPr sz="4400">
          <a:solidFill>
            <a:schemeClr val="tx1"/>
          </a:solidFill>
          <a:latin typeface="Calibri" charset="0"/>
          <a:ea typeface="ＭＳ Ｐゴシック" charset="-128"/>
          <a:cs typeface="ＭＳ Ｐゴシック" charset="-128"/>
        </a:defRPr>
      </a:lvl5pPr>
      <a:lvl6pPr marL="4572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6pPr>
      <a:lvl7pPr marL="9144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7pPr>
      <a:lvl8pPr marL="13716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8pPr>
      <a:lvl9pPr marL="1828800" algn="ctr" defTabSz="457200" rtl="0" fontAlgn="base">
        <a:spcBef>
          <a:spcPct val="0"/>
        </a:spcBef>
        <a:spcAft>
          <a:spcPct val="0"/>
        </a:spcAft>
        <a:defRPr sz="4400">
          <a:solidFill>
            <a:schemeClr val="tx1"/>
          </a:solidFill>
          <a:latin typeface="Calibri" charset="0"/>
          <a:ea typeface="ＭＳ Ｐゴシック" charset="-128"/>
          <a:cs typeface="ＭＳ Ｐゴシック"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4A0662A6-D7B9-CA4D-948B-A2345F8B692A}"/>
              </a:ext>
            </a:extLst>
          </p:cNvPr>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6627" name="Rectangle 3">
            <a:extLst>
              <a:ext uri="{FF2B5EF4-FFF2-40B4-BE49-F238E27FC236}">
                <a16:creationId xmlns:a16="http://schemas.microsoft.com/office/drawing/2014/main" id="{D586BCC0-CDF1-3044-AC6B-9F316236309E}"/>
              </a:ext>
            </a:extLst>
          </p:cNvPr>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5E67B079-63E7-EB4D-AFD3-574C03A11B12}"/>
              </a:ext>
            </a:extLst>
          </p:cNvPr>
          <p:cNvSpPr>
            <a:spLocks noGrp="1" noChangeArrowheads="1"/>
          </p:cNvSpPr>
          <p:nvPr>
            <p:ph type="dt" sz="half" idx="2"/>
          </p:nvPr>
        </p:nvSpPr>
        <p:spPr bwMode="auto">
          <a:xfrm>
            <a:off x="457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latin typeface="Arial" charset="0"/>
                <a:ea typeface="ＭＳ Ｐゴシック" charset="0"/>
                <a:cs typeface="Arial" charset="0"/>
              </a:defRPr>
            </a:lvl1pPr>
          </a:lstStyle>
          <a:p>
            <a:pPr>
              <a:defRPr/>
            </a:pPr>
            <a:endParaRPr lang="en-US"/>
          </a:p>
        </p:txBody>
      </p:sp>
      <p:sp>
        <p:nvSpPr>
          <p:cNvPr id="1029" name="Rectangle 5">
            <a:extLst>
              <a:ext uri="{FF2B5EF4-FFF2-40B4-BE49-F238E27FC236}">
                <a16:creationId xmlns:a16="http://schemas.microsoft.com/office/drawing/2014/main" id="{4EF9EF20-BA69-E142-995D-BEDEA1AE740D}"/>
              </a:ext>
            </a:extLst>
          </p:cNvPr>
          <p:cNvSpPr>
            <a:spLocks noGrp="1" noChangeArrowheads="1"/>
          </p:cNvSpPr>
          <p:nvPr>
            <p:ph type="ftr" sz="quarter" idx="3"/>
          </p:nvPr>
        </p:nvSpPr>
        <p:spPr bwMode="auto">
          <a:xfrm>
            <a:off x="3124200" y="5203825"/>
            <a:ext cx="2895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solidFill>
                  <a:srgbClr val="000000"/>
                </a:solidFill>
                <a:latin typeface="Arial" charset="0"/>
                <a:ea typeface="ＭＳ Ｐゴシック" charset="0"/>
                <a:cs typeface="Arial" charset="0"/>
              </a:defRPr>
            </a:lvl1pPr>
          </a:lstStyle>
          <a:p>
            <a:pPr>
              <a:defRPr/>
            </a:pPr>
            <a:endParaRPr lang="en-US"/>
          </a:p>
        </p:txBody>
      </p:sp>
      <p:sp>
        <p:nvSpPr>
          <p:cNvPr id="1030" name="Rectangle 6">
            <a:extLst>
              <a:ext uri="{FF2B5EF4-FFF2-40B4-BE49-F238E27FC236}">
                <a16:creationId xmlns:a16="http://schemas.microsoft.com/office/drawing/2014/main" id="{531C4F77-7379-E340-8EAD-68D371A71DE4}"/>
              </a:ext>
            </a:extLst>
          </p:cNvPr>
          <p:cNvSpPr>
            <a:spLocks noGrp="1" noChangeArrowheads="1"/>
          </p:cNvSpPr>
          <p:nvPr>
            <p:ph type="sldNum" sz="quarter" idx="4"/>
          </p:nvPr>
        </p:nvSpPr>
        <p:spPr bwMode="auto">
          <a:xfrm>
            <a:off x="6553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rgbClr val="000000"/>
                </a:solidFill>
              </a:defRPr>
            </a:lvl1pPr>
          </a:lstStyle>
          <a:p>
            <a:pPr>
              <a:defRPr/>
            </a:pPr>
            <a:fld id="{AF6F903C-D811-EC4A-81A8-317A86016E7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317" r:id="rId1"/>
    <p:sldLayoutId id="2147484318" r:id="rId2"/>
    <p:sldLayoutId id="2147484319" r:id="rId3"/>
    <p:sldLayoutId id="2147484320" r:id="rId4"/>
    <p:sldLayoutId id="2147484321" r:id="rId5"/>
    <p:sldLayoutId id="2147484322" r:id="rId6"/>
    <p:sldLayoutId id="2147484323" r:id="rId7"/>
    <p:sldLayoutId id="2147484324" r:id="rId8"/>
    <p:sldLayoutId id="2147484325" r:id="rId9"/>
    <p:sldLayoutId id="2147484326" r:id="rId10"/>
    <p:sldLayoutId id="2147484327" r:id="rId11"/>
    <p:sldLayoutId id="2147484328" r:id="rId12"/>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ea typeface="Arial" charset="0"/>
          <a:cs typeface="Arial" charset="0"/>
        </a:defRPr>
      </a:lvl6pPr>
      <a:lvl7pPr marL="914400" algn="ctr" rtl="0" fontAlgn="base">
        <a:spcBef>
          <a:spcPct val="0"/>
        </a:spcBef>
        <a:spcAft>
          <a:spcPct val="0"/>
        </a:spcAft>
        <a:defRPr sz="4400">
          <a:solidFill>
            <a:schemeClr val="tx2"/>
          </a:solidFill>
          <a:latin typeface="Arial" charset="0"/>
          <a:ea typeface="Arial" charset="0"/>
          <a:cs typeface="Arial" charset="0"/>
        </a:defRPr>
      </a:lvl7pPr>
      <a:lvl8pPr marL="1371600" algn="ctr" rtl="0" fontAlgn="base">
        <a:spcBef>
          <a:spcPct val="0"/>
        </a:spcBef>
        <a:spcAft>
          <a:spcPct val="0"/>
        </a:spcAft>
        <a:defRPr sz="4400">
          <a:solidFill>
            <a:schemeClr val="tx2"/>
          </a:solidFill>
          <a:latin typeface="Arial" charset="0"/>
          <a:ea typeface="Arial" charset="0"/>
          <a:cs typeface="Arial" charset="0"/>
        </a:defRPr>
      </a:lvl8pPr>
      <a:lvl9pPr marL="1828800" algn="ctr" rtl="0" fontAlgn="base">
        <a:spcBef>
          <a:spcPct val="0"/>
        </a:spcBef>
        <a:spcAft>
          <a:spcPct val="0"/>
        </a:spcAft>
        <a:defRPr sz="4400">
          <a:solidFill>
            <a:schemeClr val="tx2"/>
          </a:solidFill>
          <a:latin typeface="Arial" charset="0"/>
          <a:ea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personalpages.manchester.ac.uk/staff/paul.connolly/teaching/climatesim/index.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4.emf"/></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5.xml"/><Relationship Id="rId1" Type="http://schemas.openxmlformats.org/officeDocument/2006/relationships/slideLayout" Target="../slideLayouts/slideLayout30.xml"/></Relationships>
</file>

<file path=ppt/slides/_rels/slide7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30.xml"/><Relationship Id="rId4" Type="http://schemas.openxmlformats.org/officeDocument/2006/relationships/image" Target="../media/image30.jpe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0.xml"/></Relationships>
</file>

<file path=ppt/slides/_rels/slide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1986" name="Picture 1" descr="globe_west_2048.jpg">
            <a:extLst>
              <a:ext uri="{FF2B5EF4-FFF2-40B4-BE49-F238E27FC236}">
                <a16:creationId xmlns:a16="http://schemas.microsoft.com/office/drawing/2014/main" id="{1D9716AE-A893-604D-9DBE-C04221449D6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254000"/>
            <a:ext cx="6477000"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TextBox 5">
            <a:extLst>
              <a:ext uri="{FF2B5EF4-FFF2-40B4-BE49-F238E27FC236}">
                <a16:creationId xmlns:a16="http://schemas.microsoft.com/office/drawing/2014/main" id="{1A194989-E138-CE41-AD51-C062680C20C1}"/>
              </a:ext>
            </a:extLst>
          </p:cNvPr>
          <p:cNvSpPr txBox="1">
            <a:spLocks noChangeArrowheads="1"/>
          </p:cNvSpPr>
          <p:nvPr/>
        </p:nvSpPr>
        <p:spPr bwMode="auto">
          <a:xfrm>
            <a:off x="3123560" y="5084058"/>
            <a:ext cx="1531188"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3500" dirty="0">
                <a:solidFill>
                  <a:srgbClr val="FFFF00"/>
                </a:solidFill>
                <a:latin typeface="Goudy Old Style" panose="02020502050305020303" pitchFamily="18" charset="77"/>
                <a:cs typeface="Arial" panose="020B0604020202020204" pitchFamily="34" charset="0"/>
              </a:rPr>
              <a:t>552262</a:t>
            </a:r>
          </a:p>
        </p:txBody>
      </p:sp>
      <p:sp>
        <p:nvSpPr>
          <p:cNvPr id="41988" name="TextBox 5">
            <a:extLst>
              <a:ext uri="{FF2B5EF4-FFF2-40B4-BE49-F238E27FC236}">
                <a16:creationId xmlns:a16="http://schemas.microsoft.com/office/drawing/2014/main" id="{B969E783-C5B7-E64E-B1B2-41A9B690106C}"/>
              </a:ext>
            </a:extLst>
          </p:cNvPr>
          <p:cNvSpPr txBox="1">
            <a:spLocks noChangeArrowheads="1"/>
          </p:cNvSpPr>
          <p:nvPr/>
        </p:nvSpPr>
        <p:spPr bwMode="auto">
          <a:xfrm>
            <a:off x="120650" y="190500"/>
            <a:ext cx="3887788"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3500">
                <a:solidFill>
                  <a:srgbClr val="FFFFFF"/>
                </a:solidFill>
                <a:latin typeface="Goudy Old Style" panose="02020502050305020303" pitchFamily="18" charset="77"/>
                <a:cs typeface="Arial" panose="020B0604020202020204" pitchFamily="34" charset="0"/>
              </a:rPr>
              <a:t>Week 2</a:t>
            </a:r>
          </a:p>
          <a:p>
            <a:pPr eaLnBrk="1" hangingPunct="1">
              <a:spcBef>
                <a:spcPct val="0"/>
              </a:spcBef>
              <a:buFontTx/>
              <a:buNone/>
            </a:pPr>
            <a:endParaRPr lang="en-US" altLang="en-US" sz="3500">
              <a:solidFill>
                <a:srgbClr val="FFFFFF"/>
              </a:solidFill>
              <a:latin typeface="Goudy Old Style" panose="02020502050305020303" pitchFamily="18" charset="77"/>
              <a:cs typeface="Arial" panose="020B0604020202020204" pitchFamily="34" charset="0"/>
            </a:endParaRPr>
          </a:p>
          <a:p>
            <a:pPr eaLnBrk="1" hangingPunct="1">
              <a:spcBef>
                <a:spcPct val="0"/>
              </a:spcBef>
              <a:buFontTx/>
              <a:buNone/>
            </a:pPr>
            <a:r>
              <a:rPr lang="en-US" altLang="en-US" sz="3500">
                <a:solidFill>
                  <a:srgbClr val="FFFFFF"/>
                </a:solidFill>
                <a:latin typeface="Goudy Old Style" panose="02020502050305020303" pitchFamily="18" charset="77"/>
                <a:cs typeface="Arial" panose="020B0604020202020204" pitchFamily="34" charset="0"/>
              </a:rPr>
              <a:t>How the atmosphere</a:t>
            </a:r>
          </a:p>
          <a:p>
            <a:pPr eaLnBrk="1" hangingPunct="1">
              <a:spcBef>
                <a:spcPct val="0"/>
              </a:spcBef>
              <a:buFontTx/>
              <a:buNone/>
            </a:pPr>
            <a:r>
              <a:rPr lang="en-US" altLang="en-US" sz="3500">
                <a:solidFill>
                  <a:srgbClr val="FFFFFF"/>
                </a:solidFill>
                <a:latin typeface="Goudy Old Style" panose="02020502050305020303" pitchFamily="18" charset="77"/>
                <a:cs typeface="Arial" panose="020B0604020202020204" pitchFamily="34" charset="0"/>
              </a:rPr>
              <a:t>works</a:t>
            </a:r>
          </a:p>
        </p:txBody>
      </p:sp>
      <p:pic>
        <p:nvPicPr>
          <p:cNvPr id="7" name="Picture 6">
            <a:extLst>
              <a:ext uri="{FF2B5EF4-FFF2-40B4-BE49-F238E27FC236}">
                <a16:creationId xmlns:a16="http://schemas.microsoft.com/office/drawing/2014/main" id="{3C7D12B8-D879-994C-AFE7-67A0383CAE3D}"/>
              </a:ext>
            </a:extLst>
          </p:cNvPr>
          <p:cNvPicPr>
            <a:picLocks noChangeAspect="1"/>
          </p:cNvPicPr>
          <p:nvPr/>
        </p:nvPicPr>
        <p:blipFill>
          <a:blip r:embed="rId4"/>
          <a:stretch>
            <a:fillRect/>
          </a:stretch>
        </p:blipFill>
        <p:spPr>
          <a:xfrm>
            <a:off x="87656" y="2705099"/>
            <a:ext cx="2942675" cy="29194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44034" name="Content Placeholder 2">
            <a:extLst>
              <a:ext uri="{FF2B5EF4-FFF2-40B4-BE49-F238E27FC236}">
                <a16:creationId xmlns:a16="http://schemas.microsoft.com/office/drawing/2014/main" id="{EED60779-34EC-534B-A3B5-DC231433DCA0}"/>
              </a:ext>
            </a:extLst>
          </p:cNvPr>
          <p:cNvSpPr>
            <a:spLocks noGrp="1" noChangeArrowheads="1"/>
          </p:cNvSpPr>
          <p:nvPr>
            <p:ph idx="1"/>
          </p:nvPr>
        </p:nvSpPr>
        <p:spPr>
          <a:xfrm>
            <a:off x="228600" y="876300"/>
            <a:ext cx="8686800" cy="4110038"/>
          </a:xfrm>
        </p:spPr>
        <p:txBody>
          <a:bodyPr/>
          <a:lstStyle/>
          <a:p>
            <a:r>
              <a:rPr lang="en-US" altLang="en-US" sz="2800" dirty="0">
                <a:solidFill>
                  <a:srgbClr val="FFFF00"/>
                </a:solidFill>
                <a:effectLst>
                  <a:outerShdw blurRad="50800" dist="38100" dir="2700000" algn="tl" rotWithShape="0">
                    <a:prstClr val="black">
                      <a:alpha val="40000"/>
                    </a:prstClr>
                  </a:outerShdw>
                </a:effectLst>
                <a:ea typeface="ＭＳ Ｐゴシック" panose="020B0600070205080204" pitchFamily="34" charset="-128"/>
                <a:cs typeface="ＭＳ Ｐゴシック" panose="020B0600070205080204" pitchFamily="34" charset="-128"/>
              </a:rPr>
              <a:t>Questions from last week or videos</a:t>
            </a:r>
          </a:p>
          <a:p>
            <a:r>
              <a:rPr lang="en-US" altLang="en-US" sz="2800" dirty="0">
                <a:solidFill>
                  <a:srgbClr val="FFFF00"/>
                </a:solidFill>
                <a:effectLst>
                  <a:outerShdw blurRad="50800" dist="38100" dir="2700000" algn="tl" rotWithShape="0">
                    <a:prstClr val="black">
                      <a:alpha val="40000"/>
                    </a:prstClr>
                  </a:outerShdw>
                </a:effectLst>
                <a:ea typeface="ＭＳ Ｐゴシック" panose="020B0600070205080204" pitchFamily="34" charset="-128"/>
                <a:cs typeface="ＭＳ Ｐゴシック" panose="020B0600070205080204" pitchFamily="34" charset="-128"/>
              </a:rPr>
              <a:t>What controls the Earth’s surface temperature?</a:t>
            </a:r>
          </a:p>
          <a:p>
            <a:r>
              <a:rPr lang="en-US" altLang="en-US" sz="2800" dirty="0">
                <a:solidFill>
                  <a:srgbClr val="FFFF00"/>
                </a:solidFill>
                <a:effectLst>
                  <a:outerShdw blurRad="50800" dist="38100" dir="2700000" algn="tl" rotWithShape="0">
                    <a:prstClr val="black">
                      <a:alpha val="40000"/>
                    </a:prstClr>
                  </a:outerShdw>
                </a:effectLst>
                <a:ea typeface="ＭＳ Ｐゴシック" panose="020B0600070205080204" pitchFamily="34" charset="-128"/>
                <a:cs typeface="ＭＳ Ｐゴシック" panose="020B0600070205080204" pitchFamily="34" charset="-128"/>
              </a:rPr>
              <a:t>What controls Earth’s general circulation?</a:t>
            </a:r>
          </a:p>
          <a:p>
            <a:r>
              <a:rPr lang="en-US" altLang="en-US" sz="2800" dirty="0">
                <a:solidFill>
                  <a:srgbClr val="FFFF00"/>
                </a:solidFill>
                <a:effectLst>
                  <a:outerShdw blurRad="50800" dist="38100" dir="2700000" algn="tl" rotWithShape="0">
                    <a:prstClr val="black">
                      <a:alpha val="40000"/>
                    </a:prstClr>
                  </a:outerShdw>
                </a:effectLst>
                <a:ea typeface="ＭＳ Ｐゴシック" panose="020B0600070205080204" pitchFamily="34" charset="-128"/>
                <a:cs typeface="ＭＳ Ｐゴシック" panose="020B0600070205080204" pitchFamily="34" charset="-128"/>
              </a:rPr>
              <a:t>Most important control for us: Polar-front jet stream</a:t>
            </a:r>
          </a:p>
          <a:p>
            <a:r>
              <a:rPr lang="en-US" altLang="en-US" sz="2800" dirty="0">
                <a:solidFill>
                  <a:srgbClr val="FFFF00"/>
                </a:solidFill>
                <a:effectLst>
                  <a:outerShdw blurRad="50800" dist="38100" dir="2700000" algn="tl" rotWithShape="0">
                    <a:prstClr val="black">
                      <a:alpha val="40000"/>
                    </a:prstClr>
                  </a:outerShdw>
                </a:effectLst>
                <a:ea typeface="ＭＳ Ｐゴシック" panose="020B0600070205080204" pitchFamily="34" charset="-128"/>
                <a:cs typeface="ＭＳ Ｐゴシック" panose="020B0600070205080204" pitchFamily="34" charset="-128"/>
              </a:rPr>
              <a:t>How humidity is measured</a:t>
            </a:r>
          </a:p>
          <a:p>
            <a:r>
              <a:rPr lang="en-US" altLang="en-US" sz="2800" dirty="0">
                <a:solidFill>
                  <a:srgbClr val="FFFF00"/>
                </a:solidFill>
                <a:effectLst>
                  <a:outerShdw blurRad="50800" dist="38100" dir="2700000" algn="tl" rotWithShape="0">
                    <a:prstClr val="black">
                      <a:alpha val="40000"/>
                    </a:prstClr>
                  </a:outerShdw>
                </a:effectLst>
                <a:ea typeface="ＭＳ Ｐゴシック" panose="020B0600070205080204" pitchFamily="34" charset="-128"/>
                <a:cs typeface="ＭＳ Ｐゴシック" panose="020B0600070205080204" pitchFamily="34" charset="-128"/>
              </a:rPr>
              <a:t>Dry and moist adiabatic motion: An example</a:t>
            </a:r>
          </a:p>
          <a:p>
            <a:r>
              <a:rPr lang="en-US" altLang="en-US" sz="2800" dirty="0" err="1">
                <a:solidFill>
                  <a:srgbClr val="FFFF00"/>
                </a:solidFill>
                <a:effectLst>
                  <a:outerShdw blurRad="50800" dist="38100" dir="2700000" algn="tl" rotWithShape="0">
                    <a:prstClr val="black">
                      <a:alpha val="40000"/>
                    </a:prstClr>
                  </a:outerShdw>
                </a:effectLst>
                <a:ea typeface="ＭＳ Ｐゴシック" panose="020B0600070205080204" pitchFamily="34" charset="-128"/>
                <a:cs typeface="ＭＳ Ｐゴシック" panose="020B0600070205080204" pitchFamily="34" charset="-128"/>
              </a:rPr>
              <a:t>Kahoot</a:t>
            </a:r>
            <a:r>
              <a:rPr lang="en-US" altLang="en-US" sz="2800" dirty="0">
                <a:solidFill>
                  <a:srgbClr val="FFFF00"/>
                </a:solidFill>
                <a:effectLst>
                  <a:outerShdw blurRad="50800" dist="38100" dir="2700000" algn="tl" rotWithShape="0">
                    <a:prstClr val="black">
                      <a:alpha val="40000"/>
                    </a:prstClr>
                  </a:outerShdw>
                </a:effectLst>
                <a:ea typeface="ＭＳ Ｐゴシック" panose="020B0600070205080204" pitchFamily="34" charset="-128"/>
                <a:cs typeface="ＭＳ Ｐゴシック" panose="020B0600070205080204" pitchFamily="34" charset="-128"/>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44034" name="Content Placeholder 2">
            <a:extLst>
              <a:ext uri="{FF2B5EF4-FFF2-40B4-BE49-F238E27FC236}">
                <a16:creationId xmlns:a16="http://schemas.microsoft.com/office/drawing/2014/main" id="{65924CEE-EEA8-5444-83EC-970409243603}"/>
              </a:ext>
            </a:extLst>
          </p:cNvPr>
          <p:cNvSpPr>
            <a:spLocks noGrp="1" noChangeArrowheads="1"/>
          </p:cNvSpPr>
          <p:nvPr>
            <p:ph idx="1"/>
          </p:nvPr>
        </p:nvSpPr>
        <p:spPr>
          <a:xfrm>
            <a:off x="304800" y="1257300"/>
            <a:ext cx="8686800" cy="4110038"/>
          </a:xfrm>
        </p:spPr>
        <p:txBody>
          <a:bodyPr/>
          <a:lstStyle/>
          <a:p>
            <a:pPr>
              <a:buFontTx/>
              <a:buNone/>
              <a:defRPr/>
            </a:pPr>
            <a:r>
              <a:rPr lang="en-US" sz="2400" dirty="0">
                <a:solidFill>
                  <a:schemeClr val="bg1"/>
                </a:solidFill>
                <a:effectLst>
                  <a:outerShdw blurRad="50800" dist="38100" dir="2700000" algn="tl" rotWithShape="0">
                    <a:prstClr val="black">
                      <a:alpha val="40000"/>
                    </a:prstClr>
                  </a:outerShdw>
                </a:effectLst>
              </a:rPr>
              <a:t>Week 1: Earth’s Climate System</a:t>
            </a:r>
          </a:p>
          <a:p>
            <a:pPr>
              <a:buFontTx/>
              <a:buNone/>
              <a:defRPr/>
            </a:pPr>
            <a:r>
              <a:rPr lang="en-US" sz="2400" dirty="0">
                <a:solidFill>
                  <a:schemeClr val="bg1"/>
                </a:solidFill>
                <a:effectLst>
                  <a:outerShdw blurRad="50800" dist="38100" dir="2700000" algn="tl" rotWithShape="0">
                    <a:prstClr val="black">
                      <a:alpha val="40000"/>
                    </a:prstClr>
                  </a:outerShdw>
                </a:effectLst>
              </a:rPr>
              <a:t>Week 1: Evolution of the Earth’s Atmosphere</a:t>
            </a:r>
          </a:p>
          <a:p>
            <a:pPr>
              <a:buFontTx/>
              <a:buNone/>
              <a:defRPr/>
            </a:pPr>
            <a:endParaRPr lang="en-US" sz="2400" dirty="0">
              <a:solidFill>
                <a:schemeClr val="bg1"/>
              </a:solidFill>
              <a:effectLst>
                <a:outerShdw blurRad="50800" dist="38100" dir="2700000" algn="tl" rotWithShape="0">
                  <a:prstClr val="black">
                    <a:alpha val="40000"/>
                  </a:prstClr>
                </a:outerShdw>
              </a:effectLst>
            </a:endParaRPr>
          </a:p>
          <a:p>
            <a:pPr>
              <a:buFontTx/>
              <a:buNone/>
              <a:defRPr/>
            </a:pPr>
            <a:r>
              <a:rPr lang="en-US" sz="2400" dirty="0">
                <a:solidFill>
                  <a:schemeClr val="bg1"/>
                </a:solidFill>
                <a:effectLst>
                  <a:outerShdw blurRad="50800" dist="38100" dir="2700000" algn="tl" rotWithShape="0">
                    <a:prstClr val="black">
                      <a:alpha val="40000"/>
                    </a:prstClr>
                  </a:outerShdw>
                </a:effectLst>
              </a:rPr>
              <a:t>Week 2: Composition of the Modern Earth’s Atmosphere</a:t>
            </a:r>
          </a:p>
          <a:p>
            <a:pPr>
              <a:buFontTx/>
              <a:buNone/>
              <a:defRPr/>
            </a:pPr>
            <a:r>
              <a:rPr lang="en-US" sz="2400" dirty="0">
                <a:solidFill>
                  <a:schemeClr val="bg1"/>
                </a:solidFill>
                <a:effectLst>
                  <a:outerShdw blurRad="50800" dist="38100" dir="2700000" algn="tl" rotWithShape="0">
                    <a:prstClr val="black">
                      <a:alpha val="40000"/>
                    </a:prstClr>
                  </a:outerShdw>
                </a:effectLst>
              </a:rPr>
              <a:t>Week 2: Why does the atmospheric temperature profile look the way it does?</a:t>
            </a:r>
          </a:p>
          <a:p>
            <a:pPr>
              <a:buFontTx/>
              <a:buNone/>
              <a:defRPr/>
            </a:pPr>
            <a:r>
              <a:rPr lang="en-US" sz="2400" dirty="0">
                <a:solidFill>
                  <a:schemeClr val="bg1"/>
                </a:solidFill>
                <a:effectLst>
                  <a:outerShdw blurRad="50800" dist="38100" dir="2700000" algn="tl" rotWithShape="0">
                    <a:prstClr val="black">
                      <a:alpha val="40000"/>
                    </a:prstClr>
                  </a:outerShdw>
                </a:effectLst>
              </a:rPr>
              <a:t>Week 2: Three Radiation Laws</a:t>
            </a:r>
          </a:p>
          <a:p>
            <a:pPr>
              <a:buFontTx/>
              <a:buNone/>
              <a:defRPr/>
            </a:pPr>
            <a:r>
              <a:rPr lang="en-US" sz="2400" dirty="0">
                <a:solidFill>
                  <a:schemeClr val="bg1"/>
                </a:solidFill>
                <a:effectLst>
                  <a:outerShdw blurRad="50800" dist="38100" dir="2700000" algn="tl" rotWithShape="0">
                    <a:prstClr val="black">
                      <a:alpha val="40000"/>
                    </a:prstClr>
                  </a:outerShdw>
                </a:effectLst>
              </a:rPr>
              <a:t>Week 2: What if the Earth had no atmosphere?</a:t>
            </a:r>
          </a:p>
          <a:p>
            <a:pPr>
              <a:buFontTx/>
              <a:buNone/>
              <a:defRPr/>
            </a:pPr>
            <a:r>
              <a:rPr lang="en-US" sz="2400" dirty="0">
                <a:solidFill>
                  <a:schemeClr val="bg1"/>
                </a:solidFill>
                <a:effectLst>
                  <a:outerShdw blurRad="50800" dist="38100" dir="2700000" algn="tl" rotWithShape="0">
                    <a:prstClr val="black">
                      <a:alpha val="40000"/>
                    </a:prstClr>
                  </a:outerShdw>
                </a:effectLst>
              </a:rPr>
              <a:t>Week 2: Atmospheric Dynamics and General Circulation</a:t>
            </a:r>
          </a:p>
        </p:txBody>
      </p:sp>
      <p:sp>
        <p:nvSpPr>
          <p:cNvPr id="45059" name="Title 1">
            <a:extLst>
              <a:ext uri="{FF2B5EF4-FFF2-40B4-BE49-F238E27FC236}">
                <a16:creationId xmlns:a16="http://schemas.microsoft.com/office/drawing/2014/main" id="{D0142883-C5C4-0049-B383-C6382151D0FC}"/>
              </a:ext>
            </a:extLst>
          </p:cNvPr>
          <p:cNvSpPr>
            <a:spLocks noGrp="1" noChangeArrowheads="1"/>
          </p:cNvSpPr>
          <p:nvPr>
            <p:ph type="title"/>
          </p:nvPr>
        </p:nvSpPr>
        <p:spPr>
          <a:xfrm>
            <a:off x="457200" y="274638"/>
            <a:ext cx="8229600" cy="550862"/>
          </a:xfrm>
        </p:spPr>
        <p:txBody>
          <a:bodyPr/>
          <a:lstStyle/>
          <a:p>
            <a:r>
              <a:rPr lang="en-US" altLang="en-US" dirty="0">
                <a:solidFill>
                  <a:srgbClr val="FFFF00"/>
                </a:solidFill>
                <a:effectLst>
                  <a:outerShdw blurRad="50800" dist="38100" dir="2700000" algn="tl" rotWithShape="0">
                    <a:prstClr val="black">
                      <a:alpha val="40000"/>
                    </a:prstClr>
                  </a:outerShdw>
                </a:effectLst>
                <a:ea typeface="ＭＳ Ｐゴシック" panose="020B0600070205080204" pitchFamily="34" charset="-128"/>
              </a:rPr>
              <a:t>Preparatory videos for lecture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6082" name="TextBox 1">
            <a:extLst>
              <a:ext uri="{FF2B5EF4-FFF2-40B4-BE49-F238E27FC236}">
                <a16:creationId xmlns:a16="http://schemas.microsoft.com/office/drawing/2014/main" id="{66624292-4223-7747-841B-21F5255A7EC4}"/>
              </a:ext>
            </a:extLst>
          </p:cNvPr>
          <p:cNvSpPr txBox="1">
            <a:spLocks noChangeArrowheads="1"/>
          </p:cNvSpPr>
          <p:nvPr/>
        </p:nvSpPr>
        <p:spPr bwMode="auto">
          <a:xfrm>
            <a:off x="2414588" y="1647825"/>
            <a:ext cx="13477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cs typeface="Arial" panose="020B0604020202020204" pitchFamily="34" charset="0"/>
              </a:rPr>
              <a:t>The Sun</a:t>
            </a:r>
          </a:p>
        </p:txBody>
      </p:sp>
      <p:pic>
        <p:nvPicPr>
          <p:cNvPr id="46083" name="Picture 6">
            <a:extLst>
              <a:ext uri="{FF2B5EF4-FFF2-40B4-BE49-F238E27FC236}">
                <a16:creationId xmlns:a16="http://schemas.microsoft.com/office/drawing/2014/main" id="{A67628AE-94FD-B04C-9BB9-7822370B04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266700"/>
            <a:ext cx="5715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TextBox 5">
            <a:extLst>
              <a:ext uri="{FF2B5EF4-FFF2-40B4-BE49-F238E27FC236}">
                <a16:creationId xmlns:a16="http://schemas.microsoft.com/office/drawing/2014/main" id="{C821F2E2-AAD3-9A45-A9A6-C49A995F0115}"/>
              </a:ext>
            </a:extLst>
          </p:cNvPr>
          <p:cNvSpPr txBox="1">
            <a:spLocks noChangeArrowheads="1"/>
          </p:cNvSpPr>
          <p:nvPr/>
        </p:nvSpPr>
        <p:spPr bwMode="auto">
          <a:xfrm>
            <a:off x="47378" y="266700"/>
            <a:ext cx="9349034"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3400" dirty="0">
                <a:solidFill>
                  <a:srgbClr val="FFFFFF"/>
                </a:solidFill>
                <a:latin typeface="Helvetica" pitchFamily="2" charset="0"/>
                <a:cs typeface="Arial" panose="020B0604020202020204" pitchFamily="34" charset="0"/>
              </a:rPr>
              <a:t>The ultimate source of energy for atmospheric</a:t>
            </a:r>
          </a:p>
          <a:p>
            <a:pPr eaLnBrk="1" hangingPunct="1">
              <a:spcBef>
                <a:spcPct val="0"/>
              </a:spcBef>
              <a:buFontTx/>
              <a:buNone/>
            </a:pPr>
            <a:r>
              <a:rPr lang="en-US" altLang="en-US" sz="3400" dirty="0">
                <a:solidFill>
                  <a:srgbClr val="FFFFFF"/>
                </a:solidFill>
                <a:latin typeface="Helvetica" pitchFamily="2" charset="0"/>
                <a:cs typeface="Arial" panose="020B0604020202020204" pitchFamily="34" charset="0"/>
              </a:rPr>
              <a:t>and oceanic circulations.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42E73A0-B066-1B40-A190-C6FDDCC0125D}"/>
              </a:ext>
            </a:extLst>
          </p:cNvPr>
          <p:cNvCxnSpPr/>
          <p:nvPr/>
        </p:nvCxnSpPr>
        <p:spPr>
          <a:xfrm>
            <a:off x="0" y="4076700"/>
            <a:ext cx="9144000"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sp>
        <p:nvSpPr>
          <p:cNvPr id="6" name="Sun 5">
            <a:extLst>
              <a:ext uri="{FF2B5EF4-FFF2-40B4-BE49-F238E27FC236}">
                <a16:creationId xmlns:a16="http://schemas.microsoft.com/office/drawing/2014/main" id="{206C1577-C673-9A49-804A-79C98A8EF5BB}"/>
              </a:ext>
            </a:extLst>
          </p:cNvPr>
          <p:cNvSpPr/>
          <p:nvPr/>
        </p:nvSpPr>
        <p:spPr>
          <a:xfrm>
            <a:off x="152400" y="76200"/>
            <a:ext cx="1447800" cy="1447800"/>
          </a:xfrm>
          <a:prstGeom prst="sun">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8" name="Straight Arrow Connector 7">
            <a:extLst>
              <a:ext uri="{FF2B5EF4-FFF2-40B4-BE49-F238E27FC236}">
                <a16:creationId xmlns:a16="http://schemas.microsoft.com/office/drawing/2014/main" id="{2CB8884F-9C15-1A49-A81A-1C3B0A280B44}"/>
              </a:ext>
            </a:extLst>
          </p:cNvPr>
          <p:cNvCxnSpPr>
            <a:cxnSpLocks/>
          </p:cNvCxnSpPr>
          <p:nvPr/>
        </p:nvCxnSpPr>
        <p:spPr>
          <a:xfrm>
            <a:off x="4572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A5D51E67-1FC3-6342-A665-1F2B8A2AA9C0}"/>
              </a:ext>
            </a:extLst>
          </p:cNvPr>
          <p:cNvCxnSpPr>
            <a:cxnSpLocks/>
          </p:cNvCxnSpPr>
          <p:nvPr/>
        </p:nvCxnSpPr>
        <p:spPr>
          <a:xfrm>
            <a:off x="7239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42F7CEF9-4A58-AF49-A484-DB40197799BA}"/>
              </a:ext>
            </a:extLst>
          </p:cNvPr>
          <p:cNvCxnSpPr>
            <a:cxnSpLocks/>
          </p:cNvCxnSpPr>
          <p:nvPr/>
        </p:nvCxnSpPr>
        <p:spPr>
          <a:xfrm>
            <a:off x="9906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929276D-3C3F-F24F-BBD0-BA3D2FA079A1}"/>
              </a:ext>
            </a:extLst>
          </p:cNvPr>
          <p:cNvCxnSpPr>
            <a:cxnSpLocks/>
          </p:cNvCxnSpPr>
          <p:nvPr/>
        </p:nvCxnSpPr>
        <p:spPr>
          <a:xfrm>
            <a:off x="12192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55709C2A-FE2A-2342-8F87-28B9951D4D09}"/>
              </a:ext>
            </a:extLst>
          </p:cNvPr>
          <p:cNvSpPr/>
          <p:nvPr/>
        </p:nvSpPr>
        <p:spPr>
          <a:xfrm>
            <a:off x="0" y="4076700"/>
            <a:ext cx="9144000" cy="1638300"/>
          </a:xfrm>
          <a:prstGeom prst="rect">
            <a:avLst/>
          </a:prstGeom>
          <a:solidFill>
            <a:srgbClr val="A2673F"/>
          </a:solidFill>
          <a:ln>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5" name="Straight Arrow Connector 14">
            <a:extLst>
              <a:ext uri="{FF2B5EF4-FFF2-40B4-BE49-F238E27FC236}">
                <a16:creationId xmlns:a16="http://schemas.microsoft.com/office/drawing/2014/main" id="{EB916613-DFBB-F04A-9A38-9651A59B8075}"/>
              </a:ext>
            </a:extLst>
          </p:cNvPr>
          <p:cNvCxnSpPr>
            <a:cxnSpLocks/>
          </p:cNvCxnSpPr>
          <p:nvPr/>
        </p:nvCxnSpPr>
        <p:spPr>
          <a:xfrm flipV="1">
            <a:off x="5410200" y="1368425"/>
            <a:ext cx="0" cy="2708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6D694F2D-4B80-624D-A787-7D561D944BF2}"/>
              </a:ext>
            </a:extLst>
          </p:cNvPr>
          <p:cNvCxnSpPr>
            <a:cxnSpLocks/>
          </p:cNvCxnSpPr>
          <p:nvPr/>
        </p:nvCxnSpPr>
        <p:spPr>
          <a:xfrm flipV="1">
            <a:off x="5943600" y="1368425"/>
            <a:ext cx="0" cy="2708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38EF07EE-59E4-E34A-AB96-0DAF843D03B5}"/>
              </a:ext>
            </a:extLst>
          </p:cNvPr>
          <p:cNvCxnSpPr>
            <a:cxnSpLocks/>
          </p:cNvCxnSpPr>
          <p:nvPr/>
        </p:nvCxnSpPr>
        <p:spPr>
          <a:xfrm flipV="1">
            <a:off x="6477000" y="1368425"/>
            <a:ext cx="0" cy="2708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77A58943-BEA3-394B-8DCC-B0833E0EB84A}"/>
              </a:ext>
            </a:extLst>
          </p:cNvPr>
          <p:cNvCxnSpPr>
            <a:cxnSpLocks/>
          </p:cNvCxnSpPr>
          <p:nvPr/>
        </p:nvCxnSpPr>
        <p:spPr>
          <a:xfrm flipV="1">
            <a:off x="7010400" y="1384300"/>
            <a:ext cx="0" cy="26924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8140" name="TextBox 20">
            <a:extLst>
              <a:ext uri="{FF2B5EF4-FFF2-40B4-BE49-F238E27FC236}">
                <a16:creationId xmlns:a16="http://schemas.microsoft.com/office/drawing/2014/main" id="{C82C4A4D-F157-264A-A8B9-C968672FDE8A}"/>
              </a:ext>
            </a:extLst>
          </p:cNvPr>
          <p:cNvSpPr txBox="1">
            <a:spLocks noChangeArrowheads="1"/>
          </p:cNvSpPr>
          <p:nvPr/>
        </p:nvSpPr>
        <p:spPr bwMode="auto">
          <a:xfrm>
            <a:off x="7594600" y="4076700"/>
            <a:ext cx="1549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Earth’s surface</a:t>
            </a:r>
          </a:p>
        </p:txBody>
      </p:sp>
      <p:sp>
        <p:nvSpPr>
          <p:cNvPr id="48141" name="TextBox 21">
            <a:extLst>
              <a:ext uri="{FF2B5EF4-FFF2-40B4-BE49-F238E27FC236}">
                <a16:creationId xmlns:a16="http://schemas.microsoft.com/office/drawing/2014/main" id="{3B352B53-D8AC-CA46-A1E9-B45EA4CE7F21}"/>
              </a:ext>
            </a:extLst>
          </p:cNvPr>
          <p:cNvSpPr txBox="1">
            <a:spLocks noChangeArrowheads="1"/>
          </p:cNvSpPr>
          <p:nvPr/>
        </p:nvSpPr>
        <p:spPr bwMode="auto">
          <a:xfrm>
            <a:off x="1817688" y="190500"/>
            <a:ext cx="69675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cs typeface="Arial" panose="020B0604020202020204" pitchFamily="34" charset="0"/>
              </a:rPr>
              <a:t>To maintain a steady temperature, </a:t>
            </a:r>
          </a:p>
          <a:p>
            <a:pPr>
              <a:spcBef>
                <a:spcPct val="0"/>
              </a:spcBef>
              <a:buFontTx/>
              <a:buNone/>
            </a:pPr>
            <a:r>
              <a:rPr lang="en-US" altLang="en-US" sz="1800">
                <a:solidFill>
                  <a:srgbClr val="FFC000"/>
                </a:solidFill>
                <a:cs typeface="Arial" panose="020B0604020202020204" pitchFamily="34" charset="0"/>
              </a:rPr>
              <a:t>the energy of incoming shortwave solar radiation</a:t>
            </a:r>
            <a:r>
              <a:rPr lang="en-US" altLang="en-US" sz="1800">
                <a:cs typeface="Arial" panose="020B0604020202020204" pitchFamily="34" charset="0"/>
              </a:rPr>
              <a:t> must equal</a:t>
            </a:r>
          </a:p>
          <a:p>
            <a:pPr>
              <a:spcBef>
                <a:spcPct val="0"/>
              </a:spcBef>
              <a:buFontTx/>
              <a:buNone/>
            </a:pPr>
            <a:r>
              <a:rPr lang="en-US" altLang="en-US" sz="1800">
                <a:solidFill>
                  <a:srgbClr val="FF0000"/>
                </a:solidFill>
                <a:cs typeface="Arial" panose="020B0604020202020204" pitchFamily="34" charset="0"/>
              </a:rPr>
              <a:t>the energy of outgoing longwave radiation emitted by Earth/atmos</a:t>
            </a:r>
            <a:r>
              <a:rPr lang="en-US" altLang="en-US" sz="1800">
                <a:cs typeface="Arial" panose="020B0604020202020204" pitchFamily="34" charset="0"/>
              </a:rPr>
              <a:t>.</a:t>
            </a:r>
          </a:p>
        </p:txBody>
      </p:sp>
      <p:sp>
        <p:nvSpPr>
          <p:cNvPr id="48142" name="TextBox 22">
            <a:extLst>
              <a:ext uri="{FF2B5EF4-FFF2-40B4-BE49-F238E27FC236}">
                <a16:creationId xmlns:a16="http://schemas.microsoft.com/office/drawing/2014/main" id="{8C171038-0AC7-3D44-8D22-1CADD2D9F0EF}"/>
              </a:ext>
            </a:extLst>
          </p:cNvPr>
          <p:cNvSpPr txBox="1">
            <a:spLocks noChangeArrowheads="1"/>
          </p:cNvSpPr>
          <p:nvPr/>
        </p:nvSpPr>
        <p:spPr bwMode="auto">
          <a:xfrm>
            <a:off x="7450138" y="1685925"/>
            <a:ext cx="15525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no atmosphere</a:t>
            </a:r>
          </a:p>
        </p:txBody>
      </p:sp>
      <p:sp>
        <p:nvSpPr>
          <p:cNvPr id="48143" name="TextBox 26">
            <a:extLst>
              <a:ext uri="{FF2B5EF4-FFF2-40B4-BE49-F238E27FC236}">
                <a16:creationId xmlns:a16="http://schemas.microsoft.com/office/drawing/2014/main" id="{C4A2BF8E-C6BD-B241-958E-15149B0407E4}"/>
              </a:ext>
            </a:extLst>
          </p:cNvPr>
          <p:cNvSpPr txBox="1">
            <a:spLocks noChangeArrowheads="1"/>
          </p:cNvSpPr>
          <p:nvPr/>
        </p:nvSpPr>
        <p:spPr bwMode="auto">
          <a:xfrm>
            <a:off x="1250950" y="1747838"/>
            <a:ext cx="10271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energetic</a:t>
            </a:r>
          </a:p>
        </p:txBody>
      </p:sp>
      <p:sp>
        <p:nvSpPr>
          <p:cNvPr id="48144" name="TextBox 27">
            <a:extLst>
              <a:ext uri="{FF2B5EF4-FFF2-40B4-BE49-F238E27FC236}">
                <a16:creationId xmlns:a16="http://schemas.microsoft.com/office/drawing/2014/main" id="{04C99FA7-74D4-174D-B28E-3600AFE3AC09}"/>
              </a:ext>
            </a:extLst>
          </p:cNvPr>
          <p:cNvSpPr txBox="1">
            <a:spLocks noChangeArrowheads="1"/>
          </p:cNvSpPr>
          <p:nvPr/>
        </p:nvSpPr>
        <p:spPr bwMode="auto">
          <a:xfrm>
            <a:off x="3908425" y="1770063"/>
            <a:ext cx="14493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less energetic</a:t>
            </a:r>
          </a:p>
        </p:txBody>
      </p:sp>
      <p:cxnSp>
        <p:nvCxnSpPr>
          <p:cNvPr id="29" name="Straight Arrow Connector 28">
            <a:extLst>
              <a:ext uri="{FF2B5EF4-FFF2-40B4-BE49-F238E27FC236}">
                <a16:creationId xmlns:a16="http://schemas.microsoft.com/office/drawing/2014/main" id="{F33CD0D1-50BE-DF40-AF96-91DA6965237B}"/>
              </a:ext>
            </a:extLst>
          </p:cNvPr>
          <p:cNvCxnSpPr>
            <a:cxnSpLocks/>
          </p:cNvCxnSpPr>
          <p:nvPr/>
        </p:nvCxnSpPr>
        <p:spPr>
          <a:xfrm flipV="1">
            <a:off x="5638800" y="1384300"/>
            <a:ext cx="0" cy="2708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B86A12AB-C2AA-E140-85BB-6AB12303A48C}"/>
              </a:ext>
            </a:extLst>
          </p:cNvPr>
          <p:cNvCxnSpPr>
            <a:cxnSpLocks/>
          </p:cNvCxnSpPr>
          <p:nvPr/>
        </p:nvCxnSpPr>
        <p:spPr>
          <a:xfrm flipV="1">
            <a:off x="6172200" y="1384300"/>
            <a:ext cx="0" cy="2708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8D92D4BD-49D8-6D4D-A3B5-6B2AC7A4A54E}"/>
              </a:ext>
            </a:extLst>
          </p:cNvPr>
          <p:cNvCxnSpPr>
            <a:cxnSpLocks/>
          </p:cNvCxnSpPr>
          <p:nvPr/>
        </p:nvCxnSpPr>
        <p:spPr>
          <a:xfrm flipV="1">
            <a:off x="6705600" y="1384300"/>
            <a:ext cx="0" cy="2708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BF7EA21B-837B-9D4D-A6E5-64DAB1F0AFF0}"/>
              </a:ext>
            </a:extLst>
          </p:cNvPr>
          <p:cNvCxnSpPr>
            <a:cxnSpLocks/>
          </p:cNvCxnSpPr>
          <p:nvPr/>
        </p:nvCxnSpPr>
        <p:spPr>
          <a:xfrm flipV="1">
            <a:off x="7239000" y="1400175"/>
            <a:ext cx="0" cy="26924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8149" name="TextBox 32">
            <a:extLst>
              <a:ext uri="{FF2B5EF4-FFF2-40B4-BE49-F238E27FC236}">
                <a16:creationId xmlns:a16="http://schemas.microsoft.com/office/drawing/2014/main" id="{E38237AC-DFF5-6F4B-8017-233DC25A12EE}"/>
              </a:ext>
            </a:extLst>
          </p:cNvPr>
          <p:cNvSpPr txBox="1">
            <a:spLocks noChangeArrowheads="1"/>
          </p:cNvSpPr>
          <p:nvPr/>
        </p:nvSpPr>
        <p:spPr bwMode="auto">
          <a:xfrm>
            <a:off x="7705725" y="3473450"/>
            <a:ext cx="1327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a:solidFill>
                  <a:srgbClr val="0070C0"/>
                </a:solidFill>
                <a:latin typeface="Helvetica" pitchFamily="2" charset="0"/>
                <a:cs typeface="Arial" panose="020B0604020202020204" pitchFamily="34" charset="0"/>
              </a:rPr>
              <a:t>–18</a:t>
            </a:r>
            <a:r>
              <a:rPr lang="en-US" altLang="en-US">
                <a:solidFill>
                  <a:srgbClr val="0070C0"/>
                </a:solidFill>
                <a:latin typeface="Helvetica" pitchFamily="2" charset="0"/>
                <a:ea typeface="Arial Unicode MS" panose="020B0604020202020204" pitchFamily="34" charset="-128"/>
                <a:cs typeface="Arial Unicode MS" panose="020B0604020202020204" pitchFamily="34" charset="-128"/>
              </a:rPr>
              <a:t>°</a:t>
            </a:r>
            <a:r>
              <a:rPr lang="en-US" altLang="en-US">
                <a:solidFill>
                  <a:srgbClr val="0070C0"/>
                </a:solidFill>
                <a:latin typeface="Helvetica" pitchFamily="2" charset="0"/>
                <a:cs typeface="Arial" panose="020B0604020202020204" pitchFamily="34" charset="0"/>
              </a:rPr>
              <a:t>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42E73A0-B066-1B40-A190-C6FDDCC0125D}"/>
              </a:ext>
            </a:extLst>
          </p:cNvPr>
          <p:cNvCxnSpPr/>
          <p:nvPr/>
        </p:nvCxnSpPr>
        <p:spPr>
          <a:xfrm>
            <a:off x="0" y="4076700"/>
            <a:ext cx="9144000"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sp>
        <p:nvSpPr>
          <p:cNvPr id="6" name="Sun 5">
            <a:extLst>
              <a:ext uri="{FF2B5EF4-FFF2-40B4-BE49-F238E27FC236}">
                <a16:creationId xmlns:a16="http://schemas.microsoft.com/office/drawing/2014/main" id="{206C1577-C673-9A49-804A-79C98A8EF5BB}"/>
              </a:ext>
            </a:extLst>
          </p:cNvPr>
          <p:cNvSpPr/>
          <p:nvPr/>
        </p:nvSpPr>
        <p:spPr>
          <a:xfrm>
            <a:off x="152400" y="76200"/>
            <a:ext cx="1447800" cy="1447800"/>
          </a:xfrm>
          <a:prstGeom prst="sun">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3" name="Straight Connector 12">
            <a:extLst>
              <a:ext uri="{FF2B5EF4-FFF2-40B4-BE49-F238E27FC236}">
                <a16:creationId xmlns:a16="http://schemas.microsoft.com/office/drawing/2014/main" id="{47E02487-CBC4-8748-8FDA-DF5BCB783029}"/>
              </a:ext>
            </a:extLst>
          </p:cNvPr>
          <p:cNvCxnSpPr/>
          <p:nvPr/>
        </p:nvCxnSpPr>
        <p:spPr>
          <a:xfrm>
            <a:off x="0" y="2171700"/>
            <a:ext cx="914400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55709C2A-FE2A-2342-8F87-28B9951D4D09}"/>
              </a:ext>
            </a:extLst>
          </p:cNvPr>
          <p:cNvSpPr/>
          <p:nvPr/>
        </p:nvSpPr>
        <p:spPr>
          <a:xfrm>
            <a:off x="0" y="4076700"/>
            <a:ext cx="9144000" cy="1638300"/>
          </a:xfrm>
          <a:prstGeom prst="rect">
            <a:avLst/>
          </a:prstGeom>
          <a:solidFill>
            <a:srgbClr val="00B050"/>
          </a:solidFill>
          <a:ln>
            <a:solidFill>
              <a:srgbClr val="92D05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0181" name="TextBox 19">
            <a:extLst>
              <a:ext uri="{FF2B5EF4-FFF2-40B4-BE49-F238E27FC236}">
                <a16:creationId xmlns:a16="http://schemas.microsoft.com/office/drawing/2014/main" id="{39E789B4-E3F2-2C4D-9258-178C734E1B9D}"/>
              </a:ext>
            </a:extLst>
          </p:cNvPr>
          <p:cNvSpPr txBox="1">
            <a:spLocks noChangeArrowheads="1"/>
          </p:cNvSpPr>
          <p:nvPr/>
        </p:nvSpPr>
        <p:spPr bwMode="auto">
          <a:xfrm>
            <a:off x="7345363" y="1831975"/>
            <a:ext cx="18399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top of atmosphere</a:t>
            </a:r>
          </a:p>
        </p:txBody>
      </p:sp>
      <p:sp>
        <p:nvSpPr>
          <p:cNvPr id="50182" name="TextBox 20">
            <a:extLst>
              <a:ext uri="{FF2B5EF4-FFF2-40B4-BE49-F238E27FC236}">
                <a16:creationId xmlns:a16="http://schemas.microsoft.com/office/drawing/2014/main" id="{305ECA74-177A-894D-BC98-C714EB11EB7C}"/>
              </a:ext>
            </a:extLst>
          </p:cNvPr>
          <p:cNvSpPr txBox="1">
            <a:spLocks noChangeArrowheads="1"/>
          </p:cNvSpPr>
          <p:nvPr/>
        </p:nvSpPr>
        <p:spPr bwMode="auto">
          <a:xfrm>
            <a:off x="7594600" y="4076700"/>
            <a:ext cx="1549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Earth’s surface</a:t>
            </a:r>
          </a:p>
        </p:txBody>
      </p:sp>
      <p:cxnSp>
        <p:nvCxnSpPr>
          <p:cNvPr id="38" name="Straight Arrow Connector 37">
            <a:extLst>
              <a:ext uri="{FF2B5EF4-FFF2-40B4-BE49-F238E27FC236}">
                <a16:creationId xmlns:a16="http://schemas.microsoft.com/office/drawing/2014/main" id="{A1318341-79AA-844F-B1C1-9BBA684EB323}"/>
              </a:ext>
            </a:extLst>
          </p:cNvPr>
          <p:cNvCxnSpPr>
            <a:cxnSpLocks/>
          </p:cNvCxnSpPr>
          <p:nvPr/>
        </p:nvCxnSpPr>
        <p:spPr>
          <a:xfrm>
            <a:off x="4572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869904A3-270F-BA40-8DEB-298A0D65E20B}"/>
              </a:ext>
            </a:extLst>
          </p:cNvPr>
          <p:cNvCxnSpPr>
            <a:cxnSpLocks/>
          </p:cNvCxnSpPr>
          <p:nvPr/>
        </p:nvCxnSpPr>
        <p:spPr>
          <a:xfrm>
            <a:off x="7239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E0304955-AEDC-E742-A18C-E250B4FE2241}"/>
              </a:ext>
            </a:extLst>
          </p:cNvPr>
          <p:cNvCxnSpPr>
            <a:cxnSpLocks/>
          </p:cNvCxnSpPr>
          <p:nvPr/>
        </p:nvCxnSpPr>
        <p:spPr>
          <a:xfrm>
            <a:off x="9906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AB2088A0-00A6-A64C-AE43-6E8066DD1B90}"/>
              </a:ext>
            </a:extLst>
          </p:cNvPr>
          <p:cNvCxnSpPr>
            <a:cxnSpLocks/>
          </p:cNvCxnSpPr>
          <p:nvPr/>
        </p:nvCxnSpPr>
        <p:spPr>
          <a:xfrm>
            <a:off x="12192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50187" name="TextBox 41">
            <a:extLst>
              <a:ext uri="{FF2B5EF4-FFF2-40B4-BE49-F238E27FC236}">
                <a16:creationId xmlns:a16="http://schemas.microsoft.com/office/drawing/2014/main" id="{E4CDD100-9678-D247-8D67-42D94DE94A20}"/>
              </a:ext>
            </a:extLst>
          </p:cNvPr>
          <p:cNvSpPr txBox="1">
            <a:spLocks noChangeArrowheads="1"/>
          </p:cNvSpPr>
          <p:nvPr/>
        </p:nvSpPr>
        <p:spPr bwMode="auto">
          <a:xfrm>
            <a:off x="3219450" y="2527300"/>
            <a:ext cx="19827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b="1">
                <a:cs typeface="Arial" panose="020B0604020202020204" pitchFamily="34" charset="0"/>
              </a:rPr>
              <a:t>greenhouse gases</a:t>
            </a:r>
          </a:p>
        </p:txBody>
      </p:sp>
      <p:cxnSp>
        <p:nvCxnSpPr>
          <p:cNvPr id="43" name="Straight Arrow Connector 42">
            <a:extLst>
              <a:ext uri="{FF2B5EF4-FFF2-40B4-BE49-F238E27FC236}">
                <a16:creationId xmlns:a16="http://schemas.microsoft.com/office/drawing/2014/main" id="{CD56D52A-BF00-9745-8B9B-AC516B5AC650}"/>
              </a:ext>
            </a:extLst>
          </p:cNvPr>
          <p:cNvCxnSpPr>
            <a:cxnSpLocks/>
          </p:cNvCxnSpPr>
          <p:nvPr/>
        </p:nvCxnSpPr>
        <p:spPr>
          <a:xfrm flipV="1">
            <a:off x="2743200" y="2892425"/>
            <a:ext cx="0" cy="1184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2355F9FC-155E-F845-8CD6-D1D99CB42331}"/>
              </a:ext>
            </a:extLst>
          </p:cNvPr>
          <p:cNvCxnSpPr>
            <a:cxnSpLocks/>
          </p:cNvCxnSpPr>
          <p:nvPr/>
        </p:nvCxnSpPr>
        <p:spPr>
          <a:xfrm flipV="1">
            <a:off x="3048000" y="2874963"/>
            <a:ext cx="0" cy="116998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39307FF5-C301-BA42-9A8B-8D13C91E5898}"/>
              </a:ext>
            </a:extLst>
          </p:cNvPr>
          <p:cNvCxnSpPr>
            <a:cxnSpLocks/>
          </p:cNvCxnSpPr>
          <p:nvPr/>
        </p:nvCxnSpPr>
        <p:spPr>
          <a:xfrm flipV="1">
            <a:off x="3505200" y="2906713"/>
            <a:ext cx="0" cy="1185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EDF01FD5-4206-274E-945D-0B86186D5A01}"/>
              </a:ext>
            </a:extLst>
          </p:cNvPr>
          <p:cNvCxnSpPr>
            <a:cxnSpLocks/>
          </p:cNvCxnSpPr>
          <p:nvPr/>
        </p:nvCxnSpPr>
        <p:spPr>
          <a:xfrm>
            <a:off x="3886200" y="29067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E8C78472-0769-814F-AF40-0D8FB3AAAC46}"/>
              </a:ext>
            </a:extLst>
          </p:cNvPr>
          <p:cNvCxnSpPr>
            <a:cxnSpLocks/>
          </p:cNvCxnSpPr>
          <p:nvPr/>
        </p:nvCxnSpPr>
        <p:spPr>
          <a:xfrm>
            <a:off x="4419600" y="29067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CA9F7594-9226-E94A-ADAC-35B157115B69}"/>
              </a:ext>
            </a:extLst>
          </p:cNvPr>
          <p:cNvCxnSpPr>
            <a:cxnSpLocks/>
          </p:cNvCxnSpPr>
          <p:nvPr/>
        </p:nvCxnSpPr>
        <p:spPr>
          <a:xfrm>
            <a:off x="4114800" y="29225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B5B2AEE3-F001-9245-AB0C-E0432463888A}"/>
              </a:ext>
            </a:extLst>
          </p:cNvPr>
          <p:cNvCxnSpPr>
            <a:cxnSpLocks/>
          </p:cNvCxnSpPr>
          <p:nvPr/>
        </p:nvCxnSpPr>
        <p:spPr>
          <a:xfrm>
            <a:off x="5029200" y="2892425"/>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74C46E5E-0A46-764D-B543-580630A54288}"/>
              </a:ext>
            </a:extLst>
          </p:cNvPr>
          <p:cNvCxnSpPr>
            <a:cxnSpLocks/>
          </p:cNvCxnSpPr>
          <p:nvPr/>
        </p:nvCxnSpPr>
        <p:spPr>
          <a:xfrm>
            <a:off x="4241800" y="3460750"/>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689D5684-0667-0C4D-9589-DA89E19812C5}"/>
              </a:ext>
            </a:extLst>
          </p:cNvPr>
          <p:cNvCxnSpPr>
            <a:cxnSpLocks/>
          </p:cNvCxnSpPr>
          <p:nvPr/>
        </p:nvCxnSpPr>
        <p:spPr>
          <a:xfrm>
            <a:off x="3657600" y="3341688"/>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46CA1EC9-84E1-8F46-9B77-91A132A49923}"/>
              </a:ext>
            </a:extLst>
          </p:cNvPr>
          <p:cNvCxnSpPr>
            <a:cxnSpLocks/>
          </p:cNvCxnSpPr>
          <p:nvPr/>
        </p:nvCxnSpPr>
        <p:spPr>
          <a:xfrm>
            <a:off x="4800600" y="3284538"/>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0198" name="TextBox 90">
            <a:extLst>
              <a:ext uri="{FF2B5EF4-FFF2-40B4-BE49-F238E27FC236}">
                <a16:creationId xmlns:a16="http://schemas.microsoft.com/office/drawing/2014/main" id="{42AAF551-AB7C-E646-94EC-A5D9383FA217}"/>
              </a:ext>
            </a:extLst>
          </p:cNvPr>
          <p:cNvSpPr txBox="1">
            <a:spLocks noChangeArrowheads="1"/>
          </p:cNvSpPr>
          <p:nvPr/>
        </p:nvSpPr>
        <p:spPr bwMode="auto">
          <a:xfrm>
            <a:off x="7848600" y="3460750"/>
            <a:ext cx="11001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a:solidFill>
                  <a:srgbClr val="FFC000"/>
                </a:solidFill>
                <a:latin typeface="Helvetica" pitchFamily="2" charset="0"/>
                <a:cs typeface="Arial" panose="020B0604020202020204" pitchFamily="34" charset="0"/>
              </a:rPr>
              <a:t>15</a:t>
            </a:r>
            <a:r>
              <a:rPr lang="en-US" altLang="en-US">
                <a:solidFill>
                  <a:srgbClr val="FFC000"/>
                </a:solidFill>
                <a:latin typeface="Helvetica" pitchFamily="2" charset="0"/>
                <a:ea typeface="Arial Unicode MS" panose="020B0604020202020204" pitchFamily="34" charset="-128"/>
                <a:cs typeface="Arial Unicode MS" panose="020B0604020202020204" pitchFamily="34" charset="-128"/>
              </a:rPr>
              <a:t>°</a:t>
            </a:r>
            <a:r>
              <a:rPr lang="en-US" altLang="en-US">
                <a:solidFill>
                  <a:srgbClr val="FFC000"/>
                </a:solidFill>
                <a:latin typeface="Helvetica" pitchFamily="2" charset="0"/>
                <a:cs typeface="Arial" panose="020B0604020202020204" pitchFamily="34" charset="0"/>
              </a:rPr>
              <a:t>C</a:t>
            </a:r>
          </a:p>
        </p:txBody>
      </p:sp>
      <p:cxnSp>
        <p:nvCxnSpPr>
          <p:cNvPr id="92" name="Straight Arrow Connector 91">
            <a:extLst>
              <a:ext uri="{FF2B5EF4-FFF2-40B4-BE49-F238E27FC236}">
                <a16:creationId xmlns:a16="http://schemas.microsoft.com/office/drawing/2014/main" id="{4D9B2212-33D3-5C41-AE9A-8D97E1497353}"/>
              </a:ext>
            </a:extLst>
          </p:cNvPr>
          <p:cNvCxnSpPr>
            <a:cxnSpLocks/>
          </p:cNvCxnSpPr>
          <p:nvPr/>
        </p:nvCxnSpPr>
        <p:spPr>
          <a:xfrm flipV="1">
            <a:off x="5410200" y="1368425"/>
            <a:ext cx="0" cy="2708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E035E95A-5A62-9740-9502-E1ED4F52ECA4}"/>
              </a:ext>
            </a:extLst>
          </p:cNvPr>
          <p:cNvCxnSpPr>
            <a:cxnSpLocks/>
          </p:cNvCxnSpPr>
          <p:nvPr/>
        </p:nvCxnSpPr>
        <p:spPr>
          <a:xfrm flipV="1">
            <a:off x="5943600" y="1368425"/>
            <a:ext cx="0" cy="241776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4" name="Straight Arrow Connector 93">
            <a:extLst>
              <a:ext uri="{FF2B5EF4-FFF2-40B4-BE49-F238E27FC236}">
                <a16:creationId xmlns:a16="http://schemas.microsoft.com/office/drawing/2014/main" id="{4DB91577-2F9A-A943-9AF6-BB30D51E8051}"/>
              </a:ext>
            </a:extLst>
          </p:cNvPr>
          <p:cNvCxnSpPr>
            <a:cxnSpLocks/>
          </p:cNvCxnSpPr>
          <p:nvPr/>
        </p:nvCxnSpPr>
        <p:spPr>
          <a:xfrm flipV="1">
            <a:off x="6477000" y="1368425"/>
            <a:ext cx="0" cy="12604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5" name="Straight Arrow Connector 94">
            <a:extLst>
              <a:ext uri="{FF2B5EF4-FFF2-40B4-BE49-F238E27FC236}">
                <a16:creationId xmlns:a16="http://schemas.microsoft.com/office/drawing/2014/main" id="{FC8BAC10-6F59-744A-8698-0BCF5424C73F}"/>
              </a:ext>
            </a:extLst>
          </p:cNvPr>
          <p:cNvCxnSpPr>
            <a:cxnSpLocks/>
          </p:cNvCxnSpPr>
          <p:nvPr/>
        </p:nvCxnSpPr>
        <p:spPr>
          <a:xfrm flipV="1">
            <a:off x="7010400" y="1384300"/>
            <a:ext cx="0" cy="17018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8D47B0C4-DFD5-9E44-BA6C-6D7E1263C7F7}"/>
              </a:ext>
            </a:extLst>
          </p:cNvPr>
          <p:cNvCxnSpPr>
            <a:cxnSpLocks/>
          </p:cNvCxnSpPr>
          <p:nvPr/>
        </p:nvCxnSpPr>
        <p:spPr>
          <a:xfrm flipV="1">
            <a:off x="5638800" y="1384300"/>
            <a:ext cx="0" cy="20097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243FE218-3113-DD41-8271-B1F622D23265}"/>
              </a:ext>
            </a:extLst>
          </p:cNvPr>
          <p:cNvCxnSpPr>
            <a:cxnSpLocks/>
          </p:cNvCxnSpPr>
          <p:nvPr/>
        </p:nvCxnSpPr>
        <p:spPr>
          <a:xfrm flipV="1">
            <a:off x="6172200" y="1384300"/>
            <a:ext cx="0" cy="25781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868E7DA6-788D-B946-AB8A-275403FFC6E9}"/>
              </a:ext>
            </a:extLst>
          </p:cNvPr>
          <p:cNvCxnSpPr>
            <a:cxnSpLocks/>
          </p:cNvCxnSpPr>
          <p:nvPr/>
        </p:nvCxnSpPr>
        <p:spPr>
          <a:xfrm flipV="1">
            <a:off x="6705600" y="1384300"/>
            <a:ext cx="0" cy="240188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1102A594-372D-7746-B2ED-49A4245DC9EF}"/>
              </a:ext>
            </a:extLst>
          </p:cNvPr>
          <p:cNvCxnSpPr>
            <a:cxnSpLocks/>
          </p:cNvCxnSpPr>
          <p:nvPr/>
        </p:nvCxnSpPr>
        <p:spPr>
          <a:xfrm flipV="1">
            <a:off x="7239000" y="1400175"/>
            <a:ext cx="0" cy="20097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0207" name="TextBox 110">
            <a:extLst>
              <a:ext uri="{FF2B5EF4-FFF2-40B4-BE49-F238E27FC236}">
                <a16:creationId xmlns:a16="http://schemas.microsoft.com/office/drawing/2014/main" id="{05F91DA4-E4E7-4A43-8F88-671D2D72347F}"/>
              </a:ext>
            </a:extLst>
          </p:cNvPr>
          <p:cNvSpPr txBox="1">
            <a:spLocks noChangeArrowheads="1"/>
          </p:cNvSpPr>
          <p:nvPr/>
        </p:nvSpPr>
        <p:spPr bwMode="auto">
          <a:xfrm>
            <a:off x="1250950" y="1747838"/>
            <a:ext cx="10271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energetic</a:t>
            </a:r>
          </a:p>
        </p:txBody>
      </p:sp>
      <p:sp>
        <p:nvSpPr>
          <p:cNvPr id="50208" name="TextBox 111">
            <a:extLst>
              <a:ext uri="{FF2B5EF4-FFF2-40B4-BE49-F238E27FC236}">
                <a16:creationId xmlns:a16="http://schemas.microsoft.com/office/drawing/2014/main" id="{CAF619B7-C8F7-2B47-A89F-6C5056A0A164}"/>
              </a:ext>
            </a:extLst>
          </p:cNvPr>
          <p:cNvSpPr txBox="1">
            <a:spLocks noChangeArrowheads="1"/>
          </p:cNvSpPr>
          <p:nvPr/>
        </p:nvSpPr>
        <p:spPr bwMode="auto">
          <a:xfrm>
            <a:off x="3908425" y="1770063"/>
            <a:ext cx="14493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less energetic</a:t>
            </a:r>
          </a:p>
        </p:txBody>
      </p:sp>
      <p:cxnSp>
        <p:nvCxnSpPr>
          <p:cNvPr id="114" name="Straight Arrow Connector 113">
            <a:extLst>
              <a:ext uri="{FF2B5EF4-FFF2-40B4-BE49-F238E27FC236}">
                <a16:creationId xmlns:a16="http://schemas.microsoft.com/office/drawing/2014/main" id="{FD6D4734-7141-0245-BFC0-367110290972}"/>
              </a:ext>
            </a:extLst>
          </p:cNvPr>
          <p:cNvCxnSpPr>
            <a:cxnSpLocks/>
          </p:cNvCxnSpPr>
          <p:nvPr/>
        </p:nvCxnSpPr>
        <p:spPr>
          <a:xfrm flipV="1">
            <a:off x="3276600" y="2376488"/>
            <a:ext cx="0" cy="1185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42E73A0-B066-1B40-A190-C6FDDCC0125D}"/>
              </a:ext>
            </a:extLst>
          </p:cNvPr>
          <p:cNvCxnSpPr/>
          <p:nvPr/>
        </p:nvCxnSpPr>
        <p:spPr>
          <a:xfrm>
            <a:off x="0" y="4076700"/>
            <a:ext cx="9144000"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sp>
        <p:nvSpPr>
          <p:cNvPr id="6" name="Sun 5">
            <a:extLst>
              <a:ext uri="{FF2B5EF4-FFF2-40B4-BE49-F238E27FC236}">
                <a16:creationId xmlns:a16="http://schemas.microsoft.com/office/drawing/2014/main" id="{206C1577-C673-9A49-804A-79C98A8EF5BB}"/>
              </a:ext>
            </a:extLst>
          </p:cNvPr>
          <p:cNvSpPr/>
          <p:nvPr/>
        </p:nvSpPr>
        <p:spPr>
          <a:xfrm>
            <a:off x="152400" y="76200"/>
            <a:ext cx="1447800" cy="1447800"/>
          </a:xfrm>
          <a:prstGeom prst="sun">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3" name="Straight Connector 12">
            <a:extLst>
              <a:ext uri="{FF2B5EF4-FFF2-40B4-BE49-F238E27FC236}">
                <a16:creationId xmlns:a16="http://schemas.microsoft.com/office/drawing/2014/main" id="{47E02487-CBC4-8748-8FDA-DF5BCB783029}"/>
              </a:ext>
            </a:extLst>
          </p:cNvPr>
          <p:cNvCxnSpPr/>
          <p:nvPr/>
        </p:nvCxnSpPr>
        <p:spPr>
          <a:xfrm>
            <a:off x="0" y="2171700"/>
            <a:ext cx="914400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55709C2A-FE2A-2342-8F87-28B9951D4D09}"/>
              </a:ext>
            </a:extLst>
          </p:cNvPr>
          <p:cNvSpPr/>
          <p:nvPr/>
        </p:nvSpPr>
        <p:spPr>
          <a:xfrm>
            <a:off x="0" y="4076700"/>
            <a:ext cx="9144000" cy="1638300"/>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2229" name="TextBox 19">
            <a:extLst>
              <a:ext uri="{FF2B5EF4-FFF2-40B4-BE49-F238E27FC236}">
                <a16:creationId xmlns:a16="http://schemas.microsoft.com/office/drawing/2014/main" id="{B50F84F5-B469-8F43-B7EB-1E646FFC53F3}"/>
              </a:ext>
            </a:extLst>
          </p:cNvPr>
          <p:cNvSpPr txBox="1">
            <a:spLocks noChangeArrowheads="1"/>
          </p:cNvSpPr>
          <p:nvPr/>
        </p:nvSpPr>
        <p:spPr bwMode="auto">
          <a:xfrm>
            <a:off x="7345363" y="1831975"/>
            <a:ext cx="18399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top of atmosphere</a:t>
            </a:r>
          </a:p>
        </p:txBody>
      </p:sp>
      <p:sp>
        <p:nvSpPr>
          <p:cNvPr id="52230" name="TextBox 20">
            <a:extLst>
              <a:ext uri="{FF2B5EF4-FFF2-40B4-BE49-F238E27FC236}">
                <a16:creationId xmlns:a16="http://schemas.microsoft.com/office/drawing/2014/main" id="{8F48C379-FEF4-C04D-B507-43EC1CA0A89E}"/>
              </a:ext>
            </a:extLst>
          </p:cNvPr>
          <p:cNvSpPr txBox="1">
            <a:spLocks noChangeArrowheads="1"/>
          </p:cNvSpPr>
          <p:nvPr/>
        </p:nvSpPr>
        <p:spPr bwMode="auto">
          <a:xfrm>
            <a:off x="7594600" y="4076700"/>
            <a:ext cx="1549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Earth’s surface</a:t>
            </a:r>
          </a:p>
        </p:txBody>
      </p:sp>
      <p:cxnSp>
        <p:nvCxnSpPr>
          <p:cNvPr id="38" name="Straight Arrow Connector 37">
            <a:extLst>
              <a:ext uri="{FF2B5EF4-FFF2-40B4-BE49-F238E27FC236}">
                <a16:creationId xmlns:a16="http://schemas.microsoft.com/office/drawing/2014/main" id="{A1318341-79AA-844F-B1C1-9BBA684EB323}"/>
              </a:ext>
            </a:extLst>
          </p:cNvPr>
          <p:cNvCxnSpPr>
            <a:cxnSpLocks/>
          </p:cNvCxnSpPr>
          <p:nvPr/>
        </p:nvCxnSpPr>
        <p:spPr>
          <a:xfrm>
            <a:off x="4572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869904A3-270F-BA40-8DEB-298A0D65E20B}"/>
              </a:ext>
            </a:extLst>
          </p:cNvPr>
          <p:cNvCxnSpPr>
            <a:cxnSpLocks/>
          </p:cNvCxnSpPr>
          <p:nvPr/>
        </p:nvCxnSpPr>
        <p:spPr>
          <a:xfrm>
            <a:off x="7239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E0304955-AEDC-E742-A18C-E250B4FE2241}"/>
              </a:ext>
            </a:extLst>
          </p:cNvPr>
          <p:cNvCxnSpPr>
            <a:cxnSpLocks/>
          </p:cNvCxnSpPr>
          <p:nvPr/>
        </p:nvCxnSpPr>
        <p:spPr>
          <a:xfrm>
            <a:off x="9906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AB2088A0-00A6-A64C-AE43-6E8066DD1B90}"/>
              </a:ext>
            </a:extLst>
          </p:cNvPr>
          <p:cNvCxnSpPr>
            <a:cxnSpLocks/>
          </p:cNvCxnSpPr>
          <p:nvPr/>
        </p:nvCxnSpPr>
        <p:spPr>
          <a:xfrm>
            <a:off x="12192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52235" name="TextBox 41">
            <a:extLst>
              <a:ext uri="{FF2B5EF4-FFF2-40B4-BE49-F238E27FC236}">
                <a16:creationId xmlns:a16="http://schemas.microsoft.com/office/drawing/2014/main" id="{05DE05B9-F46F-9748-87EF-5A10BDCDA78C}"/>
              </a:ext>
            </a:extLst>
          </p:cNvPr>
          <p:cNvSpPr txBox="1">
            <a:spLocks noChangeArrowheads="1"/>
          </p:cNvSpPr>
          <p:nvPr/>
        </p:nvSpPr>
        <p:spPr bwMode="auto">
          <a:xfrm>
            <a:off x="2630488" y="2527300"/>
            <a:ext cx="24304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b="1">
                <a:cs typeface="Arial" panose="020B0604020202020204" pitchFamily="34" charset="0"/>
              </a:rPr>
              <a:t>more</a:t>
            </a:r>
            <a:r>
              <a:rPr lang="en-US" altLang="en-US" sz="1600">
                <a:cs typeface="Arial" panose="020B0604020202020204" pitchFamily="34" charset="0"/>
              </a:rPr>
              <a:t> greenhouse gases</a:t>
            </a:r>
          </a:p>
        </p:txBody>
      </p:sp>
      <p:cxnSp>
        <p:nvCxnSpPr>
          <p:cNvPr id="43" name="Straight Arrow Connector 42">
            <a:extLst>
              <a:ext uri="{FF2B5EF4-FFF2-40B4-BE49-F238E27FC236}">
                <a16:creationId xmlns:a16="http://schemas.microsoft.com/office/drawing/2014/main" id="{CD56D52A-BF00-9745-8B9B-AC516B5AC650}"/>
              </a:ext>
            </a:extLst>
          </p:cNvPr>
          <p:cNvCxnSpPr>
            <a:cxnSpLocks/>
          </p:cNvCxnSpPr>
          <p:nvPr/>
        </p:nvCxnSpPr>
        <p:spPr>
          <a:xfrm flipV="1">
            <a:off x="2743200" y="2892425"/>
            <a:ext cx="0" cy="1184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2355F9FC-155E-F845-8CD6-D1D99CB42331}"/>
              </a:ext>
            </a:extLst>
          </p:cNvPr>
          <p:cNvCxnSpPr>
            <a:cxnSpLocks/>
          </p:cNvCxnSpPr>
          <p:nvPr/>
        </p:nvCxnSpPr>
        <p:spPr>
          <a:xfrm flipV="1">
            <a:off x="3048000" y="2874963"/>
            <a:ext cx="0" cy="116998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39307FF5-C301-BA42-9A8B-8D13C91E5898}"/>
              </a:ext>
            </a:extLst>
          </p:cNvPr>
          <p:cNvCxnSpPr>
            <a:cxnSpLocks/>
          </p:cNvCxnSpPr>
          <p:nvPr/>
        </p:nvCxnSpPr>
        <p:spPr>
          <a:xfrm flipV="1">
            <a:off x="3505200" y="2906713"/>
            <a:ext cx="0" cy="1185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EDF01FD5-4206-274E-945D-0B86186D5A01}"/>
              </a:ext>
            </a:extLst>
          </p:cNvPr>
          <p:cNvCxnSpPr>
            <a:cxnSpLocks/>
          </p:cNvCxnSpPr>
          <p:nvPr/>
        </p:nvCxnSpPr>
        <p:spPr>
          <a:xfrm>
            <a:off x="3886200" y="29067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E8C78472-0769-814F-AF40-0D8FB3AAAC46}"/>
              </a:ext>
            </a:extLst>
          </p:cNvPr>
          <p:cNvCxnSpPr>
            <a:cxnSpLocks/>
          </p:cNvCxnSpPr>
          <p:nvPr/>
        </p:nvCxnSpPr>
        <p:spPr>
          <a:xfrm>
            <a:off x="4419600" y="29067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CA9F7594-9226-E94A-ADAC-35B157115B69}"/>
              </a:ext>
            </a:extLst>
          </p:cNvPr>
          <p:cNvCxnSpPr>
            <a:cxnSpLocks/>
          </p:cNvCxnSpPr>
          <p:nvPr/>
        </p:nvCxnSpPr>
        <p:spPr>
          <a:xfrm>
            <a:off x="4114800" y="29225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B5B2AEE3-F001-9245-AB0C-E0432463888A}"/>
              </a:ext>
            </a:extLst>
          </p:cNvPr>
          <p:cNvCxnSpPr>
            <a:cxnSpLocks/>
          </p:cNvCxnSpPr>
          <p:nvPr/>
        </p:nvCxnSpPr>
        <p:spPr>
          <a:xfrm>
            <a:off x="5029200" y="2892425"/>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74C46E5E-0A46-764D-B543-580630A54288}"/>
              </a:ext>
            </a:extLst>
          </p:cNvPr>
          <p:cNvCxnSpPr>
            <a:cxnSpLocks/>
          </p:cNvCxnSpPr>
          <p:nvPr/>
        </p:nvCxnSpPr>
        <p:spPr>
          <a:xfrm>
            <a:off x="4241800" y="3460750"/>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689D5684-0667-0C4D-9589-DA89E19812C5}"/>
              </a:ext>
            </a:extLst>
          </p:cNvPr>
          <p:cNvCxnSpPr>
            <a:cxnSpLocks/>
          </p:cNvCxnSpPr>
          <p:nvPr/>
        </p:nvCxnSpPr>
        <p:spPr>
          <a:xfrm>
            <a:off x="3657600" y="3341688"/>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46CA1EC9-84E1-8F46-9B77-91A132A49923}"/>
              </a:ext>
            </a:extLst>
          </p:cNvPr>
          <p:cNvCxnSpPr>
            <a:cxnSpLocks/>
          </p:cNvCxnSpPr>
          <p:nvPr/>
        </p:nvCxnSpPr>
        <p:spPr>
          <a:xfrm>
            <a:off x="4800600" y="3284538"/>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2246" name="TextBox 90">
            <a:extLst>
              <a:ext uri="{FF2B5EF4-FFF2-40B4-BE49-F238E27FC236}">
                <a16:creationId xmlns:a16="http://schemas.microsoft.com/office/drawing/2014/main" id="{900D736E-6255-5A45-80FA-D599C3AC1F19}"/>
              </a:ext>
            </a:extLst>
          </p:cNvPr>
          <p:cNvSpPr txBox="1">
            <a:spLocks noChangeArrowheads="1"/>
          </p:cNvSpPr>
          <p:nvPr/>
        </p:nvSpPr>
        <p:spPr bwMode="auto">
          <a:xfrm>
            <a:off x="7848600" y="3460750"/>
            <a:ext cx="11001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a:solidFill>
                  <a:srgbClr val="FF0000"/>
                </a:solidFill>
                <a:latin typeface="Helvetica" pitchFamily="2" charset="0"/>
                <a:ea typeface="Arial Unicode MS" panose="020B0604020202020204" pitchFamily="34" charset="-128"/>
                <a:cs typeface="Arial Unicode MS" panose="020B0604020202020204" pitchFamily="34" charset="-128"/>
              </a:rPr>
              <a:t>20°</a:t>
            </a:r>
            <a:r>
              <a:rPr lang="en-US" altLang="en-US">
                <a:solidFill>
                  <a:srgbClr val="FF0000"/>
                </a:solidFill>
                <a:latin typeface="Helvetica" pitchFamily="2" charset="0"/>
                <a:cs typeface="Arial" panose="020B0604020202020204" pitchFamily="34" charset="0"/>
              </a:rPr>
              <a:t>C</a:t>
            </a:r>
          </a:p>
        </p:txBody>
      </p:sp>
      <p:cxnSp>
        <p:nvCxnSpPr>
          <p:cNvPr id="44" name="Straight Arrow Connector 43">
            <a:extLst>
              <a:ext uri="{FF2B5EF4-FFF2-40B4-BE49-F238E27FC236}">
                <a16:creationId xmlns:a16="http://schemas.microsoft.com/office/drawing/2014/main" id="{F289516D-5D7C-8344-B5AE-B34143529A60}"/>
              </a:ext>
            </a:extLst>
          </p:cNvPr>
          <p:cNvCxnSpPr>
            <a:cxnSpLocks/>
          </p:cNvCxnSpPr>
          <p:nvPr/>
        </p:nvCxnSpPr>
        <p:spPr>
          <a:xfrm flipV="1">
            <a:off x="5410200" y="1368425"/>
            <a:ext cx="0" cy="2708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1CD23911-6A83-444C-ABAD-920305913C6C}"/>
              </a:ext>
            </a:extLst>
          </p:cNvPr>
          <p:cNvCxnSpPr>
            <a:cxnSpLocks/>
          </p:cNvCxnSpPr>
          <p:nvPr/>
        </p:nvCxnSpPr>
        <p:spPr>
          <a:xfrm flipV="1">
            <a:off x="5943600" y="1368425"/>
            <a:ext cx="0" cy="241776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AB6A7651-3431-264F-972D-AFB24994BCD5}"/>
              </a:ext>
            </a:extLst>
          </p:cNvPr>
          <p:cNvCxnSpPr>
            <a:cxnSpLocks/>
          </p:cNvCxnSpPr>
          <p:nvPr/>
        </p:nvCxnSpPr>
        <p:spPr>
          <a:xfrm flipV="1">
            <a:off x="6477000" y="1368425"/>
            <a:ext cx="0" cy="12604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5017D94B-CE1C-1447-9303-1B70226239B3}"/>
              </a:ext>
            </a:extLst>
          </p:cNvPr>
          <p:cNvCxnSpPr>
            <a:cxnSpLocks/>
          </p:cNvCxnSpPr>
          <p:nvPr/>
        </p:nvCxnSpPr>
        <p:spPr>
          <a:xfrm flipV="1">
            <a:off x="7010400" y="1384300"/>
            <a:ext cx="0" cy="17018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3D30F1C8-B8C2-0744-82FE-5101F091A034}"/>
              </a:ext>
            </a:extLst>
          </p:cNvPr>
          <p:cNvCxnSpPr>
            <a:cxnSpLocks/>
          </p:cNvCxnSpPr>
          <p:nvPr/>
        </p:nvCxnSpPr>
        <p:spPr>
          <a:xfrm flipV="1">
            <a:off x="5638800" y="1384300"/>
            <a:ext cx="0" cy="20097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B4DE55DE-1E4D-E540-A46E-A0E83E671CD6}"/>
              </a:ext>
            </a:extLst>
          </p:cNvPr>
          <p:cNvCxnSpPr>
            <a:cxnSpLocks/>
          </p:cNvCxnSpPr>
          <p:nvPr/>
        </p:nvCxnSpPr>
        <p:spPr>
          <a:xfrm flipV="1">
            <a:off x="6172200" y="1384300"/>
            <a:ext cx="0" cy="25781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1F8599AE-B3B1-2A45-B873-9B99AC30DE00}"/>
              </a:ext>
            </a:extLst>
          </p:cNvPr>
          <p:cNvCxnSpPr>
            <a:cxnSpLocks/>
          </p:cNvCxnSpPr>
          <p:nvPr/>
        </p:nvCxnSpPr>
        <p:spPr>
          <a:xfrm flipV="1">
            <a:off x="6705600" y="1384300"/>
            <a:ext cx="0" cy="240188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71581D31-6E21-864A-9E00-948753176A58}"/>
              </a:ext>
            </a:extLst>
          </p:cNvPr>
          <p:cNvCxnSpPr>
            <a:cxnSpLocks/>
          </p:cNvCxnSpPr>
          <p:nvPr/>
        </p:nvCxnSpPr>
        <p:spPr>
          <a:xfrm flipV="1">
            <a:off x="7239000" y="1400175"/>
            <a:ext cx="0" cy="20097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2255" name="TextBox 53">
            <a:extLst>
              <a:ext uri="{FF2B5EF4-FFF2-40B4-BE49-F238E27FC236}">
                <a16:creationId xmlns:a16="http://schemas.microsoft.com/office/drawing/2014/main" id="{B10F11EA-7767-7742-8725-AFE634AD712E}"/>
              </a:ext>
            </a:extLst>
          </p:cNvPr>
          <p:cNvSpPr txBox="1">
            <a:spLocks noChangeArrowheads="1"/>
          </p:cNvSpPr>
          <p:nvPr/>
        </p:nvSpPr>
        <p:spPr bwMode="auto">
          <a:xfrm>
            <a:off x="1250950" y="1747838"/>
            <a:ext cx="10271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energetic</a:t>
            </a:r>
          </a:p>
        </p:txBody>
      </p:sp>
      <p:sp>
        <p:nvSpPr>
          <p:cNvPr id="52256" name="TextBox 54">
            <a:extLst>
              <a:ext uri="{FF2B5EF4-FFF2-40B4-BE49-F238E27FC236}">
                <a16:creationId xmlns:a16="http://schemas.microsoft.com/office/drawing/2014/main" id="{C7D3899D-AF8F-BE4F-A240-5E039B21BE44}"/>
              </a:ext>
            </a:extLst>
          </p:cNvPr>
          <p:cNvSpPr txBox="1">
            <a:spLocks noChangeArrowheads="1"/>
          </p:cNvSpPr>
          <p:nvPr/>
        </p:nvSpPr>
        <p:spPr bwMode="auto">
          <a:xfrm>
            <a:off x="3908425" y="1770063"/>
            <a:ext cx="14493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less energetic</a:t>
            </a:r>
          </a:p>
        </p:txBody>
      </p:sp>
      <p:cxnSp>
        <p:nvCxnSpPr>
          <p:cNvPr id="56" name="Straight Arrow Connector 55">
            <a:extLst>
              <a:ext uri="{FF2B5EF4-FFF2-40B4-BE49-F238E27FC236}">
                <a16:creationId xmlns:a16="http://schemas.microsoft.com/office/drawing/2014/main" id="{814EC0E4-C710-EE44-BDBD-C5374761C5A9}"/>
              </a:ext>
            </a:extLst>
          </p:cNvPr>
          <p:cNvCxnSpPr>
            <a:cxnSpLocks/>
          </p:cNvCxnSpPr>
          <p:nvPr/>
        </p:nvCxnSpPr>
        <p:spPr>
          <a:xfrm>
            <a:off x="4572000" y="30591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DE0863A6-106C-D44A-9438-81D2B4DEC323}"/>
              </a:ext>
            </a:extLst>
          </p:cNvPr>
          <p:cNvCxnSpPr>
            <a:cxnSpLocks/>
          </p:cNvCxnSpPr>
          <p:nvPr/>
        </p:nvCxnSpPr>
        <p:spPr>
          <a:xfrm>
            <a:off x="4724400" y="2922588"/>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E618D455-6E0D-B84D-AD1B-5FC27493EF60}"/>
              </a:ext>
            </a:extLst>
          </p:cNvPr>
          <p:cNvCxnSpPr>
            <a:cxnSpLocks/>
          </p:cNvCxnSpPr>
          <p:nvPr/>
        </p:nvCxnSpPr>
        <p:spPr>
          <a:xfrm>
            <a:off x="4724400" y="32115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2DD1274A-75DD-CC40-91D0-A53AE64D73DE}"/>
              </a:ext>
            </a:extLst>
          </p:cNvPr>
          <p:cNvCxnSpPr>
            <a:cxnSpLocks/>
          </p:cNvCxnSpPr>
          <p:nvPr/>
        </p:nvCxnSpPr>
        <p:spPr>
          <a:xfrm flipV="1">
            <a:off x="5257800" y="2376488"/>
            <a:ext cx="0" cy="1185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A04EF1E4-481A-1543-A9A3-55950CEC32EB}"/>
              </a:ext>
            </a:extLst>
          </p:cNvPr>
          <p:cNvCxnSpPr>
            <a:cxnSpLocks/>
          </p:cNvCxnSpPr>
          <p:nvPr/>
        </p:nvCxnSpPr>
        <p:spPr>
          <a:xfrm flipV="1">
            <a:off x="3276600" y="2376488"/>
            <a:ext cx="0" cy="1185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8A7EDFC5-42D6-0944-BF39-5DF685E62375}"/>
              </a:ext>
            </a:extLst>
          </p:cNvPr>
          <p:cNvCxnSpPr>
            <a:cxnSpLocks/>
          </p:cNvCxnSpPr>
          <p:nvPr/>
        </p:nvCxnSpPr>
        <p:spPr>
          <a:xfrm>
            <a:off x="5029200" y="2892425"/>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545632FA-2EF6-0C42-9616-AD2BBD6F3994}"/>
              </a:ext>
            </a:extLst>
          </p:cNvPr>
          <p:cNvCxnSpPr>
            <a:cxnSpLocks/>
          </p:cNvCxnSpPr>
          <p:nvPr/>
        </p:nvCxnSpPr>
        <p:spPr>
          <a:xfrm>
            <a:off x="4241800" y="3460750"/>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0AF9A964-6927-D843-B979-47B988B6FFC8}"/>
              </a:ext>
            </a:extLst>
          </p:cNvPr>
          <p:cNvCxnSpPr>
            <a:cxnSpLocks/>
          </p:cNvCxnSpPr>
          <p:nvPr/>
        </p:nvCxnSpPr>
        <p:spPr>
          <a:xfrm flipV="1">
            <a:off x="2278063" y="2720975"/>
            <a:ext cx="0" cy="75723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89CEA757-2524-F240-A948-8B9CBB272E39}"/>
              </a:ext>
            </a:extLst>
          </p:cNvPr>
          <p:cNvCxnSpPr>
            <a:cxnSpLocks/>
          </p:cNvCxnSpPr>
          <p:nvPr/>
        </p:nvCxnSpPr>
        <p:spPr>
          <a:xfrm flipV="1">
            <a:off x="2511425" y="2466975"/>
            <a:ext cx="0" cy="118586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06FE2BB2-D231-E146-97F5-DBCF1092C05E}"/>
              </a:ext>
            </a:extLst>
          </p:cNvPr>
          <p:cNvCxnSpPr>
            <a:cxnSpLocks/>
          </p:cNvCxnSpPr>
          <p:nvPr/>
        </p:nvCxnSpPr>
        <p:spPr>
          <a:xfrm>
            <a:off x="5105400" y="2990850"/>
            <a:ext cx="0" cy="48736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42E73A0-B066-1B40-A190-C6FDDCC0125D}"/>
              </a:ext>
            </a:extLst>
          </p:cNvPr>
          <p:cNvCxnSpPr/>
          <p:nvPr/>
        </p:nvCxnSpPr>
        <p:spPr>
          <a:xfrm>
            <a:off x="0" y="4076700"/>
            <a:ext cx="9144000"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sp>
        <p:nvSpPr>
          <p:cNvPr id="6" name="Sun 5">
            <a:extLst>
              <a:ext uri="{FF2B5EF4-FFF2-40B4-BE49-F238E27FC236}">
                <a16:creationId xmlns:a16="http://schemas.microsoft.com/office/drawing/2014/main" id="{206C1577-C673-9A49-804A-79C98A8EF5BB}"/>
              </a:ext>
            </a:extLst>
          </p:cNvPr>
          <p:cNvSpPr/>
          <p:nvPr/>
        </p:nvSpPr>
        <p:spPr>
          <a:xfrm>
            <a:off x="152400" y="279400"/>
            <a:ext cx="914400" cy="966788"/>
          </a:xfrm>
          <a:prstGeom prst="sun">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3" name="Straight Connector 12">
            <a:extLst>
              <a:ext uri="{FF2B5EF4-FFF2-40B4-BE49-F238E27FC236}">
                <a16:creationId xmlns:a16="http://schemas.microsoft.com/office/drawing/2014/main" id="{47E02487-CBC4-8748-8FDA-DF5BCB783029}"/>
              </a:ext>
            </a:extLst>
          </p:cNvPr>
          <p:cNvCxnSpPr/>
          <p:nvPr/>
        </p:nvCxnSpPr>
        <p:spPr>
          <a:xfrm>
            <a:off x="0" y="2171700"/>
            <a:ext cx="914400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55709C2A-FE2A-2342-8F87-28B9951D4D09}"/>
              </a:ext>
            </a:extLst>
          </p:cNvPr>
          <p:cNvSpPr/>
          <p:nvPr/>
        </p:nvSpPr>
        <p:spPr>
          <a:xfrm>
            <a:off x="0" y="4076700"/>
            <a:ext cx="9144000" cy="1638300"/>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4277" name="TextBox 19">
            <a:extLst>
              <a:ext uri="{FF2B5EF4-FFF2-40B4-BE49-F238E27FC236}">
                <a16:creationId xmlns:a16="http://schemas.microsoft.com/office/drawing/2014/main" id="{F98A28D1-0AAF-374D-AB69-B59398B2A916}"/>
              </a:ext>
            </a:extLst>
          </p:cNvPr>
          <p:cNvSpPr txBox="1">
            <a:spLocks noChangeArrowheads="1"/>
          </p:cNvSpPr>
          <p:nvPr/>
        </p:nvSpPr>
        <p:spPr bwMode="auto">
          <a:xfrm>
            <a:off x="7345363" y="1831975"/>
            <a:ext cx="18399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top of atmosphere</a:t>
            </a:r>
          </a:p>
        </p:txBody>
      </p:sp>
      <p:sp>
        <p:nvSpPr>
          <p:cNvPr id="54278" name="TextBox 20">
            <a:extLst>
              <a:ext uri="{FF2B5EF4-FFF2-40B4-BE49-F238E27FC236}">
                <a16:creationId xmlns:a16="http://schemas.microsoft.com/office/drawing/2014/main" id="{196ED5FB-BA00-5544-B66A-628368FE8386}"/>
              </a:ext>
            </a:extLst>
          </p:cNvPr>
          <p:cNvSpPr txBox="1">
            <a:spLocks noChangeArrowheads="1"/>
          </p:cNvSpPr>
          <p:nvPr/>
        </p:nvSpPr>
        <p:spPr bwMode="auto">
          <a:xfrm>
            <a:off x="7594600" y="4076700"/>
            <a:ext cx="1549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Earth’s surface</a:t>
            </a:r>
          </a:p>
        </p:txBody>
      </p:sp>
      <p:cxnSp>
        <p:nvCxnSpPr>
          <p:cNvPr id="38" name="Straight Arrow Connector 37">
            <a:extLst>
              <a:ext uri="{FF2B5EF4-FFF2-40B4-BE49-F238E27FC236}">
                <a16:creationId xmlns:a16="http://schemas.microsoft.com/office/drawing/2014/main" id="{A1318341-79AA-844F-B1C1-9BBA684EB323}"/>
              </a:ext>
            </a:extLst>
          </p:cNvPr>
          <p:cNvCxnSpPr>
            <a:cxnSpLocks/>
          </p:cNvCxnSpPr>
          <p:nvPr/>
        </p:nvCxnSpPr>
        <p:spPr>
          <a:xfrm>
            <a:off x="4572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869904A3-270F-BA40-8DEB-298A0D65E20B}"/>
              </a:ext>
            </a:extLst>
          </p:cNvPr>
          <p:cNvCxnSpPr>
            <a:cxnSpLocks/>
          </p:cNvCxnSpPr>
          <p:nvPr/>
        </p:nvCxnSpPr>
        <p:spPr>
          <a:xfrm>
            <a:off x="7239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54281" name="TextBox 41">
            <a:extLst>
              <a:ext uri="{FF2B5EF4-FFF2-40B4-BE49-F238E27FC236}">
                <a16:creationId xmlns:a16="http://schemas.microsoft.com/office/drawing/2014/main" id="{E212FA17-B5A0-F14B-92FE-2ED17D73B0E6}"/>
              </a:ext>
            </a:extLst>
          </p:cNvPr>
          <p:cNvSpPr txBox="1">
            <a:spLocks noChangeArrowheads="1"/>
          </p:cNvSpPr>
          <p:nvPr/>
        </p:nvSpPr>
        <p:spPr bwMode="auto">
          <a:xfrm>
            <a:off x="2511425" y="2527300"/>
            <a:ext cx="28987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b="1">
                <a:cs typeface="Arial" panose="020B0604020202020204" pitchFamily="34" charset="0"/>
              </a:rPr>
              <a:t>even</a:t>
            </a:r>
            <a:r>
              <a:rPr lang="en-US" altLang="en-US" sz="1600">
                <a:cs typeface="Arial" panose="020B0604020202020204" pitchFamily="34" charset="0"/>
              </a:rPr>
              <a:t> more greenhouse gases</a:t>
            </a:r>
          </a:p>
        </p:txBody>
      </p:sp>
      <p:cxnSp>
        <p:nvCxnSpPr>
          <p:cNvPr id="43" name="Straight Arrow Connector 42">
            <a:extLst>
              <a:ext uri="{FF2B5EF4-FFF2-40B4-BE49-F238E27FC236}">
                <a16:creationId xmlns:a16="http://schemas.microsoft.com/office/drawing/2014/main" id="{CD56D52A-BF00-9745-8B9B-AC516B5AC650}"/>
              </a:ext>
            </a:extLst>
          </p:cNvPr>
          <p:cNvCxnSpPr>
            <a:cxnSpLocks/>
          </p:cNvCxnSpPr>
          <p:nvPr/>
        </p:nvCxnSpPr>
        <p:spPr>
          <a:xfrm flipV="1">
            <a:off x="2743200" y="2892425"/>
            <a:ext cx="0" cy="1184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2355F9FC-155E-F845-8CD6-D1D99CB42331}"/>
              </a:ext>
            </a:extLst>
          </p:cNvPr>
          <p:cNvCxnSpPr>
            <a:cxnSpLocks/>
          </p:cNvCxnSpPr>
          <p:nvPr/>
        </p:nvCxnSpPr>
        <p:spPr>
          <a:xfrm flipV="1">
            <a:off x="3048000" y="2874963"/>
            <a:ext cx="0" cy="116998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39307FF5-C301-BA42-9A8B-8D13C91E5898}"/>
              </a:ext>
            </a:extLst>
          </p:cNvPr>
          <p:cNvCxnSpPr>
            <a:cxnSpLocks/>
          </p:cNvCxnSpPr>
          <p:nvPr/>
        </p:nvCxnSpPr>
        <p:spPr>
          <a:xfrm flipV="1">
            <a:off x="3505200" y="2906713"/>
            <a:ext cx="0" cy="1185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EDF01FD5-4206-274E-945D-0B86186D5A01}"/>
              </a:ext>
            </a:extLst>
          </p:cNvPr>
          <p:cNvCxnSpPr>
            <a:cxnSpLocks/>
          </p:cNvCxnSpPr>
          <p:nvPr/>
        </p:nvCxnSpPr>
        <p:spPr>
          <a:xfrm>
            <a:off x="3886200" y="29067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5" name="Straight Arrow Connector 74">
            <a:extLst>
              <a:ext uri="{FF2B5EF4-FFF2-40B4-BE49-F238E27FC236}">
                <a16:creationId xmlns:a16="http://schemas.microsoft.com/office/drawing/2014/main" id="{E8C78472-0769-814F-AF40-0D8FB3AAAC46}"/>
              </a:ext>
            </a:extLst>
          </p:cNvPr>
          <p:cNvCxnSpPr>
            <a:cxnSpLocks/>
          </p:cNvCxnSpPr>
          <p:nvPr/>
        </p:nvCxnSpPr>
        <p:spPr>
          <a:xfrm>
            <a:off x="4419600" y="29067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CA9F7594-9226-E94A-ADAC-35B157115B69}"/>
              </a:ext>
            </a:extLst>
          </p:cNvPr>
          <p:cNvCxnSpPr>
            <a:cxnSpLocks/>
          </p:cNvCxnSpPr>
          <p:nvPr/>
        </p:nvCxnSpPr>
        <p:spPr>
          <a:xfrm>
            <a:off x="4114800" y="29225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B5B2AEE3-F001-9245-AB0C-E0432463888A}"/>
              </a:ext>
            </a:extLst>
          </p:cNvPr>
          <p:cNvCxnSpPr>
            <a:cxnSpLocks/>
          </p:cNvCxnSpPr>
          <p:nvPr/>
        </p:nvCxnSpPr>
        <p:spPr>
          <a:xfrm>
            <a:off x="5029200" y="2892425"/>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74C46E5E-0A46-764D-B543-580630A54288}"/>
              </a:ext>
            </a:extLst>
          </p:cNvPr>
          <p:cNvCxnSpPr>
            <a:cxnSpLocks/>
          </p:cNvCxnSpPr>
          <p:nvPr/>
        </p:nvCxnSpPr>
        <p:spPr>
          <a:xfrm>
            <a:off x="4241800" y="3460750"/>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689D5684-0667-0C4D-9589-DA89E19812C5}"/>
              </a:ext>
            </a:extLst>
          </p:cNvPr>
          <p:cNvCxnSpPr>
            <a:cxnSpLocks/>
          </p:cNvCxnSpPr>
          <p:nvPr/>
        </p:nvCxnSpPr>
        <p:spPr>
          <a:xfrm>
            <a:off x="3657600" y="3341688"/>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46CA1EC9-84E1-8F46-9B77-91A132A49923}"/>
              </a:ext>
            </a:extLst>
          </p:cNvPr>
          <p:cNvCxnSpPr>
            <a:cxnSpLocks/>
          </p:cNvCxnSpPr>
          <p:nvPr/>
        </p:nvCxnSpPr>
        <p:spPr>
          <a:xfrm>
            <a:off x="4800600" y="3284538"/>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4292" name="TextBox 90">
            <a:extLst>
              <a:ext uri="{FF2B5EF4-FFF2-40B4-BE49-F238E27FC236}">
                <a16:creationId xmlns:a16="http://schemas.microsoft.com/office/drawing/2014/main" id="{290FB8B2-E7B5-074E-84EA-E9D6349E48C1}"/>
              </a:ext>
            </a:extLst>
          </p:cNvPr>
          <p:cNvSpPr txBox="1">
            <a:spLocks noChangeArrowheads="1"/>
          </p:cNvSpPr>
          <p:nvPr/>
        </p:nvSpPr>
        <p:spPr bwMode="auto">
          <a:xfrm>
            <a:off x="7848600" y="3460750"/>
            <a:ext cx="11001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a:solidFill>
                  <a:srgbClr val="FF0000"/>
                </a:solidFill>
                <a:latin typeface="Helvetica" pitchFamily="2" charset="0"/>
                <a:ea typeface="Arial Unicode MS" panose="020B0604020202020204" pitchFamily="34" charset="-128"/>
                <a:cs typeface="Arial Unicode MS" panose="020B0604020202020204" pitchFamily="34" charset="-128"/>
              </a:rPr>
              <a:t>20°</a:t>
            </a:r>
            <a:r>
              <a:rPr lang="en-US" altLang="en-US">
                <a:solidFill>
                  <a:srgbClr val="FF0000"/>
                </a:solidFill>
                <a:latin typeface="Helvetica" pitchFamily="2" charset="0"/>
                <a:cs typeface="Arial" panose="020B0604020202020204" pitchFamily="34" charset="0"/>
              </a:rPr>
              <a:t>C</a:t>
            </a:r>
          </a:p>
        </p:txBody>
      </p:sp>
      <p:cxnSp>
        <p:nvCxnSpPr>
          <p:cNvPr id="44" name="Straight Arrow Connector 43">
            <a:extLst>
              <a:ext uri="{FF2B5EF4-FFF2-40B4-BE49-F238E27FC236}">
                <a16:creationId xmlns:a16="http://schemas.microsoft.com/office/drawing/2014/main" id="{F289516D-5D7C-8344-B5AE-B34143529A60}"/>
              </a:ext>
            </a:extLst>
          </p:cNvPr>
          <p:cNvCxnSpPr>
            <a:cxnSpLocks/>
          </p:cNvCxnSpPr>
          <p:nvPr/>
        </p:nvCxnSpPr>
        <p:spPr>
          <a:xfrm flipV="1">
            <a:off x="5410200" y="1368425"/>
            <a:ext cx="0" cy="2708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1CD23911-6A83-444C-ABAD-920305913C6C}"/>
              </a:ext>
            </a:extLst>
          </p:cNvPr>
          <p:cNvCxnSpPr>
            <a:cxnSpLocks/>
          </p:cNvCxnSpPr>
          <p:nvPr/>
        </p:nvCxnSpPr>
        <p:spPr>
          <a:xfrm flipV="1">
            <a:off x="5943600" y="1368425"/>
            <a:ext cx="0" cy="241776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3D30F1C8-B8C2-0744-82FE-5101F091A034}"/>
              </a:ext>
            </a:extLst>
          </p:cNvPr>
          <p:cNvCxnSpPr>
            <a:cxnSpLocks/>
          </p:cNvCxnSpPr>
          <p:nvPr/>
        </p:nvCxnSpPr>
        <p:spPr>
          <a:xfrm flipV="1">
            <a:off x="5638800" y="1384300"/>
            <a:ext cx="0" cy="20097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B4DE55DE-1E4D-E540-A46E-A0E83E671CD6}"/>
              </a:ext>
            </a:extLst>
          </p:cNvPr>
          <p:cNvCxnSpPr>
            <a:cxnSpLocks/>
          </p:cNvCxnSpPr>
          <p:nvPr/>
        </p:nvCxnSpPr>
        <p:spPr>
          <a:xfrm flipV="1">
            <a:off x="6172200" y="1384300"/>
            <a:ext cx="0" cy="25781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4297" name="TextBox 53">
            <a:extLst>
              <a:ext uri="{FF2B5EF4-FFF2-40B4-BE49-F238E27FC236}">
                <a16:creationId xmlns:a16="http://schemas.microsoft.com/office/drawing/2014/main" id="{160DDF52-A43F-4F46-BC0F-07A5113392F2}"/>
              </a:ext>
            </a:extLst>
          </p:cNvPr>
          <p:cNvSpPr txBox="1">
            <a:spLocks noChangeArrowheads="1"/>
          </p:cNvSpPr>
          <p:nvPr/>
        </p:nvSpPr>
        <p:spPr bwMode="auto">
          <a:xfrm>
            <a:off x="1250950" y="1747838"/>
            <a:ext cx="10271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energetic</a:t>
            </a:r>
          </a:p>
        </p:txBody>
      </p:sp>
      <p:sp>
        <p:nvSpPr>
          <p:cNvPr id="54298" name="TextBox 54">
            <a:extLst>
              <a:ext uri="{FF2B5EF4-FFF2-40B4-BE49-F238E27FC236}">
                <a16:creationId xmlns:a16="http://schemas.microsoft.com/office/drawing/2014/main" id="{A24CA130-8E84-C04E-9E28-6AD075A154B7}"/>
              </a:ext>
            </a:extLst>
          </p:cNvPr>
          <p:cNvSpPr txBox="1">
            <a:spLocks noChangeArrowheads="1"/>
          </p:cNvSpPr>
          <p:nvPr/>
        </p:nvSpPr>
        <p:spPr bwMode="auto">
          <a:xfrm>
            <a:off x="3908425" y="1770063"/>
            <a:ext cx="14493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less energetic</a:t>
            </a:r>
          </a:p>
        </p:txBody>
      </p:sp>
      <p:cxnSp>
        <p:nvCxnSpPr>
          <p:cNvPr id="56" name="Straight Arrow Connector 55">
            <a:extLst>
              <a:ext uri="{FF2B5EF4-FFF2-40B4-BE49-F238E27FC236}">
                <a16:creationId xmlns:a16="http://schemas.microsoft.com/office/drawing/2014/main" id="{814EC0E4-C710-EE44-BDBD-C5374761C5A9}"/>
              </a:ext>
            </a:extLst>
          </p:cNvPr>
          <p:cNvCxnSpPr>
            <a:cxnSpLocks/>
          </p:cNvCxnSpPr>
          <p:nvPr/>
        </p:nvCxnSpPr>
        <p:spPr>
          <a:xfrm>
            <a:off x="4572000" y="30591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DE0863A6-106C-D44A-9438-81D2B4DEC323}"/>
              </a:ext>
            </a:extLst>
          </p:cNvPr>
          <p:cNvCxnSpPr>
            <a:cxnSpLocks/>
          </p:cNvCxnSpPr>
          <p:nvPr/>
        </p:nvCxnSpPr>
        <p:spPr>
          <a:xfrm>
            <a:off x="4724400" y="2922588"/>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E618D455-6E0D-B84D-AD1B-5FC27493EF60}"/>
              </a:ext>
            </a:extLst>
          </p:cNvPr>
          <p:cNvCxnSpPr>
            <a:cxnSpLocks/>
          </p:cNvCxnSpPr>
          <p:nvPr/>
        </p:nvCxnSpPr>
        <p:spPr>
          <a:xfrm>
            <a:off x="4724400" y="32115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2DD1274A-75DD-CC40-91D0-A53AE64D73DE}"/>
              </a:ext>
            </a:extLst>
          </p:cNvPr>
          <p:cNvCxnSpPr>
            <a:cxnSpLocks/>
          </p:cNvCxnSpPr>
          <p:nvPr/>
        </p:nvCxnSpPr>
        <p:spPr>
          <a:xfrm flipV="1">
            <a:off x="5257800" y="2376488"/>
            <a:ext cx="0" cy="1185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A04EF1E4-481A-1543-A9A3-55950CEC32EB}"/>
              </a:ext>
            </a:extLst>
          </p:cNvPr>
          <p:cNvCxnSpPr>
            <a:cxnSpLocks/>
          </p:cNvCxnSpPr>
          <p:nvPr/>
        </p:nvCxnSpPr>
        <p:spPr>
          <a:xfrm flipV="1">
            <a:off x="3276600" y="2376488"/>
            <a:ext cx="0" cy="1185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CD66A575-E09E-134D-AAA7-C2E03666C678}"/>
              </a:ext>
            </a:extLst>
          </p:cNvPr>
          <p:cNvCxnSpPr>
            <a:cxnSpLocks/>
          </p:cNvCxnSpPr>
          <p:nvPr/>
        </p:nvCxnSpPr>
        <p:spPr>
          <a:xfrm flipV="1">
            <a:off x="2278063" y="2720975"/>
            <a:ext cx="0" cy="757238"/>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8504E843-ED55-5B4C-BEB8-C9EDE8431C6C}"/>
              </a:ext>
            </a:extLst>
          </p:cNvPr>
          <p:cNvCxnSpPr>
            <a:cxnSpLocks/>
          </p:cNvCxnSpPr>
          <p:nvPr/>
        </p:nvCxnSpPr>
        <p:spPr>
          <a:xfrm flipV="1">
            <a:off x="2511425" y="2466975"/>
            <a:ext cx="0" cy="118586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6A01DAAF-02EE-7B4D-9820-FEF0AA489E05}"/>
              </a:ext>
            </a:extLst>
          </p:cNvPr>
          <p:cNvCxnSpPr>
            <a:cxnSpLocks/>
          </p:cNvCxnSpPr>
          <p:nvPr/>
        </p:nvCxnSpPr>
        <p:spPr>
          <a:xfrm flipV="1">
            <a:off x="6324600" y="2906713"/>
            <a:ext cx="0" cy="120808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41129B36-3B41-B649-B5AD-BBC94536610A}"/>
              </a:ext>
            </a:extLst>
          </p:cNvPr>
          <p:cNvCxnSpPr>
            <a:cxnSpLocks/>
          </p:cNvCxnSpPr>
          <p:nvPr/>
        </p:nvCxnSpPr>
        <p:spPr>
          <a:xfrm flipV="1">
            <a:off x="6858000" y="2376488"/>
            <a:ext cx="0" cy="16335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6E804D27-9303-FC4C-A24E-214AC1A3FB43}"/>
              </a:ext>
            </a:extLst>
          </p:cNvPr>
          <p:cNvCxnSpPr>
            <a:cxnSpLocks/>
          </p:cNvCxnSpPr>
          <p:nvPr/>
        </p:nvCxnSpPr>
        <p:spPr>
          <a:xfrm>
            <a:off x="4267200" y="30749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661AE92B-BDD9-DE4A-A275-42FB9DE8B977}"/>
              </a:ext>
            </a:extLst>
          </p:cNvPr>
          <p:cNvCxnSpPr>
            <a:cxnSpLocks/>
          </p:cNvCxnSpPr>
          <p:nvPr/>
        </p:nvCxnSpPr>
        <p:spPr>
          <a:xfrm>
            <a:off x="4419600" y="32273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02329DFE-0C1A-7242-AAF9-714E4CE9ED5F}"/>
              </a:ext>
            </a:extLst>
          </p:cNvPr>
          <p:cNvCxnSpPr>
            <a:cxnSpLocks/>
          </p:cNvCxnSpPr>
          <p:nvPr/>
        </p:nvCxnSpPr>
        <p:spPr>
          <a:xfrm>
            <a:off x="4572000" y="33797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297D4071-D610-D74C-8B03-31749CB47FEA}"/>
              </a:ext>
            </a:extLst>
          </p:cNvPr>
          <p:cNvCxnSpPr>
            <a:cxnSpLocks/>
          </p:cNvCxnSpPr>
          <p:nvPr/>
        </p:nvCxnSpPr>
        <p:spPr>
          <a:xfrm>
            <a:off x="4724400" y="35321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3E2CE436-CD67-EB44-8223-7A834D657E17}"/>
              </a:ext>
            </a:extLst>
          </p:cNvPr>
          <p:cNvCxnSpPr>
            <a:cxnSpLocks/>
          </p:cNvCxnSpPr>
          <p:nvPr/>
        </p:nvCxnSpPr>
        <p:spPr>
          <a:xfrm>
            <a:off x="5105400" y="2990850"/>
            <a:ext cx="0" cy="48736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DA6C4B67-2E87-7E48-9F9A-EF1CA8D858A8}"/>
              </a:ext>
            </a:extLst>
          </p:cNvPr>
          <p:cNvCxnSpPr>
            <a:cxnSpLocks/>
          </p:cNvCxnSpPr>
          <p:nvPr/>
        </p:nvCxnSpPr>
        <p:spPr>
          <a:xfrm>
            <a:off x="5029200" y="35321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82A5B783-1AD9-874B-A980-C93A3DFE00CB}"/>
              </a:ext>
            </a:extLst>
          </p:cNvPr>
          <p:cNvCxnSpPr>
            <a:cxnSpLocks/>
          </p:cNvCxnSpPr>
          <p:nvPr/>
        </p:nvCxnSpPr>
        <p:spPr>
          <a:xfrm>
            <a:off x="2590800" y="3562350"/>
            <a:ext cx="0" cy="4857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68F24844-9A51-9849-84AE-F8537EAADAD5}"/>
              </a:ext>
            </a:extLst>
          </p:cNvPr>
          <p:cNvCxnSpPr>
            <a:cxnSpLocks/>
          </p:cNvCxnSpPr>
          <p:nvPr/>
        </p:nvCxnSpPr>
        <p:spPr>
          <a:xfrm>
            <a:off x="3352800" y="3600450"/>
            <a:ext cx="0" cy="4857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4316" name="TextBox 1">
            <a:extLst>
              <a:ext uri="{FF2B5EF4-FFF2-40B4-BE49-F238E27FC236}">
                <a16:creationId xmlns:a16="http://schemas.microsoft.com/office/drawing/2014/main" id="{13B5F6EC-DD79-DB41-8126-91978E210D9A}"/>
              </a:ext>
            </a:extLst>
          </p:cNvPr>
          <p:cNvSpPr txBox="1">
            <a:spLocks noChangeArrowheads="1"/>
          </p:cNvSpPr>
          <p:nvPr/>
        </p:nvSpPr>
        <p:spPr bwMode="auto">
          <a:xfrm>
            <a:off x="1203325" y="536575"/>
            <a:ext cx="18446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cs typeface="Arial" panose="020B0604020202020204" pitchFamily="34" charset="0"/>
              </a:rPr>
              <a:t>dimmer Sun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42E73A0-B066-1B40-A190-C6FDDCC0125D}"/>
              </a:ext>
            </a:extLst>
          </p:cNvPr>
          <p:cNvCxnSpPr/>
          <p:nvPr/>
        </p:nvCxnSpPr>
        <p:spPr>
          <a:xfrm>
            <a:off x="0" y="4076700"/>
            <a:ext cx="9144000"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7E02487-CBC4-8748-8FDA-DF5BCB783029}"/>
              </a:ext>
            </a:extLst>
          </p:cNvPr>
          <p:cNvCxnSpPr/>
          <p:nvPr/>
        </p:nvCxnSpPr>
        <p:spPr>
          <a:xfrm>
            <a:off x="0" y="2171700"/>
            <a:ext cx="914400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55709C2A-FE2A-2342-8F87-28B9951D4D09}"/>
              </a:ext>
            </a:extLst>
          </p:cNvPr>
          <p:cNvSpPr/>
          <p:nvPr/>
        </p:nvSpPr>
        <p:spPr>
          <a:xfrm>
            <a:off x="0" y="4076700"/>
            <a:ext cx="9144000" cy="1638300"/>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t>Albedo is the fraction of solar radiation reflected by a surface.</a:t>
            </a:r>
          </a:p>
        </p:txBody>
      </p:sp>
      <p:sp>
        <p:nvSpPr>
          <p:cNvPr id="56324" name="TextBox 19">
            <a:extLst>
              <a:ext uri="{FF2B5EF4-FFF2-40B4-BE49-F238E27FC236}">
                <a16:creationId xmlns:a16="http://schemas.microsoft.com/office/drawing/2014/main" id="{AFACF149-7605-494A-8EDB-5F132CEFB98C}"/>
              </a:ext>
            </a:extLst>
          </p:cNvPr>
          <p:cNvSpPr txBox="1">
            <a:spLocks noChangeArrowheads="1"/>
          </p:cNvSpPr>
          <p:nvPr/>
        </p:nvSpPr>
        <p:spPr bwMode="auto">
          <a:xfrm>
            <a:off x="7345363" y="1831975"/>
            <a:ext cx="18399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top of atmosphere</a:t>
            </a:r>
          </a:p>
        </p:txBody>
      </p:sp>
      <p:sp>
        <p:nvSpPr>
          <p:cNvPr id="56325" name="TextBox 20">
            <a:extLst>
              <a:ext uri="{FF2B5EF4-FFF2-40B4-BE49-F238E27FC236}">
                <a16:creationId xmlns:a16="http://schemas.microsoft.com/office/drawing/2014/main" id="{D3D470ED-089C-D041-AA1D-62FBA83BD75A}"/>
              </a:ext>
            </a:extLst>
          </p:cNvPr>
          <p:cNvSpPr txBox="1">
            <a:spLocks noChangeArrowheads="1"/>
          </p:cNvSpPr>
          <p:nvPr/>
        </p:nvSpPr>
        <p:spPr bwMode="auto">
          <a:xfrm>
            <a:off x="7594600" y="4076700"/>
            <a:ext cx="1549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Earth’s surface</a:t>
            </a:r>
          </a:p>
        </p:txBody>
      </p:sp>
      <p:cxnSp>
        <p:nvCxnSpPr>
          <p:cNvPr id="38" name="Straight Arrow Connector 37">
            <a:extLst>
              <a:ext uri="{FF2B5EF4-FFF2-40B4-BE49-F238E27FC236}">
                <a16:creationId xmlns:a16="http://schemas.microsoft.com/office/drawing/2014/main" id="{A1318341-79AA-844F-B1C1-9BBA684EB323}"/>
              </a:ext>
            </a:extLst>
          </p:cNvPr>
          <p:cNvCxnSpPr>
            <a:cxnSpLocks/>
          </p:cNvCxnSpPr>
          <p:nvPr/>
        </p:nvCxnSpPr>
        <p:spPr>
          <a:xfrm>
            <a:off x="4572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869904A3-270F-BA40-8DEB-298A0D65E20B}"/>
              </a:ext>
            </a:extLst>
          </p:cNvPr>
          <p:cNvCxnSpPr>
            <a:cxnSpLocks/>
          </p:cNvCxnSpPr>
          <p:nvPr/>
        </p:nvCxnSpPr>
        <p:spPr>
          <a:xfrm>
            <a:off x="7239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CD56D52A-BF00-9745-8B9B-AC516B5AC650}"/>
              </a:ext>
            </a:extLst>
          </p:cNvPr>
          <p:cNvCxnSpPr>
            <a:cxnSpLocks/>
          </p:cNvCxnSpPr>
          <p:nvPr/>
        </p:nvCxnSpPr>
        <p:spPr>
          <a:xfrm flipV="1">
            <a:off x="2743200" y="2892425"/>
            <a:ext cx="0" cy="1184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6329" name="TextBox 90">
            <a:extLst>
              <a:ext uri="{FF2B5EF4-FFF2-40B4-BE49-F238E27FC236}">
                <a16:creationId xmlns:a16="http://schemas.microsoft.com/office/drawing/2014/main" id="{20D9DD7D-9AC2-9C4C-B85B-C244927C0110}"/>
              </a:ext>
            </a:extLst>
          </p:cNvPr>
          <p:cNvSpPr txBox="1">
            <a:spLocks noChangeArrowheads="1"/>
          </p:cNvSpPr>
          <p:nvPr/>
        </p:nvSpPr>
        <p:spPr bwMode="auto">
          <a:xfrm>
            <a:off x="7848600" y="3460750"/>
            <a:ext cx="11001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a:solidFill>
                  <a:srgbClr val="FFC000"/>
                </a:solidFill>
                <a:latin typeface="Helvetica" pitchFamily="2" charset="0"/>
                <a:ea typeface="Arial Unicode MS" panose="020B0604020202020204" pitchFamily="34" charset="-128"/>
                <a:cs typeface="Arial Unicode MS" panose="020B0604020202020204" pitchFamily="34" charset="-128"/>
              </a:rPr>
              <a:t>15°</a:t>
            </a:r>
            <a:r>
              <a:rPr lang="en-US" altLang="en-US">
                <a:solidFill>
                  <a:srgbClr val="FFC000"/>
                </a:solidFill>
                <a:latin typeface="Helvetica" pitchFamily="2" charset="0"/>
                <a:cs typeface="Arial" panose="020B0604020202020204" pitchFamily="34" charset="0"/>
              </a:rPr>
              <a:t>C</a:t>
            </a:r>
          </a:p>
        </p:txBody>
      </p:sp>
      <p:cxnSp>
        <p:nvCxnSpPr>
          <p:cNvPr id="44" name="Straight Arrow Connector 43">
            <a:extLst>
              <a:ext uri="{FF2B5EF4-FFF2-40B4-BE49-F238E27FC236}">
                <a16:creationId xmlns:a16="http://schemas.microsoft.com/office/drawing/2014/main" id="{F289516D-5D7C-8344-B5AE-B34143529A60}"/>
              </a:ext>
            </a:extLst>
          </p:cNvPr>
          <p:cNvCxnSpPr>
            <a:cxnSpLocks/>
          </p:cNvCxnSpPr>
          <p:nvPr/>
        </p:nvCxnSpPr>
        <p:spPr>
          <a:xfrm flipV="1">
            <a:off x="5410200" y="1368425"/>
            <a:ext cx="0" cy="2708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3D30F1C8-B8C2-0744-82FE-5101F091A034}"/>
              </a:ext>
            </a:extLst>
          </p:cNvPr>
          <p:cNvCxnSpPr>
            <a:cxnSpLocks/>
          </p:cNvCxnSpPr>
          <p:nvPr/>
        </p:nvCxnSpPr>
        <p:spPr>
          <a:xfrm flipV="1">
            <a:off x="5638800" y="1384300"/>
            <a:ext cx="0" cy="20097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6332" name="TextBox 53">
            <a:extLst>
              <a:ext uri="{FF2B5EF4-FFF2-40B4-BE49-F238E27FC236}">
                <a16:creationId xmlns:a16="http://schemas.microsoft.com/office/drawing/2014/main" id="{7E5619BA-3271-014E-9CF8-CF538E59B838}"/>
              </a:ext>
            </a:extLst>
          </p:cNvPr>
          <p:cNvSpPr txBox="1">
            <a:spLocks noChangeArrowheads="1"/>
          </p:cNvSpPr>
          <p:nvPr/>
        </p:nvSpPr>
        <p:spPr bwMode="auto">
          <a:xfrm>
            <a:off x="1250950" y="1747838"/>
            <a:ext cx="10271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energetic</a:t>
            </a:r>
          </a:p>
        </p:txBody>
      </p:sp>
      <p:sp>
        <p:nvSpPr>
          <p:cNvPr id="56333" name="TextBox 54">
            <a:extLst>
              <a:ext uri="{FF2B5EF4-FFF2-40B4-BE49-F238E27FC236}">
                <a16:creationId xmlns:a16="http://schemas.microsoft.com/office/drawing/2014/main" id="{981D4389-19EE-784F-B620-3EDB786A797E}"/>
              </a:ext>
            </a:extLst>
          </p:cNvPr>
          <p:cNvSpPr txBox="1">
            <a:spLocks noChangeArrowheads="1"/>
          </p:cNvSpPr>
          <p:nvPr/>
        </p:nvSpPr>
        <p:spPr bwMode="auto">
          <a:xfrm>
            <a:off x="3908425" y="1770063"/>
            <a:ext cx="14493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less energetic</a:t>
            </a:r>
          </a:p>
        </p:txBody>
      </p:sp>
      <p:cxnSp>
        <p:nvCxnSpPr>
          <p:cNvPr id="67" name="Straight Arrow Connector 66">
            <a:extLst>
              <a:ext uri="{FF2B5EF4-FFF2-40B4-BE49-F238E27FC236}">
                <a16:creationId xmlns:a16="http://schemas.microsoft.com/office/drawing/2014/main" id="{41129B36-3B41-B649-B5AD-BBC94536610A}"/>
              </a:ext>
            </a:extLst>
          </p:cNvPr>
          <p:cNvCxnSpPr>
            <a:cxnSpLocks/>
          </p:cNvCxnSpPr>
          <p:nvPr/>
        </p:nvCxnSpPr>
        <p:spPr>
          <a:xfrm flipV="1">
            <a:off x="6858000" y="2376488"/>
            <a:ext cx="0" cy="16335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297D4071-D610-D74C-8B03-31749CB47FEA}"/>
              </a:ext>
            </a:extLst>
          </p:cNvPr>
          <p:cNvCxnSpPr>
            <a:cxnSpLocks/>
          </p:cNvCxnSpPr>
          <p:nvPr/>
        </p:nvCxnSpPr>
        <p:spPr>
          <a:xfrm>
            <a:off x="4724400" y="35321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DA6C4B67-2E87-7E48-9F9A-EF1CA8D858A8}"/>
              </a:ext>
            </a:extLst>
          </p:cNvPr>
          <p:cNvCxnSpPr>
            <a:cxnSpLocks/>
          </p:cNvCxnSpPr>
          <p:nvPr/>
        </p:nvCxnSpPr>
        <p:spPr>
          <a:xfrm>
            <a:off x="5029200" y="35321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82A5B783-1AD9-874B-A980-C93A3DFE00CB}"/>
              </a:ext>
            </a:extLst>
          </p:cNvPr>
          <p:cNvCxnSpPr>
            <a:cxnSpLocks/>
          </p:cNvCxnSpPr>
          <p:nvPr/>
        </p:nvCxnSpPr>
        <p:spPr>
          <a:xfrm>
            <a:off x="2590800" y="3562350"/>
            <a:ext cx="0" cy="4857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68F24844-9A51-9849-84AE-F8537EAADAD5}"/>
              </a:ext>
            </a:extLst>
          </p:cNvPr>
          <p:cNvCxnSpPr>
            <a:cxnSpLocks/>
          </p:cNvCxnSpPr>
          <p:nvPr/>
        </p:nvCxnSpPr>
        <p:spPr>
          <a:xfrm>
            <a:off x="3352800" y="3600450"/>
            <a:ext cx="0" cy="4857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A17DCEAD-4B76-1640-B25E-3B22304E45D3}"/>
              </a:ext>
            </a:extLst>
          </p:cNvPr>
          <p:cNvSpPr/>
          <p:nvPr/>
        </p:nvSpPr>
        <p:spPr>
          <a:xfrm>
            <a:off x="0" y="4044950"/>
            <a:ext cx="2438400" cy="369888"/>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6340" name="TextBox 47">
            <a:extLst>
              <a:ext uri="{FF2B5EF4-FFF2-40B4-BE49-F238E27FC236}">
                <a16:creationId xmlns:a16="http://schemas.microsoft.com/office/drawing/2014/main" id="{9158EE79-19C9-FF47-9381-83F10FCBB08E}"/>
              </a:ext>
            </a:extLst>
          </p:cNvPr>
          <p:cNvSpPr txBox="1">
            <a:spLocks noChangeArrowheads="1"/>
          </p:cNvSpPr>
          <p:nvPr/>
        </p:nvSpPr>
        <p:spPr bwMode="auto">
          <a:xfrm>
            <a:off x="868363" y="4060825"/>
            <a:ext cx="4460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ice</a:t>
            </a:r>
          </a:p>
        </p:txBody>
      </p:sp>
      <p:cxnSp>
        <p:nvCxnSpPr>
          <p:cNvPr id="49" name="Straight Arrow Connector 48">
            <a:extLst>
              <a:ext uri="{FF2B5EF4-FFF2-40B4-BE49-F238E27FC236}">
                <a16:creationId xmlns:a16="http://schemas.microsoft.com/office/drawing/2014/main" id="{018B38B2-E5DB-9E48-8E01-45811A361316}"/>
              </a:ext>
            </a:extLst>
          </p:cNvPr>
          <p:cNvCxnSpPr>
            <a:cxnSpLocks/>
          </p:cNvCxnSpPr>
          <p:nvPr/>
        </p:nvCxnSpPr>
        <p:spPr>
          <a:xfrm flipV="1">
            <a:off x="1092200" y="1504950"/>
            <a:ext cx="11113" cy="2555875"/>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53955B7E-71BA-A84D-BC3E-3D41A495E135}"/>
              </a:ext>
            </a:extLst>
          </p:cNvPr>
          <p:cNvCxnSpPr>
            <a:cxnSpLocks/>
          </p:cNvCxnSpPr>
          <p:nvPr/>
        </p:nvCxnSpPr>
        <p:spPr>
          <a:xfrm flipV="1">
            <a:off x="3048000" y="2840038"/>
            <a:ext cx="0" cy="116998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D66657F5-F6FC-4946-9540-976871F19F8E}"/>
              </a:ext>
            </a:extLst>
          </p:cNvPr>
          <p:cNvCxnSpPr>
            <a:cxnSpLocks/>
          </p:cNvCxnSpPr>
          <p:nvPr/>
        </p:nvCxnSpPr>
        <p:spPr>
          <a:xfrm flipV="1">
            <a:off x="3505200" y="2871788"/>
            <a:ext cx="0" cy="1185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53BCD8E8-FFD1-1042-AF06-1E96095D9B14}"/>
              </a:ext>
            </a:extLst>
          </p:cNvPr>
          <p:cNvCxnSpPr>
            <a:cxnSpLocks/>
          </p:cNvCxnSpPr>
          <p:nvPr/>
        </p:nvCxnSpPr>
        <p:spPr>
          <a:xfrm flipV="1">
            <a:off x="6324600" y="2871788"/>
            <a:ext cx="0" cy="120808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EC88F04B-F65E-F945-BC90-4A3EBEE7A2A5}"/>
              </a:ext>
            </a:extLst>
          </p:cNvPr>
          <p:cNvCxnSpPr>
            <a:cxnSpLocks/>
          </p:cNvCxnSpPr>
          <p:nvPr/>
        </p:nvCxnSpPr>
        <p:spPr>
          <a:xfrm flipV="1">
            <a:off x="6858000" y="2341563"/>
            <a:ext cx="0" cy="16319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A640F419-E13E-1E42-8D83-0BC61B960ACE}"/>
              </a:ext>
            </a:extLst>
          </p:cNvPr>
          <p:cNvCxnSpPr>
            <a:cxnSpLocks/>
          </p:cNvCxnSpPr>
          <p:nvPr/>
        </p:nvCxnSpPr>
        <p:spPr>
          <a:xfrm>
            <a:off x="4241800" y="3460750"/>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0" name="Sun 99">
            <a:extLst>
              <a:ext uri="{FF2B5EF4-FFF2-40B4-BE49-F238E27FC236}">
                <a16:creationId xmlns:a16="http://schemas.microsoft.com/office/drawing/2014/main" id="{38529C1E-A07A-554D-8928-6114563DC413}"/>
              </a:ext>
            </a:extLst>
          </p:cNvPr>
          <p:cNvSpPr/>
          <p:nvPr/>
        </p:nvSpPr>
        <p:spPr>
          <a:xfrm>
            <a:off x="152400" y="279400"/>
            <a:ext cx="914400" cy="966788"/>
          </a:xfrm>
          <a:prstGeom prst="sun">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02" name="Straight Arrow Connector 101">
            <a:extLst>
              <a:ext uri="{FF2B5EF4-FFF2-40B4-BE49-F238E27FC236}">
                <a16:creationId xmlns:a16="http://schemas.microsoft.com/office/drawing/2014/main" id="{4F5AAC73-D400-EE4F-A6E5-1D09F2BCFF98}"/>
              </a:ext>
            </a:extLst>
          </p:cNvPr>
          <p:cNvCxnSpPr>
            <a:cxnSpLocks/>
          </p:cNvCxnSpPr>
          <p:nvPr/>
        </p:nvCxnSpPr>
        <p:spPr>
          <a:xfrm>
            <a:off x="3886200" y="29067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EA48667E-EB0A-944A-8762-A6C5A37DE9C5}"/>
              </a:ext>
            </a:extLst>
          </p:cNvPr>
          <p:cNvCxnSpPr>
            <a:cxnSpLocks/>
          </p:cNvCxnSpPr>
          <p:nvPr/>
        </p:nvCxnSpPr>
        <p:spPr>
          <a:xfrm>
            <a:off x="4419600" y="29067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1B33B8FC-1F8F-754B-864B-3EC266DC4644}"/>
              </a:ext>
            </a:extLst>
          </p:cNvPr>
          <p:cNvCxnSpPr>
            <a:cxnSpLocks/>
          </p:cNvCxnSpPr>
          <p:nvPr/>
        </p:nvCxnSpPr>
        <p:spPr>
          <a:xfrm>
            <a:off x="4114800" y="29225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4996C2B6-01AF-164B-9286-74B259365AF0}"/>
              </a:ext>
            </a:extLst>
          </p:cNvPr>
          <p:cNvCxnSpPr>
            <a:cxnSpLocks/>
          </p:cNvCxnSpPr>
          <p:nvPr/>
        </p:nvCxnSpPr>
        <p:spPr>
          <a:xfrm>
            <a:off x="5029200" y="2892425"/>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27CB314E-7707-7C44-9733-8E4ED33EE892}"/>
              </a:ext>
            </a:extLst>
          </p:cNvPr>
          <p:cNvCxnSpPr>
            <a:cxnSpLocks/>
          </p:cNvCxnSpPr>
          <p:nvPr/>
        </p:nvCxnSpPr>
        <p:spPr>
          <a:xfrm>
            <a:off x="3657600" y="3341688"/>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7" name="Straight Arrow Connector 106">
            <a:extLst>
              <a:ext uri="{FF2B5EF4-FFF2-40B4-BE49-F238E27FC236}">
                <a16:creationId xmlns:a16="http://schemas.microsoft.com/office/drawing/2014/main" id="{EA723DC8-BD41-2045-B200-994367309EB7}"/>
              </a:ext>
            </a:extLst>
          </p:cNvPr>
          <p:cNvCxnSpPr>
            <a:cxnSpLocks/>
          </p:cNvCxnSpPr>
          <p:nvPr/>
        </p:nvCxnSpPr>
        <p:spPr>
          <a:xfrm>
            <a:off x="4800600" y="3284538"/>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CE541D9D-7587-8944-B458-C89C6B5108E3}"/>
              </a:ext>
            </a:extLst>
          </p:cNvPr>
          <p:cNvCxnSpPr>
            <a:cxnSpLocks/>
          </p:cNvCxnSpPr>
          <p:nvPr/>
        </p:nvCxnSpPr>
        <p:spPr>
          <a:xfrm flipV="1">
            <a:off x="3276600" y="2376488"/>
            <a:ext cx="0" cy="1185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6355" name="TextBox 108">
            <a:extLst>
              <a:ext uri="{FF2B5EF4-FFF2-40B4-BE49-F238E27FC236}">
                <a16:creationId xmlns:a16="http://schemas.microsoft.com/office/drawing/2014/main" id="{04C4079C-2482-0D45-BFD1-A6248305F7C6}"/>
              </a:ext>
            </a:extLst>
          </p:cNvPr>
          <p:cNvSpPr txBox="1">
            <a:spLocks noChangeArrowheads="1"/>
          </p:cNvSpPr>
          <p:nvPr/>
        </p:nvSpPr>
        <p:spPr bwMode="auto">
          <a:xfrm>
            <a:off x="2511425" y="2527300"/>
            <a:ext cx="28987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even more greenhouse gases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42E73A0-B066-1B40-A190-C6FDDCC0125D}"/>
              </a:ext>
            </a:extLst>
          </p:cNvPr>
          <p:cNvCxnSpPr/>
          <p:nvPr/>
        </p:nvCxnSpPr>
        <p:spPr>
          <a:xfrm>
            <a:off x="0" y="4076700"/>
            <a:ext cx="9144000"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7E02487-CBC4-8748-8FDA-DF5BCB783029}"/>
              </a:ext>
            </a:extLst>
          </p:cNvPr>
          <p:cNvCxnSpPr/>
          <p:nvPr/>
        </p:nvCxnSpPr>
        <p:spPr>
          <a:xfrm>
            <a:off x="0" y="2171700"/>
            <a:ext cx="914400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55709C2A-FE2A-2342-8F87-28B9951D4D09}"/>
              </a:ext>
            </a:extLst>
          </p:cNvPr>
          <p:cNvSpPr/>
          <p:nvPr/>
        </p:nvSpPr>
        <p:spPr>
          <a:xfrm>
            <a:off x="0" y="4076700"/>
            <a:ext cx="9144000" cy="1638300"/>
          </a:xfrm>
          <a:prstGeom prst="rect">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58372" name="TextBox 19">
            <a:extLst>
              <a:ext uri="{FF2B5EF4-FFF2-40B4-BE49-F238E27FC236}">
                <a16:creationId xmlns:a16="http://schemas.microsoft.com/office/drawing/2014/main" id="{09525701-5506-2F40-A0EB-8390C05D07E6}"/>
              </a:ext>
            </a:extLst>
          </p:cNvPr>
          <p:cNvSpPr txBox="1">
            <a:spLocks noChangeArrowheads="1"/>
          </p:cNvSpPr>
          <p:nvPr/>
        </p:nvSpPr>
        <p:spPr bwMode="auto">
          <a:xfrm>
            <a:off x="7345363" y="1831975"/>
            <a:ext cx="18399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top of atmosphere</a:t>
            </a:r>
          </a:p>
        </p:txBody>
      </p:sp>
      <p:sp>
        <p:nvSpPr>
          <p:cNvPr id="58373" name="TextBox 20">
            <a:extLst>
              <a:ext uri="{FF2B5EF4-FFF2-40B4-BE49-F238E27FC236}">
                <a16:creationId xmlns:a16="http://schemas.microsoft.com/office/drawing/2014/main" id="{894E4D27-1149-DE44-B3E1-28FC2B1C0966}"/>
              </a:ext>
            </a:extLst>
          </p:cNvPr>
          <p:cNvSpPr txBox="1">
            <a:spLocks noChangeArrowheads="1"/>
          </p:cNvSpPr>
          <p:nvPr/>
        </p:nvSpPr>
        <p:spPr bwMode="auto">
          <a:xfrm>
            <a:off x="7594600" y="4076700"/>
            <a:ext cx="1549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Earth’s surface</a:t>
            </a:r>
          </a:p>
        </p:txBody>
      </p:sp>
      <p:cxnSp>
        <p:nvCxnSpPr>
          <p:cNvPr id="38" name="Straight Arrow Connector 37">
            <a:extLst>
              <a:ext uri="{FF2B5EF4-FFF2-40B4-BE49-F238E27FC236}">
                <a16:creationId xmlns:a16="http://schemas.microsoft.com/office/drawing/2014/main" id="{A1318341-79AA-844F-B1C1-9BBA684EB323}"/>
              </a:ext>
            </a:extLst>
          </p:cNvPr>
          <p:cNvCxnSpPr>
            <a:cxnSpLocks/>
          </p:cNvCxnSpPr>
          <p:nvPr/>
        </p:nvCxnSpPr>
        <p:spPr>
          <a:xfrm>
            <a:off x="4572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869904A3-270F-BA40-8DEB-298A0D65E20B}"/>
              </a:ext>
            </a:extLst>
          </p:cNvPr>
          <p:cNvCxnSpPr>
            <a:cxnSpLocks/>
          </p:cNvCxnSpPr>
          <p:nvPr/>
        </p:nvCxnSpPr>
        <p:spPr>
          <a:xfrm>
            <a:off x="723900" y="1524000"/>
            <a:ext cx="0" cy="2552700"/>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CD56D52A-BF00-9745-8B9B-AC516B5AC650}"/>
              </a:ext>
            </a:extLst>
          </p:cNvPr>
          <p:cNvCxnSpPr>
            <a:cxnSpLocks/>
          </p:cNvCxnSpPr>
          <p:nvPr/>
        </p:nvCxnSpPr>
        <p:spPr>
          <a:xfrm flipV="1">
            <a:off x="2743200" y="2892425"/>
            <a:ext cx="0" cy="1184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8377" name="TextBox 90">
            <a:extLst>
              <a:ext uri="{FF2B5EF4-FFF2-40B4-BE49-F238E27FC236}">
                <a16:creationId xmlns:a16="http://schemas.microsoft.com/office/drawing/2014/main" id="{8E069C26-0F99-BA49-B308-E972DDC363B4}"/>
              </a:ext>
            </a:extLst>
          </p:cNvPr>
          <p:cNvSpPr txBox="1">
            <a:spLocks noChangeArrowheads="1"/>
          </p:cNvSpPr>
          <p:nvPr/>
        </p:nvSpPr>
        <p:spPr bwMode="auto">
          <a:xfrm>
            <a:off x="7848600" y="3460750"/>
            <a:ext cx="11001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a:solidFill>
                  <a:srgbClr val="FFC000"/>
                </a:solidFill>
                <a:latin typeface="Helvetica" pitchFamily="2" charset="0"/>
                <a:ea typeface="Arial Unicode MS" panose="020B0604020202020204" pitchFamily="34" charset="-128"/>
                <a:cs typeface="Arial Unicode MS" panose="020B0604020202020204" pitchFamily="34" charset="-128"/>
              </a:rPr>
              <a:t>15°</a:t>
            </a:r>
            <a:r>
              <a:rPr lang="en-US" altLang="en-US">
                <a:solidFill>
                  <a:srgbClr val="FFC000"/>
                </a:solidFill>
                <a:latin typeface="Helvetica" pitchFamily="2" charset="0"/>
                <a:cs typeface="Arial" panose="020B0604020202020204" pitchFamily="34" charset="0"/>
              </a:rPr>
              <a:t>C</a:t>
            </a:r>
          </a:p>
        </p:txBody>
      </p:sp>
      <p:cxnSp>
        <p:nvCxnSpPr>
          <p:cNvPr id="44" name="Straight Arrow Connector 43">
            <a:extLst>
              <a:ext uri="{FF2B5EF4-FFF2-40B4-BE49-F238E27FC236}">
                <a16:creationId xmlns:a16="http://schemas.microsoft.com/office/drawing/2014/main" id="{F289516D-5D7C-8344-B5AE-B34143529A60}"/>
              </a:ext>
            </a:extLst>
          </p:cNvPr>
          <p:cNvCxnSpPr>
            <a:cxnSpLocks/>
          </p:cNvCxnSpPr>
          <p:nvPr/>
        </p:nvCxnSpPr>
        <p:spPr>
          <a:xfrm flipV="1">
            <a:off x="5410200" y="1368425"/>
            <a:ext cx="0" cy="27082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3D30F1C8-B8C2-0744-82FE-5101F091A034}"/>
              </a:ext>
            </a:extLst>
          </p:cNvPr>
          <p:cNvCxnSpPr>
            <a:cxnSpLocks/>
          </p:cNvCxnSpPr>
          <p:nvPr/>
        </p:nvCxnSpPr>
        <p:spPr>
          <a:xfrm flipV="1">
            <a:off x="5638800" y="1384300"/>
            <a:ext cx="0" cy="20097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8380" name="TextBox 53">
            <a:extLst>
              <a:ext uri="{FF2B5EF4-FFF2-40B4-BE49-F238E27FC236}">
                <a16:creationId xmlns:a16="http://schemas.microsoft.com/office/drawing/2014/main" id="{E3D39D1F-A423-D748-BDC9-5A13F7FDB0CB}"/>
              </a:ext>
            </a:extLst>
          </p:cNvPr>
          <p:cNvSpPr txBox="1">
            <a:spLocks noChangeArrowheads="1"/>
          </p:cNvSpPr>
          <p:nvPr/>
        </p:nvSpPr>
        <p:spPr bwMode="auto">
          <a:xfrm>
            <a:off x="1250950" y="1747838"/>
            <a:ext cx="10271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energetic</a:t>
            </a:r>
          </a:p>
        </p:txBody>
      </p:sp>
      <p:sp>
        <p:nvSpPr>
          <p:cNvPr id="58381" name="TextBox 54">
            <a:extLst>
              <a:ext uri="{FF2B5EF4-FFF2-40B4-BE49-F238E27FC236}">
                <a16:creationId xmlns:a16="http://schemas.microsoft.com/office/drawing/2014/main" id="{0126CEF5-51BA-9848-B24D-E054815854B6}"/>
              </a:ext>
            </a:extLst>
          </p:cNvPr>
          <p:cNvSpPr txBox="1">
            <a:spLocks noChangeArrowheads="1"/>
          </p:cNvSpPr>
          <p:nvPr/>
        </p:nvSpPr>
        <p:spPr bwMode="auto">
          <a:xfrm>
            <a:off x="3908425" y="1770063"/>
            <a:ext cx="14493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less energetic</a:t>
            </a:r>
          </a:p>
        </p:txBody>
      </p:sp>
      <p:cxnSp>
        <p:nvCxnSpPr>
          <p:cNvPr id="67" name="Straight Arrow Connector 66">
            <a:extLst>
              <a:ext uri="{FF2B5EF4-FFF2-40B4-BE49-F238E27FC236}">
                <a16:creationId xmlns:a16="http://schemas.microsoft.com/office/drawing/2014/main" id="{41129B36-3B41-B649-B5AD-BBC94536610A}"/>
              </a:ext>
            </a:extLst>
          </p:cNvPr>
          <p:cNvCxnSpPr>
            <a:cxnSpLocks/>
          </p:cNvCxnSpPr>
          <p:nvPr/>
        </p:nvCxnSpPr>
        <p:spPr>
          <a:xfrm flipV="1">
            <a:off x="6858000" y="2376488"/>
            <a:ext cx="0" cy="16335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Arrow Connector 70">
            <a:extLst>
              <a:ext uri="{FF2B5EF4-FFF2-40B4-BE49-F238E27FC236}">
                <a16:creationId xmlns:a16="http://schemas.microsoft.com/office/drawing/2014/main" id="{297D4071-D610-D74C-8B03-31749CB47FEA}"/>
              </a:ext>
            </a:extLst>
          </p:cNvPr>
          <p:cNvCxnSpPr>
            <a:cxnSpLocks/>
          </p:cNvCxnSpPr>
          <p:nvPr/>
        </p:nvCxnSpPr>
        <p:spPr>
          <a:xfrm>
            <a:off x="4724400" y="35321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DA6C4B67-2E87-7E48-9F9A-EF1CA8D858A8}"/>
              </a:ext>
            </a:extLst>
          </p:cNvPr>
          <p:cNvCxnSpPr>
            <a:cxnSpLocks/>
          </p:cNvCxnSpPr>
          <p:nvPr/>
        </p:nvCxnSpPr>
        <p:spPr>
          <a:xfrm>
            <a:off x="5029200" y="35321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82A5B783-1AD9-874B-A980-C93A3DFE00CB}"/>
              </a:ext>
            </a:extLst>
          </p:cNvPr>
          <p:cNvCxnSpPr>
            <a:cxnSpLocks/>
          </p:cNvCxnSpPr>
          <p:nvPr/>
        </p:nvCxnSpPr>
        <p:spPr>
          <a:xfrm>
            <a:off x="2590800" y="3562350"/>
            <a:ext cx="0" cy="4857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68F24844-9A51-9849-84AE-F8537EAADAD5}"/>
              </a:ext>
            </a:extLst>
          </p:cNvPr>
          <p:cNvCxnSpPr>
            <a:cxnSpLocks/>
          </p:cNvCxnSpPr>
          <p:nvPr/>
        </p:nvCxnSpPr>
        <p:spPr>
          <a:xfrm>
            <a:off x="3352800" y="3600450"/>
            <a:ext cx="0" cy="48577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A17DCEAD-4B76-1640-B25E-3B22304E45D3}"/>
              </a:ext>
            </a:extLst>
          </p:cNvPr>
          <p:cNvSpPr/>
          <p:nvPr/>
        </p:nvSpPr>
        <p:spPr>
          <a:xfrm>
            <a:off x="0" y="4044950"/>
            <a:ext cx="2438400" cy="369888"/>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8388" name="TextBox 47">
            <a:extLst>
              <a:ext uri="{FF2B5EF4-FFF2-40B4-BE49-F238E27FC236}">
                <a16:creationId xmlns:a16="http://schemas.microsoft.com/office/drawing/2014/main" id="{98EEE0CC-E443-584D-B8C3-3131AA63EEC7}"/>
              </a:ext>
            </a:extLst>
          </p:cNvPr>
          <p:cNvSpPr txBox="1">
            <a:spLocks noChangeArrowheads="1"/>
          </p:cNvSpPr>
          <p:nvPr/>
        </p:nvSpPr>
        <p:spPr bwMode="auto">
          <a:xfrm>
            <a:off x="868363" y="4060825"/>
            <a:ext cx="4460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ice</a:t>
            </a:r>
          </a:p>
        </p:txBody>
      </p:sp>
      <p:cxnSp>
        <p:nvCxnSpPr>
          <p:cNvPr id="49" name="Straight Arrow Connector 48">
            <a:extLst>
              <a:ext uri="{FF2B5EF4-FFF2-40B4-BE49-F238E27FC236}">
                <a16:creationId xmlns:a16="http://schemas.microsoft.com/office/drawing/2014/main" id="{018B38B2-E5DB-9E48-8E01-45811A361316}"/>
              </a:ext>
            </a:extLst>
          </p:cNvPr>
          <p:cNvCxnSpPr>
            <a:cxnSpLocks/>
          </p:cNvCxnSpPr>
          <p:nvPr/>
        </p:nvCxnSpPr>
        <p:spPr>
          <a:xfrm flipV="1">
            <a:off x="1092200" y="1504950"/>
            <a:ext cx="11113" cy="2555875"/>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92" name="Straight Arrow Connector 91">
            <a:extLst>
              <a:ext uri="{FF2B5EF4-FFF2-40B4-BE49-F238E27FC236}">
                <a16:creationId xmlns:a16="http://schemas.microsoft.com/office/drawing/2014/main" id="{53955B7E-71BA-A84D-BC3E-3D41A495E135}"/>
              </a:ext>
            </a:extLst>
          </p:cNvPr>
          <p:cNvCxnSpPr>
            <a:cxnSpLocks/>
          </p:cNvCxnSpPr>
          <p:nvPr/>
        </p:nvCxnSpPr>
        <p:spPr>
          <a:xfrm flipV="1">
            <a:off x="3048000" y="2840038"/>
            <a:ext cx="0" cy="116998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3" name="Straight Arrow Connector 92">
            <a:extLst>
              <a:ext uri="{FF2B5EF4-FFF2-40B4-BE49-F238E27FC236}">
                <a16:creationId xmlns:a16="http://schemas.microsoft.com/office/drawing/2014/main" id="{D66657F5-F6FC-4946-9540-976871F19F8E}"/>
              </a:ext>
            </a:extLst>
          </p:cNvPr>
          <p:cNvCxnSpPr>
            <a:cxnSpLocks/>
          </p:cNvCxnSpPr>
          <p:nvPr/>
        </p:nvCxnSpPr>
        <p:spPr>
          <a:xfrm flipV="1">
            <a:off x="3505200" y="2871788"/>
            <a:ext cx="0" cy="1185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53BCD8E8-FFD1-1042-AF06-1E96095D9B14}"/>
              </a:ext>
            </a:extLst>
          </p:cNvPr>
          <p:cNvCxnSpPr>
            <a:cxnSpLocks/>
          </p:cNvCxnSpPr>
          <p:nvPr/>
        </p:nvCxnSpPr>
        <p:spPr>
          <a:xfrm flipV="1">
            <a:off x="6324600" y="2871788"/>
            <a:ext cx="0" cy="120808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EC88F04B-F65E-F945-BC90-4A3EBEE7A2A5}"/>
              </a:ext>
            </a:extLst>
          </p:cNvPr>
          <p:cNvCxnSpPr>
            <a:cxnSpLocks/>
          </p:cNvCxnSpPr>
          <p:nvPr/>
        </p:nvCxnSpPr>
        <p:spPr>
          <a:xfrm flipV="1">
            <a:off x="6858000" y="2341563"/>
            <a:ext cx="0" cy="16319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97">
            <a:extLst>
              <a:ext uri="{FF2B5EF4-FFF2-40B4-BE49-F238E27FC236}">
                <a16:creationId xmlns:a16="http://schemas.microsoft.com/office/drawing/2014/main" id="{A640F419-E13E-1E42-8D83-0BC61B960ACE}"/>
              </a:ext>
            </a:extLst>
          </p:cNvPr>
          <p:cNvCxnSpPr>
            <a:cxnSpLocks/>
          </p:cNvCxnSpPr>
          <p:nvPr/>
        </p:nvCxnSpPr>
        <p:spPr>
          <a:xfrm>
            <a:off x="4241800" y="3460750"/>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0" name="Sun 99">
            <a:extLst>
              <a:ext uri="{FF2B5EF4-FFF2-40B4-BE49-F238E27FC236}">
                <a16:creationId xmlns:a16="http://schemas.microsoft.com/office/drawing/2014/main" id="{38529C1E-A07A-554D-8928-6114563DC413}"/>
              </a:ext>
            </a:extLst>
          </p:cNvPr>
          <p:cNvSpPr/>
          <p:nvPr/>
        </p:nvSpPr>
        <p:spPr>
          <a:xfrm>
            <a:off x="152400" y="279400"/>
            <a:ext cx="914400" cy="966788"/>
          </a:xfrm>
          <a:prstGeom prst="sun">
            <a:avLst/>
          </a:prstGeom>
          <a:solidFill>
            <a:srgbClr val="FFC000"/>
          </a:solidFill>
          <a:ln>
            <a:solidFill>
              <a:srgbClr val="FFC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02" name="Straight Arrow Connector 101">
            <a:extLst>
              <a:ext uri="{FF2B5EF4-FFF2-40B4-BE49-F238E27FC236}">
                <a16:creationId xmlns:a16="http://schemas.microsoft.com/office/drawing/2014/main" id="{4F5AAC73-D400-EE4F-A6E5-1D09F2BCFF98}"/>
              </a:ext>
            </a:extLst>
          </p:cNvPr>
          <p:cNvCxnSpPr>
            <a:cxnSpLocks/>
          </p:cNvCxnSpPr>
          <p:nvPr/>
        </p:nvCxnSpPr>
        <p:spPr>
          <a:xfrm>
            <a:off x="3886200" y="29067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3" name="Straight Arrow Connector 102">
            <a:extLst>
              <a:ext uri="{FF2B5EF4-FFF2-40B4-BE49-F238E27FC236}">
                <a16:creationId xmlns:a16="http://schemas.microsoft.com/office/drawing/2014/main" id="{EA48667E-EB0A-944A-8762-A6C5A37DE9C5}"/>
              </a:ext>
            </a:extLst>
          </p:cNvPr>
          <p:cNvCxnSpPr>
            <a:cxnSpLocks/>
          </p:cNvCxnSpPr>
          <p:nvPr/>
        </p:nvCxnSpPr>
        <p:spPr>
          <a:xfrm>
            <a:off x="4419600" y="2906713"/>
            <a:ext cx="0" cy="50323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103">
            <a:extLst>
              <a:ext uri="{FF2B5EF4-FFF2-40B4-BE49-F238E27FC236}">
                <a16:creationId xmlns:a16="http://schemas.microsoft.com/office/drawing/2014/main" id="{1B33B8FC-1F8F-754B-864B-3EC266DC4644}"/>
              </a:ext>
            </a:extLst>
          </p:cNvPr>
          <p:cNvCxnSpPr>
            <a:cxnSpLocks/>
          </p:cNvCxnSpPr>
          <p:nvPr/>
        </p:nvCxnSpPr>
        <p:spPr>
          <a:xfrm>
            <a:off x="4114800" y="2922588"/>
            <a:ext cx="0" cy="4873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5" name="Straight Arrow Connector 104">
            <a:extLst>
              <a:ext uri="{FF2B5EF4-FFF2-40B4-BE49-F238E27FC236}">
                <a16:creationId xmlns:a16="http://schemas.microsoft.com/office/drawing/2014/main" id="{4996C2B6-01AF-164B-9286-74B259365AF0}"/>
              </a:ext>
            </a:extLst>
          </p:cNvPr>
          <p:cNvCxnSpPr>
            <a:cxnSpLocks/>
          </p:cNvCxnSpPr>
          <p:nvPr/>
        </p:nvCxnSpPr>
        <p:spPr>
          <a:xfrm>
            <a:off x="5029200" y="2892425"/>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105">
            <a:extLst>
              <a:ext uri="{FF2B5EF4-FFF2-40B4-BE49-F238E27FC236}">
                <a16:creationId xmlns:a16="http://schemas.microsoft.com/office/drawing/2014/main" id="{27CB314E-7707-7C44-9733-8E4ED33EE892}"/>
              </a:ext>
            </a:extLst>
          </p:cNvPr>
          <p:cNvCxnSpPr>
            <a:cxnSpLocks/>
          </p:cNvCxnSpPr>
          <p:nvPr/>
        </p:nvCxnSpPr>
        <p:spPr>
          <a:xfrm>
            <a:off x="3657600" y="3341688"/>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7" name="Straight Arrow Connector 106">
            <a:extLst>
              <a:ext uri="{FF2B5EF4-FFF2-40B4-BE49-F238E27FC236}">
                <a16:creationId xmlns:a16="http://schemas.microsoft.com/office/drawing/2014/main" id="{EA723DC8-BD41-2045-B200-994367309EB7}"/>
              </a:ext>
            </a:extLst>
          </p:cNvPr>
          <p:cNvCxnSpPr>
            <a:cxnSpLocks/>
          </p:cNvCxnSpPr>
          <p:nvPr/>
        </p:nvCxnSpPr>
        <p:spPr>
          <a:xfrm>
            <a:off x="4800600" y="3284538"/>
            <a:ext cx="0" cy="5016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CE541D9D-7587-8944-B458-C89C6B5108E3}"/>
              </a:ext>
            </a:extLst>
          </p:cNvPr>
          <p:cNvCxnSpPr>
            <a:cxnSpLocks/>
          </p:cNvCxnSpPr>
          <p:nvPr/>
        </p:nvCxnSpPr>
        <p:spPr>
          <a:xfrm flipV="1">
            <a:off x="3276600" y="2376488"/>
            <a:ext cx="0" cy="118586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8403" name="TextBox 108">
            <a:extLst>
              <a:ext uri="{FF2B5EF4-FFF2-40B4-BE49-F238E27FC236}">
                <a16:creationId xmlns:a16="http://schemas.microsoft.com/office/drawing/2014/main" id="{7BAC54B1-A173-5849-A10F-7C89E8B4F0A0}"/>
              </a:ext>
            </a:extLst>
          </p:cNvPr>
          <p:cNvSpPr txBox="1">
            <a:spLocks noChangeArrowheads="1"/>
          </p:cNvSpPr>
          <p:nvPr/>
        </p:nvSpPr>
        <p:spPr bwMode="auto">
          <a:xfrm>
            <a:off x="2511425" y="2527300"/>
            <a:ext cx="28987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even more greenhouse gases</a:t>
            </a:r>
          </a:p>
        </p:txBody>
      </p:sp>
      <p:sp>
        <p:nvSpPr>
          <p:cNvPr id="58404" name="TextBox 36">
            <a:extLst>
              <a:ext uri="{FF2B5EF4-FFF2-40B4-BE49-F238E27FC236}">
                <a16:creationId xmlns:a16="http://schemas.microsoft.com/office/drawing/2014/main" id="{CD2EE1E8-5E63-D946-A814-68125D4C4B09}"/>
              </a:ext>
            </a:extLst>
          </p:cNvPr>
          <p:cNvSpPr txBox="1">
            <a:spLocks noChangeArrowheads="1"/>
          </p:cNvSpPr>
          <p:nvPr/>
        </p:nvSpPr>
        <p:spPr bwMode="auto">
          <a:xfrm>
            <a:off x="1871663" y="290513"/>
            <a:ext cx="6772275" cy="9239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cs typeface="Arial" panose="020B0604020202020204" pitchFamily="34" charset="0"/>
              </a:rPr>
              <a:t>The Earth’s climate can be regulated by the </a:t>
            </a:r>
            <a:r>
              <a:rPr lang="en-US" altLang="en-US" sz="1800">
                <a:solidFill>
                  <a:srgbClr val="FFC000"/>
                </a:solidFill>
                <a:cs typeface="Arial" panose="020B0604020202020204" pitchFamily="34" charset="0"/>
              </a:rPr>
              <a:t>amount of incoming </a:t>
            </a:r>
          </a:p>
          <a:p>
            <a:pPr>
              <a:spcBef>
                <a:spcPct val="0"/>
              </a:spcBef>
              <a:buFontTx/>
              <a:buNone/>
            </a:pPr>
            <a:r>
              <a:rPr lang="en-US" altLang="en-US" sz="1800">
                <a:solidFill>
                  <a:srgbClr val="FFC000"/>
                </a:solidFill>
                <a:cs typeface="Arial" panose="020B0604020202020204" pitchFamily="34" charset="0"/>
              </a:rPr>
              <a:t>solar radiation (solar constant)</a:t>
            </a:r>
            <a:r>
              <a:rPr lang="en-US" altLang="en-US" sz="1800">
                <a:cs typeface="Arial" panose="020B0604020202020204" pitchFamily="34" charset="0"/>
              </a:rPr>
              <a:t>, </a:t>
            </a:r>
            <a:r>
              <a:rPr lang="en-US" altLang="en-US" sz="1800">
                <a:solidFill>
                  <a:srgbClr val="098D44"/>
                </a:solidFill>
                <a:cs typeface="Arial" panose="020B0604020202020204" pitchFamily="34" charset="0"/>
              </a:rPr>
              <a:t>the albedo of the Earth</a:t>
            </a:r>
            <a:r>
              <a:rPr lang="en-US" altLang="en-US" sz="1800">
                <a:cs typeface="Arial" panose="020B0604020202020204" pitchFamily="34" charset="0"/>
              </a:rPr>
              <a:t>, and </a:t>
            </a:r>
          </a:p>
          <a:p>
            <a:pPr>
              <a:spcBef>
                <a:spcPct val="0"/>
              </a:spcBef>
              <a:buFontTx/>
              <a:buNone/>
            </a:pPr>
            <a:r>
              <a:rPr lang="en-US" altLang="en-US" sz="1800">
                <a:solidFill>
                  <a:srgbClr val="FF0000"/>
                </a:solidFill>
                <a:cs typeface="Arial" panose="020B0604020202020204" pitchFamily="34" charset="0"/>
              </a:rPr>
              <a:t>the concentration of greenhouse gases</a:t>
            </a:r>
            <a:r>
              <a:rPr lang="en-US" altLang="en-US" sz="1800">
                <a:cs typeface="Arial" panose="020B0604020202020204" pitchFamily="34"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Content Placeholder 2">
            <a:extLst>
              <a:ext uri="{FF2B5EF4-FFF2-40B4-BE49-F238E27FC236}">
                <a16:creationId xmlns:a16="http://schemas.microsoft.com/office/drawing/2014/main" id="{1C4A70D8-D502-B045-9E59-3E170742251F}"/>
              </a:ext>
            </a:extLst>
          </p:cNvPr>
          <p:cNvSpPr>
            <a:spLocks noGrp="1" noChangeArrowheads="1"/>
          </p:cNvSpPr>
          <p:nvPr>
            <p:ph idx="1"/>
          </p:nvPr>
        </p:nvSpPr>
        <p:spPr>
          <a:xfrm>
            <a:off x="457200" y="5219700"/>
            <a:ext cx="8229600" cy="266700"/>
          </a:xfrm>
        </p:spPr>
        <p:txBody>
          <a:bodyPr/>
          <a:lstStyle/>
          <a:p>
            <a:pPr marL="0" indent="0">
              <a:buFontTx/>
              <a:buNone/>
            </a:pPr>
            <a:r>
              <a:rPr lang="en-US" altLang="en-US" sz="1400" dirty="0">
                <a:ea typeface="ＭＳ Ｐゴシック" panose="020B0600070205080204" pitchFamily="34" charset="-128"/>
                <a:cs typeface="ＭＳ Ｐゴシック" panose="020B0600070205080204" pitchFamily="34" charset="-128"/>
                <a:hlinkClick r:id="rId2"/>
              </a:rPr>
              <a:t>https://personalpages.manchester.ac.uk/staff/paul.connolly/teaching/climatesim/index.html</a:t>
            </a:r>
            <a:endParaRPr lang="en-US" altLang="en-US" sz="1400" dirty="0">
              <a:ea typeface="ＭＳ Ｐゴシック" panose="020B0600070205080204" pitchFamily="34" charset="-128"/>
              <a:cs typeface="ＭＳ Ｐゴシック" panose="020B0600070205080204" pitchFamily="34" charset="-128"/>
            </a:endParaRPr>
          </a:p>
        </p:txBody>
      </p:sp>
      <p:pic>
        <p:nvPicPr>
          <p:cNvPr id="59394" name="Picture 4">
            <a:extLst>
              <a:ext uri="{FF2B5EF4-FFF2-40B4-BE49-F238E27FC236}">
                <a16:creationId xmlns:a16="http://schemas.microsoft.com/office/drawing/2014/main" id="{74EF99BE-F4A6-CF46-B60F-0B7FCFD272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0"/>
            <a:ext cx="6049963" cy="511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Left Brace 5">
            <a:extLst>
              <a:ext uri="{FF2B5EF4-FFF2-40B4-BE49-F238E27FC236}">
                <a16:creationId xmlns:a16="http://schemas.microsoft.com/office/drawing/2014/main" id="{3A75028D-46B3-9540-9553-16B7B1433D90}"/>
              </a:ext>
            </a:extLst>
          </p:cNvPr>
          <p:cNvSpPr/>
          <p:nvPr/>
        </p:nvSpPr>
        <p:spPr>
          <a:xfrm rot="16200000">
            <a:off x="6731794" y="4333082"/>
            <a:ext cx="304800" cy="652462"/>
          </a:xfrm>
          <a:prstGeom prst="leftBrace">
            <a:avLst/>
          </a:prstGeom>
          <a:noFill/>
          <a:ln>
            <a:solidFill>
              <a:srgbClr val="FF0000"/>
            </a:solidFill>
          </a:ln>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solidFill>
                <a:srgbClr val="FF0000"/>
              </a:solidFill>
            </a:endParaRPr>
          </a:p>
        </p:txBody>
      </p:sp>
      <p:sp>
        <p:nvSpPr>
          <p:cNvPr id="7" name="Left Brace 6">
            <a:extLst>
              <a:ext uri="{FF2B5EF4-FFF2-40B4-BE49-F238E27FC236}">
                <a16:creationId xmlns:a16="http://schemas.microsoft.com/office/drawing/2014/main" id="{A96D7A3B-1B31-2447-A283-D003829D9C59}"/>
              </a:ext>
            </a:extLst>
          </p:cNvPr>
          <p:cNvSpPr/>
          <p:nvPr/>
        </p:nvSpPr>
        <p:spPr>
          <a:xfrm rot="16200000">
            <a:off x="5974557" y="4309268"/>
            <a:ext cx="304800" cy="652463"/>
          </a:xfrm>
          <a:prstGeom prst="leftBrace">
            <a:avLst/>
          </a:prstGeom>
          <a:noFill/>
          <a:ln>
            <a:solidFill>
              <a:srgbClr val="FF0000"/>
            </a:solidFill>
          </a:ln>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solidFill>
                <a:srgbClr val="FF0000"/>
              </a:solidFill>
            </a:endParaRPr>
          </a:p>
        </p:txBody>
      </p:sp>
      <p:sp>
        <p:nvSpPr>
          <p:cNvPr id="59397" name="TextBox 7">
            <a:extLst>
              <a:ext uri="{FF2B5EF4-FFF2-40B4-BE49-F238E27FC236}">
                <a16:creationId xmlns:a16="http://schemas.microsoft.com/office/drawing/2014/main" id="{7DEE8C05-14C5-C340-BED3-7A2129CF5186}"/>
              </a:ext>
            </a:extLst>
          </p:cNvPr>
          <p:cNvSpPr txBox="1">
            <a:spLocks noChangeArrowheads="1"/>
          </p:cNvSpPr>
          <p:nvPr/>
        </p:nvSpPr>
        <p:spPr bwMode="auto">
          <a:xfrm>
            <a:off x="6484938" y="4787900"/>
            <a:ext cx="876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FF0000"/>
                </a:solidFill>
                <a:cs typeface="Arial" panose="020B0604020202020204" pitchFamily="34" charset="0"/>
              </a:rPr>
              <a:t>albedo</a:t>
            </a:r>
          </a:p>
        </p:txBody>
      </p:sp>
      <p:sp>
        <p:nvSpPr>
          <p:cNvPr id="59398" name="TextBox 8">
            <a:extLst>
              <a:ext uri="{FF2B5EF4-FFF2-40B4-BE49-F238E27FC236}">
                <a16:creationId xmlns:a16="http://schemas.microsoft.com/office/drawing/2014/main" id="{D11263A8-F67D-CD43-AAA3-AAAAA9BF72F1}"/>
              </a:ext>
            </a:extLst>
          </p:cNvPr>
          <p:cNvSpPr txBox="1">
            <a:spLocks noChangeArrowheads="1"/>
          </p:cNvSpPr>
          <p:nvPr/>
        </p:nvSpPr>
        <p:spPr bwMode="auto">
          <a:xfrm>
            <a:off x="5730875" y="4800600"/>
            <a:ext cx="8270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solidFill>
                  <a:srgbClr val="FF0000"/>
                </a:solidFill>
                <a:cs typeface="Arial" panose="020B0604020202020204" pitchFamily="34" charset="0"/>
              </a:rPr>
              <a:t>GHGs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60418" name="TextBox 4">
            <a:extLst>
              <a:ext uri="{FF2B5EF4-FFF2-40B4-BE49-F238E27FC236}">
                <a16:creationId xmlns:a16="http://schemas.microsoft.com/office/drawing/2014/main" id="{59BB86F6-9D39-2B4E-8032-755EF62CFB49}"/>
              </a:ext>
            </a:extLst>
          </p:cNvPr>
          <p:cNvSpPr txBox="1">
            <a:spLocks noChangeArrowheads="1"/>
          </p:cNvSpPr>
          <p:nvPr/>
        </p:nvSpPr>
        <p:spPr bwMode="auto">
          <a:xfrm>
            <a:off x="381000" y="1638300"/>
            <a:ext cx="8397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effectLst>
                  <a:outerShdw blurRad="50800" dist="38100" dir="2700000" algn="tl" rotWithShape="0">
                    <a:prstClr val="black">
                      <a:alpha val="40000"/>
                    </a:prstClr>
                  </a:outerShdw>
                </a:effectLst>
                <a:cs typeface="Arial" panose="020B0604020202020204" pitchFamily="34" charset="0"/>
              </a:rPr>
              <a:t>General circulation of the Earth’s atmosphere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1" name="Picture 3" descr="no_rotation.jpg">
            <a:extLst>
              <a:ext uri="{FF2B5EF4-FFF2-40B4-BE49-F238E27FC236}">
                <a16:creationId xmlns:a16="http://schemas.microsoft.com/office/drawing/2014/main" id="{173B4B4B-1332-1E4A-B812-6F58A8A83A5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028700"/>
            <a:ext cx="5715000" cy="427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2" name="TextBox 4">
            <a:extLst>
              <a:ext uri="{FF2B5EF4-FFF2-40B4-BE49-F238E27FC236}">
                <a16:creationId xmlns:a16="http://schemas.microsoft.com/office/drawing/2014/main" id="{2D571010-348F-FD41-AD46-D954A4EB714C}"/>
              </a:ext>
            </a:extLst>
          </p:cNvPr>
          <p:cNvSpPr txBox="1">
            <a:spLocks noChangeArrowheads="1"/>
          </p:cNvSpPr>
          <p:nvPr/>
        </p:nvSpPr>
        <p:spPr bwMode="auto">
          <a:xfrm>
            <a:off x="8001000" y="5143500"/>
            <a:ext cx="1057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cs typeface="Arial" panose="020B0604020202020204" pitchFamily="34" charset="0"/>
              </a:rPr>
              <a:t>NOAA</a:t>
            </a:r>
          </a:p>
        </p:txBody>
      </p:sp>
      <p:sp>
        <p:nvSpPr>
          <p:cNvPr id="61443" name="Rectangle 9">
            <a:extLst>
              <a:ext uri="{FF2B5EF4-FFF2-40B4-BE49-F238E27FC236}">
                <a16:creationId xmlns:a16="http://schemas.microsoft.com/office/drawing/2014/main" id="{540CEDCB-6386-5947-B71C-F75E33EEE045}"/>
              </a:ext>
            </a:extLst>
          </p:cNvPr>
          <p:cNvSpPr>
            <a:spLocks noChangeArrowheads="1"/>
          </p:cNvSpPr>
          <p:nvPr/>
        </p:nvSpPr>
        <p:spPr bwMode="auto">
          <a:xfrm>
            <a:off x="152400" y="338138"/>
            <a:ext cx="8763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a:solidFill>
                  <a:srgbClr val="FF0000"/>
                </a:solidFill>
                <a:cs typeface="Arial" panose="020B0604020202020204" pitchFamily="34" charset="0"/>
              </a:rPr>
              <a:t>Atmospheric circulation on a non-rotating Earth</a:t>
            </a:r>
          </a:p>
        </p:txBody>
      </p:sp>
      <p:sp>
        <p:nvSpPr>
          <p:cNvPr id="61444" name="Rectangle 9">
            <a:extLst>
              <a:ext uri="{FF2B5EF4-FFF2-40B4-BE49-F238E27FC236}">
                <a16:creationId xmlns:a16="http://schemas.microsoft.com/office/drawing/2014/main" id="{62A70322-8441-4242-9F38-D9B6FE26CB82}"/>
              </a:ext>
            </a:extLst>
          </p:cNvPr>
          <p:cNvSpPr>
            <a:spLocks noChangeArrowheads="1"/>
          </p:cNvSpPr>
          <p:nvPr/>
        </p:nvSpPr>
        <p:spPr bwMode="auto">
          <a:xfrm>
            <a:off x="0" y="5043488"/>
            <a:ext cx="29718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eaLnBrk="1" hangingPunct="1">
              <a:spcBef>
                <a:spcPct val="0"/>
              </a:spcBef>
              <a:buFontTx/>
              <a:buNone/>
            </a:pPr>
            <a:r>
              <a:rPr lang="en-US" altLang="en-US">
                <a:cs typeface="Arial" panose="020B0604020202020204" pitchFamily="34" charset="0"/>
              </a:rPr>
              <a:t>(tilt not shown)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9">
            <a:extLst>
              <a:ext uri="{FF2B5EF4-FFF2-40B4-BE49-F238E27FC236}">
                <a16:creationId xmlns:a16="http://schemas.microsoft.com/office/drawing/2014/main" id="{587F9996-40A6-FD4E-98D8-9BDC65B4D2C0}"/>
              </a:ext>
            </a:extLst>
          </p:cNvPr>
          <p:cNvSpPr>
            <a:spLocks noChangeArrowheads="1"/>
          </p:cNvSpPr>
          <p:nvPr/>
        </p:nvSpPr>
        <p:spPr bwMode="auto">
          <a:xfrm>
            <a:off x="152400" y="698500"/>
            <a:ext cx="3694113"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cs typeface="Arial" panose="020B0604020202020204" pitchFamily="34" charset="0"/>
              </a:rPr>
              <a:t>Converging air goes up.</a:t>
            </a:r>
          </a:p>
          <a:p>
            <a:pPr eaLnBrk="1" hangingPunct="1">
              <a:spcBef>
                <a:spcPct val="0"/>
              </a:spcBef>
              <a:buFontTx/>
              <a:buNone/>
            </a:pPr>
            <a:endParaRPr lang="en-US" altLang="en-US" sz="2400">
              <a:cs typeface="Arial" panose="020B0604020202020204" pitchFamily="34" charset="0"/>
            </a:endParaRPr>
          </a:p>
          <a:p>
            <a:pPr eaLnBrk="1" hangingPunct="1">
              <a:spcBef>
                <a:spcPct val="0"/>
              </a:spcBef>
              <a:buFontTx/>
              <a:buNone/>
            </a:pPr>
            <a:r>
              <a:rPr lang="en-US" altLang="en-US" sz="2400">
                <a:cs typeface="Arial" panose="020B0604020202020204" pitchFamily="34" charset="0"/>
              </a:rPr>
              <a:t>Air that goes up produces</a:t>
            </a:r>
          </a:p>
          <a:p>
            <a:pPr eaLnBrk="1" hangingPunct="1">
              <a:spcBef>
                <a:spcPct val="0"/>
              </a:spcBef>
              <a:buFontTx/>
              <a:buNone/>
            </a:pPr>
            <a:r>
              <a:rPr lang="en-US" altLang="en-US" sz="2400">
                <a:cs typeface="Arial" panose="020B0604020202020204" pitchFamily="34" charset="0"/>
              </a:rPr>
              <a:t>clouds and precipitation.</a:t>
            </a:r>
          </a:p>
          <a:p>
            <a:pPr eaLnBrk="1" hangingPunct="1">
              <a:spcBef>
                <a:spcPct val="0"/>
              </a:spcBef>
              <a:buFontTx/>
              <a:buNone/>
            </a:pPr>
            <a:endParaRPr lang="en-US" altLang="en-US" sz="2400">
              <a:cs typeface="Arial" panose="020B0604020202020204" pitchFamily="34" charset="0"/>
            </a:endParaRPr>
          </a:p>
        </p:txBody>
      </p:sp>
      <p:pic>
        <p:nvPicPr>
          <p:cNvPr id="63490" name="Picture 3">
            <a:extLst>
              <a:ext uri="{FF2B5EF4-FFF2-40B4-BE49-F238E27FC236}">
                <a16:creationId xmlns:a16="http://schemas.microsoft.com/office/drawing/2014/main" id="{39F5385D-1A52-0D41-BC72-73D3EF4DD51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19100"/>
            <a:ext cx="5410200"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1" name="Rectangle 4">
            <a:extLst>
              <a:ext uri="{FF2B5EF4-FFF2-40B4-BE49-F238E27FC236}">
                <a16:creationId xmlns:a16="http://schemas.microsoft.com/office/drawing/2014/main" id="{52C19B65-B9A9-4948-B166-26E823074EE0}"/>
              </a:ext>
            </a:extLst>
          </p:cNvPr>
          <p:cNvSpPr>
            <a:spLocks noChangeArrowheads="1"/>
          </p:cNvSpPr>
          <p:nvPr/>
        </p:nvSpPr>
        <p:spPr bwMode="auto">
          <a:xfrm>
            <a:off x="3733800" y="5200650"/>
            <a:ext cx="541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GB" altLang="en-US" sz="1000">
                <a:cs typeface="Arial" panose="020B0604020202020204" pitchFamily="34" charset="0"/>
              </a:rPr>
              <a:t>By DWindrim (Own work) [GFDL (www.gnu.org/copyleft/fdl.html) or CC-BY-SA-3.0 (http://creativecommons.org/licenses/by-sa/3.0/)], via Wikimedia Commons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9">
            <a:extLst>
              <a:ext uri="{FF2B5EF4-FFF2-40B4-BE49-F238E27FC236}">
                <a16:creationId xmlns:a16="http://schemas.microsoft.com/office/drawing/2014/main" id="{7C8F7FC2-1474-0340-AF43-E56F848D382C}"/>
              </a:ext>
            </a:extLst>
          </p:cNvPr>
          <p:cNvSpPr>
            <a:spLocks noChangeArrowheads="1"/>
          </p:cNvSpPr>
          <p:nvPr/>
        </p:nvSpPr>
        <p:spPr bwMode="auto">
          <a:xfrm>
            <a:off x="152400" y="698500"/>
            <a:ext cx="3705225"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cs typeface="Arial" panose="020B0604020202020204" pitchFamily="34" charset="0"/>
              </a:rPr>
              <a:t>Converging air goes up.</a:t>
            </a:r>
          </a:p>
          <a:p>
            <a:pPr eaLnBrk="1" hangingPunct="1">
              <a:spcBef>
                <a:spcPct val="0"/>
              </a:spcBef>
              <a:buFontTx/>
              <a:buNone/>
            </a:pPr>
            <a:endParaRPr lang="en-US" altLang="en-US" sz="2400">
              <a:cs typeface="Arial" panose="020B0604020202020204" pitchFamily="34" charset="0"/>
            </a:endParaRPr>
          </a:p>
          <a:p>
            <a:pPr eaLnBrk="1" hangingPunct="1">
              <a:spcBef>
                <a:spcPct val="0"/>
              </a:spcBef>
              <a:buFontTx/>
              <a:buNone/>
            </a:pPr>
            <a:r>
              <a:rPr lang="en-US" altLang="en-US" sz="2400">
                <a:cs typeface="Arial" panose="020B0604020202020204" pitchFamily="34" charset="0"/>
              </a:rPr>
              <a:t>Air that goes up produces</a:t>
            </a:r>
          </a:p>
          <a:p>
            <a:pPr eaLnBrk="1" hangingPunct="1">
              <a:spcBef>
                <a:spcPct val="0"/>
              </a:spcBef>
              <a:buFontTx/>
              <a:buNone/>
            </a:pPr>
            <a:r>
              <a:rPr lang="en-US" altLang="en-US" sz="2400">
                <a:cs typeface="Arial" panose="020B0604020202020204" pitchFamily="34" charset="0"/>
              </a:rPr>
              <a:t>clouds and precipitation.</a:t>
            </a:r>
          </a:p>
          <a:p>
            <a:pPr eaLnBrk="1" hangingPunct="1">
              <a:spcBef>
                <a:spcPct val="0"/>
              </a:spcBef>
              <a:buFontTx/>
              <a:buNone/>
            </a:pPr>
            <a:endParaRPr lang="en-US" altLang="en-US" sz="2400">
              <a:cs typeface="Arial" panose="020B0604020202020204" pitchFamily="34" charset="0"/>
            </a:endParaRPr>
          </a:p>
          <a:p>
            <a:pPr eaLnBrk="1" hangingPunct="1">
              <a:spcBef>
                <a:spcPct val="0"/>
              </a:spcBef>
              <a:buFontTx/>
              <a:buNone/>
            </a:pPr>
            <a:r>
              <a:rPr lang="en-US" altLang="en-US" sz="2400">
                <a:cs typeface="Arial" panose="020B0604020202020204" pitchFamily="34" charset="0"/>
              </a:rPr>
              <a:t>The polar fronts at the</a:t>
            </a:r>
          </a:p>
          <a:p>
            <a:pPr eaLnBrk="1" hangingPunct="1">
              <a:spcBef>
                <a:spcPct val="0"/>
              </a:spcBef>
              <a:buFontTx/>
              <a:buNone/>
            </a:pPr>
            <a:r>
              <a:rPr lang="en-US" altLang="en-US" sz="2400">
                <a:cs typeface="Arial" panose="020B0604020202020204" pitchFamily="34" charset="0"/>
              </a:rPr>
              <a:t>surface are associated</a:t>
            </a:r>
          </a:p>
          <a:p>
            <a:pPr eaLnBrk="1" hangingPunct="1">
              <a:spcBef>
                <a:spcPct val="0"/>
              </a:spcBef>
              <a:buFontTx/>
              <a:buNone/>
            </a:pPr>
            <a:r>
              <a:rPr lang="en-US" altLang="en-US" sz="2400">
                <a:cs typeface="Arial" panose="020B0604020202020204" pitchFamily="34" charset="0"/>
              </a:rPr>
              <a:t>with a jet stream aloft.</a:t>
            </a:r>
          </a:p>
          <a:p>
            <a:pPr eaLnBrk="1" hangingPunct="1">
              <a:spcBef>
                <a:spcPct val="0"/>
              </a:spcBef>
              <a:buFontTx/>
              <a:buNone/>
            </a:pPr>
            <a:endParaRPr lang="en-US" altLang="en-US" sz="2400">
              <a:cs typeface="Arial" panose="020B0604020202020204" pitchFamily="34" charset="0"/>
            </a:endParaRPr>
          </a:p>
          <a:p>
            <a:pPr eaLnBrk="1" hangingPunct="1">
              <a:spcBef>
                <a:spcPct val="0"/>
              </a:spcBef>
              <a:buFontTx/>
              <a:buNone/>
            </a:pPr>
            <a:r>
              <a:rPr lang="en-US" altLang="en-US" sz="2400">
                <a:cs typeface="Arial" panose="020B0604020202020204" pitchFamily="34" charset="0"/>
              </a:rPr>
              <a:t>The jet streams blow</a:t>
            </a:r>
          </a:p>
          <a:p>
            <a:pPr eaLnBrk="1" hangingPunct="1">
              <a:spcBef>
                <a:spcPct val="0"/>
              </a:spcBef>
              <a:buFontTx/>
              <a:buNone/>
            </a:pPr>
            <a:r>
              <a:rPr lang="en-US" altLang="en-US" sz="2400">
                <a:cs typeface="Arial" panose="020B0604020202020204" pitchFamily="34" charset="0"/>
              </a:rPr>
              <a:t>from west to east.</a:t>
            </a:r>
          </a:p>
        </p:txBody>
      </p:sp>
      <p:pic>
        <p:nvPicPr>
          <p:cNvPr id="65538" name="Picture 3">
            <a:extLst>
              <a:ext uri="{FF2B5EF4-FFF2-40B4-BE49-F238E27FC236}">
                <a16:creationId xmlns:a16="http://schemas.microsoft.com/office/drawing/2014/main" id="{8867175D-9A33-E848-AECC-EFA00F7CBC1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19100"/>
            <a:ext cx="5410200"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39" name="Rectangle 4">
            <a:extLst>
              <a:ext uri="{FF2B5EF4-FFF2-40B4-BE49-F238E27FC236}">
                <a16:creationId xmlns:a16="http://schemas.microsoft.com/office/drawing/2014/main" id="{CC34757F-46C1-FE40-9CE1-CA6E45CFF73F}"/>
              </a:ext>
            </a:extLst>
          </p:cNvPr>
          <p:cNvSpPr>
            <a:spLocks noChangeArrowheads="1"/>
          </p:cNvSpPr>
          <p:nvPr/>
        </p:nvSpPr>
        <p:spPr bwMode="auto">
          <a:xfrm>
            <a:off x="3733800" y="5200650"/>
            <a:ext cx="541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GB" altLang="en-US" sz="1000" dirty="0">
                <a:cs typeface="Arial" panose="020B0604020202020204" pitchFamily="34" charset="0"/>
              </a:rPr>
              <a:t>By </a:t>
            </a:r>
            <a:r>
              <a:rPr lang="en-GB" altLang="en-US" sz="1000" dirty="0" err="1">
                <a:cs typeface="Arial" panose="020B0604020202020204" pitchFamily="34" charset="0"/>
              </a:rPr>
              <a:t>DWindrim</a:t>
            </a:r>
            <a:r>
              <a:rPr lang="en-GB" altLang="en-US" sz="1000" dirty="0">
                <a:cs typeface="Arial" panose="020B0604020202020204" pitchFamily="34" charset="0"/>
              </a:rPr>
              <a:t> (Own work) [GFDL (</a:t>
            </a:r>
            <a:r>
              <a:rPr lang="en-GB" altLang="en-US" sz="1000" dirty="0" err="1">
                <a:cs typeface="Arial" panose="020B0604020202020204" pitchFamily="34" charset="0"/>
              </a:rPr>
              <a:t>www.gnu.org</a:t>
            </a:r>
            <a:r>
              <a:rPr lang="en-GB" altLang="en-US" sz="1000" dirty="0">
                <a:cs typeface="Arial" panose="020B0604020202020204" pitchFamily="34" charset="0"/>
              </a:rPr>
              <a:t>/copyleft/</a:t>
            </a:r>
            <a:r>
              <a:rPr lang="en-GB" altLang="en-US" sz="1000" dirty="0" err="1">
                <a:cs typeface="Arial" panose="020B0604020202020204" pitchFamily="34" charset="0"/>
              </a:rPr>
              <a:t>fdl.html</a:t>
            </a:r>
            <a:r>
              <a:rPr lang="en-GB" altLang="en-US" sz="1000" dirty="0">
                <a:cs typeface="Arial" panose="020B0604020202020204" pitchFamily="34" charset="0"/>
              </a:rPr>
              <a:t>) or CC-BY-SA-3.0 (http://</a:t>
            </a:r>
            <a:r>
              <a:rPr lang="en-GB" altLang="en-US" sz="1000" dirty="0" err="1">
                <a:cs typeface="Arial" panose="020B0604020202020204" pitchFamily="34" charset="0"/>
              </a:rPr>
              <a:t>creativecommons.org</a:t>
            </a:r>
            <a:r>
              <a:rPr lang="en-GB" altLang="en-US" sz="1000" dirty="0">
                <a:cs typeface="Arial" panose="020B0604020202020204" pitchFamily="34" charset="0"/>
              </a:rPr>
              <a:t>/licenses/by-</a:t>
            </a:r>
            <a:r>
              <a:rPr lang="en-GB" altLang="en-US" sz="1000" dirty="0" err="1">
                <a:cs typeface="Arial" panose="020B0604020202020204" pitchFamily="34" charset="0"/>
              </a:rPr>
              <a:t>sa</a:t>
            </a:r>
            <a:r>
              <a:rPr lang="en-GB" altLang="en-US" sz="1000" dirty="0">
                <a:cs typeface="Arial" panose="020B0604020202020204" pitchFamily="34" charset="0"/>
              </a:rPr>
              <a:t>/3.0/)], via Wikimedia Commons</a:t>
            </a:r>
          </a:p>
        </p:txBody>
      </p:sp>
      <p:sp>
        <p:nvSpPr>
          <p:cNvPr id="5" name="Rectangle 9">
            <a:extLst>
              <a:ext uri="{FF2B5EF4-FFF2-40B4-BE49-F238E27FC236}">
                <a16:creationId xmlns:a16="http://schemas.microsoft.com/office/drawing/2014/main" id="{E129EC03-D7C5-CD4C-BFE2-223C3A213E50}"/>
              </a:ext>
            </a:extLst>
          </p:cNvPr>
          <p:cNvSpPr>
            <a:spLocks noChangeArrowheads="1"/>
          </p:cNvSpPr>
          <p:nvPr/>
        </p:nvSpPr>
        <p:spPr bwMode="auto">
          <a:xfrm>
            <a:off x="5181600" y="698500"/>
            <a:ext cx="16208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defRPr/>
            </a:pPr>
            <a:r>
              <a:rPr lang="en-US" altLang="en-US" sz="2400" dirty="0">
                <a:solidFill>
                  <a:schemeClr val="accent6">
                    <a:lumMod val="40000"/>
                    <a:lumOff val="60000"/>
                  </a:schemeClr>
                </a:solidFill>
                <a:cs typeface="Arial" panose="020B0604020202020204" pitchFamily="34" charset="0"/>
              </a:rPr>
              <a:t>COLD AIR</a:t>
            </a:r>
          </a:p>
        </p:txBody>
      </p:sp>
      <p:sp>
        <p:nvSpPr>
          <p:cNvPr id="65541" name="Rectangle 9">
            <a:extLst>
              <a:ext uri="{FF2B5EF4-FFF2-40B4-BE49-F238E27FC236}">
                <a16:creationId xmlns:a16="http://schemas.microsoft.com/office/drawing/2014/main" id="{4AC7AEF5-C9EB-1643-B454-D5D3FE868ACF}"/>
              </a:ext>
            </a:extLst>
          </p:cNvPr>
          <p:cNvSpPr>
            <a:spLocks noChangeArrowheads="1"/>
          </p:cNvSpPr>
          <p:nvPr/>
        </p:nvSpPr>
        <p:spPr bwMode="auto">
          <a:xfrm>
            <a:off x="5181600" y="1333500"/>
            <a:ext cx="17287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solidFill>
                  <a:srgbClr val="FF0000"/>
                </a:solidFill>
                <a:cs typeface="Arial" panose="020B0604020202020204" pitchFamily="34" charset="0"/>
              </a:rPr>
              <a:t>WARM AIR</a:t>
            </a:r>
          </a:p>
        </p:txBody>
      </p:sp>
      <p:sp>
        <p:nvSpPr>
          <p:cNvPr id="65542" name="Rectangle 9">
            <a:extLst>
              <a:ext uri="{FF2B5EF4-FFF2-40B4-BE49-F238E27FC236}">
                <a16:creationId xmlns:a16="http://schemas.microsoft.com/office/drawing/2014/main" id="{6CFE495A-7E95-014B-9078-3BC8A2DCDFA5}"/>
              </a:ext>
            </a:extLst>
          </p:cNvPr>
          <p:cNvSpPr>
            <a:spLocks noChangeArrowheads="1"/>
          </p:cNvSpPr>
          <p:nvPr/>
        </p:nvSpPr>
        <p:spPr bwMode="auto">
          <a:xfrm>
            <a:off x="5089525" y="2079625"/>
            <a:ext cx="1409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solidFill>
                  <a:srgbClr val="FF0000"/>
                </a:solidFill>
                <a:cs typeface="Arial" panose="020B0604020202020204" pitchFamily="34" charset="0"/>
              </a:rPr>
              <a:t>HOT AIR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9">
            <a:extLst>
              <a:ext uri="{FF2B5EF4-FFF2-40B4-BE49-F238E27FC236}">
                <a16:creationId xmlns:a16="http://schemas.microsoft.com/office/drawing/2014/main" id="{A7529F7A-22A6-944D-9FA3-1851F091A347}"/>
              </a:ext>
            </a:extLst>
          </p:cNvPr>
          <p:cNvSpPr>
            <a:spLocks noChangeArrowheads="1"/>
          </p:cNvSpPr>
          <p:nvPr/>
        </p:nvSpPr>
        <p:spPr bwMode="auto">
          <a:xfrm>
            <a:off x="152400" y="698500"/>
            <a:ext cx="3705225"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cs typeface="Arial" panose="020B0604020202020204" pitchFamily="34" charset="0"/>
              </a:rPr>
              <a:t>Converging air goes up.</a:t>
            </a:r>
          </a:p>
          <a:p>
            <a:pPr eaLnBrk="1" hangingPunct="1">
              <a:spcBef>
                <a:spcPct val="0"/>
              </a:spcBef>
              <a:buFontTx/>
              <a:buNone/>
            </a:pPr>
            <a:endParaRPr lang="en-US" altLang="en-US" sz="2400">
              <a:cs typeface="Arial" panose="020B0604020202020204" pitchFamily="34" charset="0"/>
            </a:endParaRPr>
          </a:p>
          <a:p>
            <a:pPr eaLnBrk="1" hangingPunct="1">
              <a:spcBef>
                <a:spcPct val="0"/>
              </a:spcBef>
              <a:buFontTx/>
              <a:buNone/>
            </a:pPr>
            <a:r>
              <a:rPr lang="en-US" altLang="en-US" sz="2400">
                <a:cs typeface="Arial" panose="020B0604020202020204" pitchFamily="34" charset="0"/>
              </a:rPr>
              <a:t>Air that goes up produces</a:t>
            </a:r>
          </a:p>
          <a:p>
            <a:pPr eaLnBrk="1" hangingPunct="1">
              <a:spcBef>
                <a:spcPct val="0"/>
              </a:spcBef>
              <a:buFontTx/>
              <a:buNone/>
            </a:pPr>
            <a:r>
              <a:rPr lang="en-US" altLang="en-US" sz="2400">
                <a:cs typeface="Arial" panose="020B0604020202020204" pitchFamily="34" charset="0"/>
              </a:rPr>
              <a:t>clouds and precipitation.</a:t>
            </a:r>
          </a:p>
          <a:p>
            <a:pPr eaLnBrk="1" hangingPunct="1">
              <a:spcBef>
                <a:spcPct val="0"/>
              </a:spcBef>
              <a:buFontTx/>
              <a:buNone/>
            </a:pPr>
            <a:endParaRPr lang="en-US" altLang="en-US" sz="2400">
              <a:cs typeface="Arial" panose="020B0604020202020204" pitchFamily="34" charset="0"/>
            </a:endParaRPr>
          </a:p>
          <a:p>
            <a:pPr eaLnBrk="1" hangingPunct="1">
              <a:spcBef>
                <a:spcPct val="0"/>
              </a:spcBef>
              <a:buFontTx/>
              <a:buNone/>
            </a:pPr>
            <a:r>
              <a:rPr lang="en-US" altLang="en-US" sz="2400">
                <a:cs typeface="Arial" panose="020B0604020202020204" pitchFamily="34" charset="0"/>
              </a:rPr>
              <a:t>The polar fronts at the</a:t>
            </a:r>
          </a:p>
          <a:p>
            <a:pPr eaLnBrk="1" hangingPunct="1">
              <a:spcBef>
                <a:spcPct val="0"/>
              </a:spcBef>
              <a:buFontTx/>
              <a:buNone/>
            </a:pPr>
            <a:r>
              <a:rPr lang="en-US" altLang="en-US" sz="2400">
                <a:cs typeface="Arial" panose="020B0604020202020204" pitchFamily="34" charset="0"/>
              </a:rPr>
              <a:t>surface are associated</a:t>
            </a:r>
          </a:p>
          <a:p>
            <a:pPr eaLnBrk="1" hangingPunct="1">
              <a:spcBef>
                <a:spcPct val="0"/>
              </a:spcBef>
              <a:buFontTx/>
              <a:buNone/>
            </a:pPr>
            <a:r>
              <a:rPr lang="en-US" altLang="en-US" sz="2400">
                <a:cs typeface="Arial" panose="020B0604020202020204" pitchFamily="34" charset="0"/>
              </a:rPr>
              <a:t>with a jet stream aloft.</a:t>
            </a:r>
          </a:p>
          <a:p>
            <a:pPr eaLnBrk="1" hangingPunct="1">
              <a:spcBef>
                <a:spcPct val="0"/>
              </a:spcBef>
              <a:buFontTx/>
              <a:buNone/>
            </a:pPr>
            <a:endParaRPr lang="en-US" altLang="en-US" sz="2400">
              <a:cs typeface="Arial" panose="020B0604020202020204" pitchFamily="34" charset="0"/>
            </a:endParaRPr>
          </a:p>
          <a:p>
            <a:pPr eaLnBrk="1" hangingPunct="1">
              <a:spcBef>
                <a:spcPct val="0"/>
              </a:spcBef>
              <a:buFontTx/>
              <a:buNone/>
            </a:pPr>
            <a:r>
              <a:rPr lang="en-US" altLang="en-US" sz="2400">
                <a:cs typeface="Arial" panose="020B0604020202020204" pitchFamily="34" charset="0"/>
              </a:rPr>
              <a:t>The jet streams blow</a:t>
            </a:r>
          </a:p>
          <a:p>
            <a:pPr eaLnBrk="1" hangingPunct="1">
              <a:spcBef>
                <a:spcPct val="0"/>
              </a:spcBef>
              <a:buFontTx/>
              <a:buNone/>
            </a:pPr>
            <a:r>
              <a:rPr lang="en-US" altLang="en-US" sz="2400">
                <a:cs typeface="Arial" panose="020B0604020202020204" pitchFamily="34" charset="0"/>
              </a:rPr>
              <a:t>from west to east.</a:t>
            </a:r>
          </a:p>
        </p:txBody>
      </p:sp>
      <p:pic>
        <p:nvPicPr>
          <p:cNvPr id="67586" name="Picture 3">
            <a:extLst>
              <a:ext uri="{FF2B5EF4-FFF2-40B4-BE49-F238E27FC236}">
                <a16:creationId xmlns:a16="http://schemas.microsoft.com/office/drawing/2014/main" id="{3717F9D7-59D2-3E40-96BD-B8AB5A91046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19100"/>
            <a:ext cx="5410200"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7" name="Rectangle 4">
            <a:extLst>
              <a:ext uri="{FF2B5EF4-FFF2-40B4-BE49-F238E27FC236}">
                <a16:creationId xmlns:a16="http://schemas.microsoft.com/office/drawing/2014/main" id="{F7629F79-F5CC-D743-BA42-CB2D6060759C}"/>
              </a:ext>
            </a:extLst>
          </p:cNvPr>
          <p:cNvSpPr>
            <a:spLocks noChangeArrowheads="1"/>
          </p:cNvSpPr>
          <p:nvPr/>
        </p:nvSpPr>
        <p:spPr bwMode="auto">
          <a:xfrm>
            <a:off x="3733800" y="5200650"/>
            <a:ext cx="541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GB" altLang="en-US" sz="1000">
                <a:cs typeface="Arial" panose="020B0604020202020204" pitchFamily="34" charset="0"/>
              </a:rPr>
              <a:t>By DWindrim (Own work) [GFDL (www.gnu.org/copyleft/fdl.html) or CC-BY-SA-3.0 (http://creativecommons.org/licenses/by-sa/3.0/)], via Wikimedia Commons</a:t>
            </a:r>
          </a:p>
        </p:txBody>
      </p:sp>
      <p:sp>
        <p:nvSpPr>
          <p:cNvPr id="2" name="Right Arrow 1">
            <a:extLst>
              <a:ext uri="{FF2B5EF4-FFF2-40B4-BE49-F238E27FC236}">
                <a16:creationId xmlns:a16="http://schemas.microsoft.com/office/drawing/2014/main" id="{B5586972-FF63-1D44-9D80-5C01D03CBF7E}"/>
              </a:ext>
            </a:extLst>
          </p:cNvPr>
          <p:cNvSpPr/>
          <p:nvPr/>
        </p:nvSpPr>
        <p:spPr>
          <a:xfrm>
            <a:off x="5029200" y="876300"/>
            <a:ext cx="1905000" cy="533400"/>
          </a:xfrm>
          <a:prstGeom prst="rightArrow">
            <a:avLst/>
          </a:prstGeom>
          <a:solidFill>
            <a:srgbClr val="FFFF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000" dirty="0">
                <a:solidFill>
                  <a:schemeClr val="tx1"/>
                </a:solidFill>
              </a:rPr>
              <a:t>Polar Jet Stream</a:t>
            </a:r>
          </a:p>
        </p:txBody>
      </p:sp>
      <p:sp>
        <p:nvSpPr>
          <p:cNvPr id="8" name="Right Arrow 7">
            <a:extLst>
              <a:ext uri="{FF2B5EF4-FFF2-40B4-BE49-F238E27FC236}">
                <a16:creationId xmlns:a16="http://schemas.microsoft.com/office/drawing/2014/main" id="{EA293624-1118-4A4E-BA9D-C3F2536F2CDC}"/>
              </a:ext>
            </a:extLst>
          </p:cNvPr>
          <p:cNvSpPr/>
          <p:nvPr/>
        </p:nvSpPr>
        <p:spPr>
          <a:xfrm>
            <a:off x="5105400" y="4305300"/>
            <a:ext cx="1905000" cy="533400"/>
          </a:xfrm>
          <a:prstGeom prst="rightArrow">
            <a:avLst/>
          </a:prstGeom>
          <a:solidFill>
            <a:srgbClr val="FFFF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000" dirty="0">
                <a:solidFill>
                  <a:schemeClr val="tx1"/>
                </a:solidFill>
              </a:rPr>
              <a:t>Polar Jet Stream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9">
            <a:extLst>
              <a:ext uri="{FF2B5EF4-FFF2-40B4-BE49-F238E27FC236}">
                <a16:creationId xmlns:a16="http://schemas.microsoft.com/office/drawing/2014/main" id="{DAE76E24-1E4F-364A-980D-9D1A5CDD8EEA}"/>
              </a:ext>
            </a:extLst>
          </p:cNvPr>
          <p:cNvSpPr>
            <a:spLocks noChangeArrowheads="1"/>
          </p:cNvSpPr>
          <p:nvPr/>
        </p:nvSpPr>
        <p:spPr bwMode="auto">
          <a:xfrm>
            <a:off x="152400" y="698500"/>
            <a:ext cx="3659188"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cs typeface="Arial" panose="020B0604020202020204" pitchFamily="34" charset="0"/>
              </a:rPr>
              <a:t>Three cells in each</a:t>
            </a:r>
          </a:p>
          <a:p>
            <a:pPr eaLnBrk="1" hangingPunct="1">
              <a:spcBef>
                <a:spcPct val="0"/>
              </a:spcBef>
              <a:buFontTx/>
              <a:buNone/>
            </a:pPr>
            <a:r>
              <a:rPr lang="en-US" altLang="en-US" sz="2400">
                <a:cs typeface="Arial" panose="020B0604020202020204" pitchFamily="34" charset="0"/>
              </a:rPr>
              <a:t>hemisphere on Earth</a:t>
            </a:r>
          </a:p>
          <a:p>
            <a:pPr eaLnBrk="1" hangingPunct="1">
              <a:spcBef>
                <a:spcPct val="0"/>
              </a:spcBef>
              <a:buFontTx/>
              <a:buNone/>
            </a:pPr>
            <a:endParaRPr lang="en-US" altLang="en-US" sz="2400">
              <a:cs typeface="Arial" panose="020B0604020202020204" pitchFamily="34" charset="0"/>
            </a:endParaRPr>
          </a:p>
          <a:p>
            <a:pPr eaLnBrk="1" hangingPunct="1">
              <a:spcBef>
                <a:spcPct val="0"/>
              </a:spcBef>
              <a:buFontTx/>
              <a:buNone/>
            </a:pPr>
            <a:endParaRPr lang="en-US" altLang="en-US" sz="2400">
              <a:cs typeface="Arial" panose="020B0604020202020204" pitchFamily="34" charset="0"/>
            </a:endParaRPr>
          </a:p>
          <a:p>
            <a:pPr eaLnBrk="1" hangingPunct="1">
              <a:spcBef>
                <a:spcPct val="0"/>
              </a:spcBef>
              <a:buFontTx/>
              <a:buNone/>
            </a:pPr>
            <a:r>
              <a:rPr lang="en-US" altLang="en-US" sz="2400">
                <a:cs typeface="Arial" panose="020B0604020202020204" pitchFamily="34" charset="0"/>
              </a:rPr>
              <a:t>The number of circulation</a:t>
            </a:r>
          </a:p>
          <a:p>
            <a:pPr eaLnBrk="1" hangingPunct="1">
              <a:spcBef>
                <a:spcPct val="0"/>
              </a:spcBef>
              <a:buFontTx/>
              <a:buNone/>
            </a:pPr>
            <a:r>
              <a:rPr lang="en-US" altLang="en-US" sz="2400">
                <a:cs typeface="Arial" panose="020B0604020202020204" pitchFamily="34" charset="0"/>
              </a:rPr>
              <a:t>cells per hemisphere is</a:t>
            </a:r>
          </a:p>
          <a:p>
            <a:pPr eaLnBrk="1" hangingPunct="1">
              <a:spcBef>
                <a:spcPct val="0"/>
              </a:spcBef>
              <a:buFontTx/>
              <a:buNone/>
            </a:pPr>
            <a:r>
              <a:rPr lang="en-US" altLang="en-US" sz="2400">
                <a:cs typeface="Arial" panose="020B0604020202020204" pitchFamily="34" charset="0"/>
              </a:rPr>
              <a:t>a function of </a:t>
            </a:r>
            <a:r>
              <a:rPr lang="en-US" altLang="en-US" sz="2400">
                <a:solidFill>
                  <a:srgbClr val="FF0000"/>
                </a:solidFill>
                <a:cs typeface="Arial" panose="020B0604020202020204" pitchFamily="34" charset="0"/>
              </a:rPr>
              <a:t>rotation rate</a:t>
            </a:r>
          </a:p>
          <a:p>
            <a:pPr eaLnBrk="1" hangingPunct="1">
              <a:spcBef>
                <a:spcPct val="0"/>
              </a:spcBef>
              <a:buFontTx/>
              <a:buNone/>
            </a:pPr>
            <a:r>
              <a:rPr lang="en-US" altLang="en-US" sz="2400">
                <a:cs typeface="Arial" panose="020B0604020202020204" pitchFamily="34" charset="0"/>
              </a:rPr>
              <a:t>of the planet and </a:t>
            </a:r>
            <a:r>
              <a:rPr lang="en-US" altLang="en-US" sz="2400">
                <a:solidFill>
                  <a:srgbClr val="FF0000"/>
                </a:solidFill>
                <a:cs typeface="Arial" panose="020B0604020202020204" pitchFamily="34" charset="0"/>
              </a:rPr>
              <a:t>its size</a:t>
            </a:r>
            <a:r>
              <a:rPr lang="en-US" altLang="en-US" sz="2400">
                <a:cs typeface="Arial" panose="020B0604020202020204" pitchFamily="34" charset="0"/>
              </a:rPr>
              <a:t>.</a:t>
            </a:r>
          </a:p>
        </p:txBody>
      </p:sp>
      <p:pic>
        <p:nvPicPr>
          <p:cNvPr id="69634" name="Picture 3">
            <a:extLst>
              <a:ext uri="{FF2B5EF4-FFF2-40B4-BE49-F238E27FC236}">
                <a16:creationId xmlns:a16="http://schemas.microsoft.com/office/drawing/2014/main" id="{6E5874BD-017B-CF4C-9AEF-7004E44E99D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19100"/>
            <a:ext cx="5410200"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Rectangle 4">
            <a:extLst>
              <a:ext uri="{FF2B5EF4-FFF2-40B4-BE49-F238E27FC236}">
                <a16:creationId xmlns:a16="http://schemas.microsoft.com/office/drawing/2014/main" id="{C577F86B-142E-0D44-AEC9-7DCAE2E83A57}"/>
              </a:ext>
            </a:extLst>
          </p:cNvPr>
          <p:cNvSpPr>
            <a:spLocks noChangeArrowheads="1"/>
          </p:cNvSpPr>
          <p:nvPr/>
        </p:nvSpPr>
        <p:spPr bwMode="auto">
          <a:xfrm>
            <a:off x="3733800" y="5200650"/>
            <a:ext cx="541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GB" altLang="en-US" sz="1000">
                <a:cs typeface="Arial" panose="020B0604020202020204" pitchFamily="34" charset="0"/>
              </a:rPr>
              <a:t>By DWindrim (Own work) [GFDL (www.gnu.org/copyleft/fdl.html) or CC-BY-SA-3.0 (http://creativecommons.org/licenses/by-sa/3.0/)], via Wikimedia Commons</a:t>
            </a:r>
          </a:p>
        </p:txBody>
      </p:sp>
      <p:sp>
        <p:nvSpPr>
          <p:cNvPr id="2" name="Right Arrow 1">
            <a:extLst>
              <a:ext uri="{FF2B5EF4-FFF2-40B4-BE49-F238E27FC236}">
                <a16:creationId xmlns:a16="http://schemas.microsoft.com/office/drawing/2014/main" id="{B5586972-FF63-1D44-9D80-5C01D03CBF7E}"/>
              </a:ext>
            </a:extLst>
          </p:cNvPr>
          <p:cNvSpPr/>
          <p:nvPr/>
        </p:nvSpPr>
        <p:spPr>
          <a:xfrm>
            <a:off x="5029200" y="876300"/>
            <a:ext cx="1905000" cy="533400"/>
          </a:xfrm>
          <a:prstGeom prst="rightArrow">
            <a:avLst/>
          </a:prstGeom>
          <a:solidFill>
            <a:srgbClr val="FFFF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000" dirty="0">
                <a:solidFill>
                  <a:schemeClr val="tx1"/>
                </a:solidFill>
              </a:rPr>
              <a:t>Polar Jet Stream</a:t>
            </a:r>
          </a:p>
        </p:txBody>
      </p:sp>
      <p:sp>
        <p:nvSpPr>
          <p:cNvPr id="8" name="Right Arrow 7">
            <a:extLst>
              <a:ext uri="{FF2B5EF4-FFF2-40B4-BE49-F238E27FC236}">
                <a16:creationId xmlns:a16="http://schemas.microsoft.com/office/drawing/2014/main" id="{EA293624-1118-4A4E-BA9D-C3F2536F2CDC}"/>
              </a:ext>
            </a:extLst>
          </p:cNvPr>
          <p:cNvSpPr/>
          <p:nvPr/>
        </p:nvSpPr>
        <p:spPr>
          <a:xfrm>
            <a:off x="5105400" y="4305300"/>
            <a:ext cx="1905000" cy="533400"/>
          </a:xfrm>
          <a:prstGeom prst="rightArrow">
            <a:avLst/>
          </a:prstGeom>
          <a:solidFill>
            <a:srgbClr val="FFFF0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r>
              <a:rPr lang="en-US" sz="1000" dirty="0">
                <a:solidFill>
                  <a:schemeClr val="tx1"/>
                </a:solidFill>
              </a:rPr>
              <a:t>Polar Jet Stream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1682" name="Picture 2">
            <a:extLst>
              <a:ext uri="{FF2B5EF4-FFF2-40B4-BE49-F238E27FC236}">
                <a16:creationId xmlns:a16="http://schemas.microsoft.com/office/drawing/2014/main" id="{09CEBB54-F637-9543-9ACD-4290582CE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3" y="0"/>
            <a:ext cx="9144001"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3" name="TextBox 6">
            <a:extLst>
              <a:ext uri="{FF2B5EF4-FFF2-40B4-BE49-F238E27FC236}">
                <a16:creationId xmlns:a16="http://schemas.microsoft.com/office/drawing/2014/main" id="{63D74D67-9C3C-A642-AD31-8D952C42D33D}"/>
              </a:ext>
            </a:extLst>
          </p:cNvPr>
          <p:cNvSpPr txBox="1">
            <a:spLocks noChangeArrowheads="1"/>
          </p:cNvSpPr>
          <p:nvPr/>
        </p:nvSpPr>
        <p:spPr bwMode="auto">
          <a:xfrm>
            <a:off x="4911725" y="5438775"/>
            <a:ext cx="4267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200">
                <a:latin typeface="Helvetica" pitchFamily="2" charset="0"/>
                <a:cs typeface="Arial" panose="020B0604020202020204" pitchFamily="34" charset="0"/>
              </a:rPr>
              <a:t>O’Brien (2019, </a:t>
            </a:r>
            <a:r>
              <a:rPr lang="en-US" altLang="en-US" sz="1200">
                <a:latin typeface="Helvetica" pitchFamily="2" charset="0"/>
              </a:rPr>
              <a:t>https://doi.org/10.1007/s41748-019-00128-7</a:t>
            </a:r>
            <a:r>
              <a:rPr lang="en-US" altLang="en-US" sz="1200">
                <a:latin typeface="Helvetica" pitchFamily="2" charset="0"/>
                <a:cs typeface="Arial" panose="020B0604020202020204" pitchFamily="34"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2706" name="Picture 8">
            <a:extLst>
              <a:ext uri="{FF2B5EF4-FFF2-40B4-BE49-F238E27FC236}">
                <a16:creationId xmlns:a16="http://schemas.microsoft.com/office/drawing/2014/main" id="{E8006766-3E9E-F04F-8410-83289B10BF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925" y="0"/>
            <a:ext cx="856615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TextBox 5">
            <a:extLst>
              <a:ext uri="{FF2B5EF4-FFF2-40B4-BE49-F238E27FC236}">
                <a16:creationId xmlns:a16="http://schemas.microsoft.com/office/drawing/2014/main" id="{873B9EAB-F7D0-D742-8DC4-C92386F4C0B6}"/>
              </a:ext>
            </a:extLst>
          </p:cNvPr>
          <p:cNvSpPr txBox="1">
            <a:spLocks noChangeArrowheads="1"/>
          </p:cNvSpPr>
          <p:nvPr/>
        </p:nvSpPr>
        <p:spPr bwMode="auto">
          <a:xfrm>
            <a:off x="228600" y="4829175"/>
            <a:ext cx="4114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solidFill>
                  <a:schemeClr val="bg1"/>
                </a:solidFill>
                <a:cs typeface="Arial" panose="020B0604020202020204" pitchFamily="34" charset="0"/>
              </a:rPr>
              <a:t>Jupiter: 11 times bigger, 10 h</a:t>
            </a:r>
          </a:p>
        </p:txBody>
      </p:sp>
      <p:sp>
        <p:nvSpPr>
          <p:cNvPr id="72708" name="TextBox 6">
            <a:extLst>
              <a:ext uri="{FF2B5EF4-FFF2-40B4-BE49-F238E27FC236}">
                <a16:creationId xmlns:a16="http://schemas.microsoft.com/office/drawing/2014/main" id="{9063F21E-B671-474C-B124-594C555A9949}"/>
              </a:ext>
            </a:extLst>
          </p:cNvPr>
          <p:cNvSpPr txBox="1">
            <a:spLocks noChangeArrowheads="1"/>
          </p:cNvSpPr>
          <p:nvPr/>
        </p:nvSpPr>
        <p:spPr bwMode="auto">
          <a:xfrm>
            <a:off x="5051425" y="4824413"/>
            <a:ext cx="3949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solidFill>
                  <a:schemeClr val="bg1"/>
                </a:solidFill>
                <a:cs typeface="Arial" panose="020B0604020202020204" pitchFamily="34" charset="0"/>
              </a:rPr>
              <a:t>Saturn: 9 times bigger, 10 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29" name="Picture 3">
            <a:extLst>
              <a:ext uri="{FF2B5EF4-FFF2-40B4-BE49-F238E27FC236}">
                <a16:creationId xmlns:a16="http://schemas.microsoft.com/office/drawing/2014/main" id="{9EEFA5A3-2C7B-4C48-99B9-FD6C0A97BFA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87338"/>
            <a:ext cx="7034213" cy="619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7" name="Picture 28">
            <a:extLst>
              <a:ext uri="{FF2B5EF4-FFF2-40B4-BE49-F238E27FC236}">
                <a16:creationId xmlns:a16="http://schemas.microsoft.com/office/drawing/2014/main" id="{BB27C39C-8928-D640-B2BF-CE3DA89CE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54000"/>
            <a:ext cx="5346700" cy="534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78" name="Rectangle 6">
            <a:extLst>
              <a:ext uri="{FF2B5EF4-FFF2-40B4-BE49-F238E27FC236}">
                <a16:creationId xmlns:a16="http://schemas.microsoft.com/office/drawing/2014/main" id="{EDBAED16-CDE8-7A4C-9580-08A9ABFAE899}"/>
              </a:ext>
            </a:extLst>
          </p:cNvPr>
          <p:cNvSpPr>
            <a:spLocks noChangeArrowheads="1"/>
          </p:cNvSpPr>
          <p:nvPr/>
        </p:nvSpPr>
        <p:spPr bwMode="auto">
          <a:xfrm>
            <a:off x="7681913" y="4616450"/>
            <a:ext cx="13652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rgbClr val="FF080E"/>
                </a:solidFill>
                <a:cs typeface="Arial" panose="020B0604020202020204" pitchFamily="34" charset="0"/>
              </a:rPr>
              <a:t>midlatitude </a:t>
            </a:r>
          </a:p>
          <a:p>
            <a:pPr eaLnBrk="1" hangingPunct="1">
              <a:spcBef>
                <a:spcPct val="0"/>
              </a:spcBef>
              <a:buFontTx/>
              <a:buNone/>
            </a:pPr>
            <a:r>
              <a:rPr lang="en-US" altLang="en-US" sz="1800" dirty="0">
                <a:solidFill>
                  <a:srgbClr val="FF080E"/>
                </a:solidFill>
                <a:cs typeface="Arial" panose="020B0604020202020204" pitchFamily="34" charset="0"/>
              </a:rPr>
              <a:t>cyclone</a:t>
            </a:r>
          </a:p>
        </p:txBody>
      </p:sp>
      <p:sp>
        <p:nvSpPr>
          <p:cNvPr id="75780" name="Rectangle 8">
            <a:extLst>
              <a:ext uri="{FF2B5EF4-FFF2-40B4-BE49-F238E27FC236}">
                <a16:creationId xmlns:a16="http://schemas.microsoft.com/office/drawing/2014/main" id="{EF158D21-7172-774F-AD95-B791552F77E7}"/>
              </a:ext>
            </a:extLst>
          </p:cNvPr>
          <p:cNvSpPr>
            <a:spLocks noChangeArrowheads="1"/>
          </p:cNvSpPr>
          <p:nvPr/>
        </p:nvSpPr>
        <p:spPr bwMode="auto">
          <a:xfrm>
            <a:off x="136525" y="2352675"/>
            <a:ext cx="15573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80E"/>
                </a:solidFill>
                <a:cs typeface="Arial" panose="020B0604020202020204" pitchFamily="34" charset="0"/>
              </a:rPr>
              <a:t>Intertropical</a:t>
            </a:r>
          </a:p>
          <a:p>
            <a:pPr eaLnBrk="1" hangingPunct="1">
              <a:spcBef>
                <a:spcPct val="0"/>
              </a:spcBef>
              <a:buFontTx/>
              <a:buNone/>
            </a:pPr>
            <a:r>
              <a:rPr lang="en-US" altLang="en-US" sz="1800">
                <a:solidFill>
                  <a:srgbClr val="FF080E"/>
                </a:solidFill>
                <a:cs typeface="Arial" panose="020B0604020202020204" pitchFamily="34" charset="0"/>
              </a:rPr>
              <a:t>Convergence</a:t>
            </a:r>
          </a:p>
          <a:p>
            <a:pPr eaLnBrk="1" hangingPunct="1">
              <a:spcBef>
                <a:spcPct val="0"/>
              </a:spcBef>
              <a:buFontTx/>
              <a:buNone/>
            </a:pPr>
            <a:r>
              <a:rPr lang="en-US" altLang="en-US" sz="1800">
                <a:solidFill>
                  <a:srgbClr val="FF080E"/>
                </a:solidFill>
                <a:cs typeface="Arial" panose="020B0604020202020204" pitchFamily="34" charset="0"/>
              </a:rPr>
              <a:t>Zone (ITCZ) </a:t>
            </a:r>
          </a:p>
        </p:txBody>
      </p:sp>
      <p:cxnSp>
        <p:nvCxnSpPr>
          <p:cNvPr id="3" name="Straight Arrow Connector 2">
            <a:extLst>
              <a:ext uri="{FF2B5EF4-FFF2-40B4-BE49-F238E27FC236}">
                <a16:creationId xmlns:a16="http://schemas.microsoft.com/office/drawing/2014/main" id="{FAA96073-477A-1E40-B02D-608F3619367E}"/>
              </a:ext>
            </a:extLst>
          </p:cNvPr>
          <p:cNvCxnSpPr>
            <a:cxnSpLocks noChangeShapeType="1"/>
          </p:cNvCxnSpPr>
          <p:nvPr/>
        </p:nvCxnSpPr>
        <p:spPr bwMode="auto">
          <a:xfrm flipV="1">
            <a:off x="2184400" y="669925"/>
            <a:ext cx="1298575" cy="123825"/>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 name="Straight Arrow Connector 10">
            <a:extLst>
              <a:ext uri="{FF2B5EF4-FFF2-40B4-BE49-F238E27FC236}">
                <a16:creationId xmlns:a16="http://schemas.microsoft.com/office/drawing/2014/main" id="{C9D1A5C1-934C-D343-9DE2-8C0C83570AE9}"/>
              </a:ext>
            </a:extLst>
          </p:cNvPr>
          <p:cNvCxnSpPr>
            <a:cxnSpLocks noChangeShapeType="1"/>
            <a:stCxn id="75780" idx="3"/>
          </p:cNvCxnSpPr>
          <p:nvPr/>
        </p:nvCxnSpPr>
        <p:spPr bwMode="auto">
          <a:xfrm flipV="1">
            <a:off x="1693863" y="2781300"/>
            <a:ext cx="1146175" cy="33338"/>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5" name="Straight Arrow Connector 14">
            <a:extLst>
              <a:ext uri="{FF2B5EF4-FFF2-40B4-BE49-F238E27FC236}">
                <a16:creationId xmlns:a16="http://schemas.microsoft.com/office/drawing/2014/main" id="{CD31C951-95BA-F042-AFBE-F40C358EBA89}"/>
              </a:ext>
            </a:extLst>
          </p:cNvPr>
          <p:cNvCxnSpPr>
            <a:cxnSpLocks noChangeShapeType="1"/>
          </p:cNvCxnSpPr>
          <p:nvPr/>
        </p:nvCxnSpPr>
        <p:spPr bwMode="auto">
          <a:xfrm flipH="1" flipV="1">
            <a:off x="6346825" y="2308225"/>
            <a:ext cx="1227138" cy="736600"/>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75784" name="Rectangle 6">
            <a:extLst>
              <a:ext uri="{FF2B5EF4-FFF2-40B4-BE49-F238E27FC236}">
                <a16:creationId xmlns:a16="http://schemas.microsoft.com/office/drawing/2014/main" id="{33A15C5E-95F7-BB49-BF82-B920565696A5}"/>
              </a:ext>
            </a:extLst>
          </p:cNvPr>
          <p:cNvSpPr>
            <a:spLocks noChangeArrowheads="1"/>
          </p:cNvSpPr>
          <p:nvPr/>
        </p:nvSpPr>
        <p:spPr bwMode="auto">
          <a:xfrm>
            <a:off x="41275" y="590550"/>
            <a:ext cx="21478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80E"/>
                </a:solidFill>
                <a:cs typeface="Arial" panose="020B0604020202020204" pitchFamily="34" charset="0"/>
              </a:rPr>
              <a:t>midlatitude cyclone</a:t>
            </a:r>
          </a:p>
        </p:txBody>
      </p:sp>
      <p:sp>
        <p:nvSpPr>
          <p:cNvPr id="75785" name="TextBox 12">
            <a:extLst>
              <a:ext uri="{FF2B5EF4-FFF2-40B4-BE49-F238E27FC236}">
                <a16:creationId xmlns:a16="http://schemas.microsoft.com/office/drawing/2014/main" id="{31B585DF-95A7-EA4C-929D-FD62904FFDDB}"/>
              </a:ext>
            </a:extLst>
          </p:cNvPr>
          <p:cNvSpPr txBox="1">
            <a:spLocks noChangeArrowheads="1"/>
          </p:cNvSpPr>
          <p:nvPr/>
        </p:nvSpPr>
        <p:spPr bwMode="auto">
          <a:xfrm>
            <a:off x="76200" y="5376863"/>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cs typeface="Arial" panose="020B0604020202020204" pitchFamily="34" charset="0"/>
              </a:rPr>
              <a:t>NOAA</a:t>
            </a:r>
          </a:p>
        </p:txBody>
      </p:sp>
      <p:sp>
        <p:nvSpPr>
          <p:cNvPr id="75786" name="Rectangle 8">
            <a:extLst>
              <a:ext uri="{FF2B5EF4-FFF2-40B4-BE49-F238E27FC236}">
                <a16:creationId xmlns:a16="http://schemas.microsoft.com/office/drawing/2014/main" id="{0D43F774-F3A4-C843-9245-8C9C6EB853BE}"/>
              </a:ext>
            </a:extLst>
          </p:cNvPr>
          <p:cNvSpPr>
            <a:spLocks noChangeArrowheads="1"/>
          </p:cNvSpPr>
          <p:nvPr/>
        </p:nvSpPr>
        <p:spPr bwMode="auto">
          <a:xfrm>
            <a:off x="7270750" y="1184275"/>
            <a:ext cx="15827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80E"/>
                </a:solidFill>
                <a:cs typeface="Arial" panose="020B0604020202020204" pitchFamily="34" charset="0"/>
              </a:rPr>
              <a:t>subtropical </a:t>
            </a:r>
          </a:p>
          <a:p>
            <a:pPr eaLnBrk="1" hangingPunct="1">
              <a:spcBef>
                <a:spcPct val="0"/>
              </a:spcBef>
              <a:buFontTx/>
              <a:buNone/>
            </a:pPr>
            <a:r>
              <a:rPr lang="en-US" altLang="en-US" sz="1800">
                <a:solidFill>
                  <a:srgbClr val="FF080E"/>
                </a:solidFill>
                <a:cs typeface="Arial" panose="020B0604020202020204" pitchFamily="34" charset="0"/>
              </a:rPr>
              <a:t>high pressure</a:t>
            </a:r>
          </a:p>
        </p:txBody>
      </p:sp>
      <p:sp>
        <p:nvSpPr>
          <p:cNvPr id="75788" name="Rectangle 8">
            <a:extLst>
              <a:ext uri="{FF2B5EF4-FFF2-40B4-BE49-F238E27FC236}">
                <a16:creationId xmlns:a16="http://schemas.microsoft.com/office/drawing/2014/main" id="{7184A9E6-E6C5-DE45-933E-6E893A45062B}"/>
              </a:ext>
            </a:extLst>
          </p:cNvPr>
          <p:cNvSpPr>
            <a:spLocks noChangeArrowheads="1"/>
          </p:cNvSpPr>
          <p:nvPr/>
        </p:nvSpPr>
        <p:spPr bwMode="auto">
          <a:xfrm>
            <a:off x="28575" y="3503613"/>
            <a:ext cx="20304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80E"/>
                </a:solidFill>
                <a:cs typeface="Arial" panose="020B0604020202020204" pitchFamily="34" charset="0"/>
              </a:rPr>
              <a:t>convective storms</a:t>
            </a:r>
          </a:p>
          <a:p>
            <a:pPr eaLnBrk="1" hangingPunct="1">
              <a:spcBef>
                <a:spcPct val="0"/>
              </a:spcBef>
              <a:buFontTx/>
              <a:buNone/>
            </a:pPr>
            <a:r>
              <a:rPr lang="en-US" altLang="en-US" sz="1800">
                <a:solidFill>
                  <a:srgbClr val="FF080E"/>
                </a:solidFill>
                <a:cs typeface="Arial" panose="020B0604020202020204" pitchFamily="34" charset="0"/>
              </a:rPr>
              <a:t>over Amazon</a:t>
            </a:r>
          </a:p>
        </p:txBody>
      </p:sp>
      <p:cxnSp>
        <p:nvCxnSpPr>
          <p:cNvPr id="18" name="Straight Arrow Connector 17">
            <a:extLst>
              <a:ext uri="{FF2B5EF4-FFF2-40B4-BE49-F238E27FC236}">
                <a16:creationId xmlns:a16="http://schemas.microsoft.com/office/drawing/2014/main" id="{F9D7E0A5-D4DE-D940-9AC1-A2E0750CCACD}"/>
              </a:ext>
            </a:extLst>
          </p:cNvPr>
          <p:cNvCxnSpPr>
            <a:cxnSpLocks noChangeShapeType="1"/>
          </p:cNvCxnSpPr>
          <p:nvPr/>
        </p:nvCxnSpPr>
        <p:spPr bwMode="auto">
          <a:xfrm flipV="1">
            <a:off x="2184400" y="3276600"/>
            <a:ext cx="1168400" cy="1292225"/>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28" name="Straight Arrow Connector 27">
            <a:extLst>
              <a:ext uri="{FF2B5EF4-FFF2-40B4-BE49-F238E27FC236}">
                <a16:creationId xmlns:a16="http://schemas.microsoft.com/office/drawing/2014/main" id="{29828F9E-7B5D-6B45-A836-8B48B0A33357}"/>
              </a:ext>
            </a:extLst>
          </p:cNvPr>
          <p:cNvCxnSpPr>
            <a:cxnSpLocks noChangeShapeType="1"/>
          </p:cNvCxnSpPr>
          <p:nvPr/>
        </p:nvCxnSpPr>
        <p:spPr bwMode="auto">
          <a:xfrm flipH="1">
            <a:off x="4457700" y="1506538"/>
            <a:ext cx="2863850" cy="292100"/>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30" name="Straight Arrow Connector 29">
            <a:extLst>
              <a:ext uri="{FF2B5EF4-FFF2-40B4-BE49-F238E27FC236}">
                <a16:creationId xmlns:a16="http://schemas.microsoft.com/office/drawing/2014/main" id="{C4DB6793-0332-F543-8F02-C3A65F0190BB}"/>
              </a:ext>
            </a:extLst>
          </p:cNvPr>
          <p:cNvCxnSpPr>
            <a:cxnSpLocks noChangeShapeType="1"/>
          </p:cNvCxnSpPr>
          <p:nvPr/>
        </p:nvCxnSpPr>
        <p:spPr bwMode="auto">
          <a:xfrm flipH="1" flipV="1">
            <a:off x="6172200" y="4206875"/>
            <a:ext cx="1565275" cy="676275"/>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75792" name="Rectangle 6">
            <a:extLst>
              <a:ext uri="{FF2B5EF4-FFF2-40B4-BE49-F238E27FC236}">
                <a16:creationId xmlns:a16="http://schemas.microsoft.com/office/drawing/2014/main" id="{BE610CC3-1F95-3549-8AAD-5F200FDB0218}"/>
              </a:ext>
            </a:extLst>
          </p:cNvPr>
          <p:cNvSpPr>
            <a:spLocks noChangeArrowheads="1"/>
          </p:cNvSpPr>
          <p:nvPr/>
        </p:nvSpPr>
        <p:spPr bwMode="auto">
          <a:xfrm>
            <a:off x="7667625" y="2705100"/>
            <a:ext cx="12239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80E"/>
                </a:solidFill>
                <a:cs typeface="Arial" panose="020B0604020202020204" pitchFamily="34" charset="0"/>
              </a:rPr>
              <a:t>day–night</a:t>
            </a:r>
          </a:p>
          <a:p>
            <a:pPr eaLnBrk="1" hangingPunct="1">
              <a:spcBef>
                <a:spcPct val="0"/>
              </a:spcBef>
              <a:buFontTx/>
              <a:buNone/>
            </a:pPr>
            <a:r>
              <a:rPr lang="en-US" altLang="en-US" sz="1800">
                <a:solidFill>
                  <a:srgbClr val="FF080E"/>
                </a:solidFill>
                <a:cs typeface="Arial" panose="020B0604020202020204" pitchFamily="34" charset="0"/>
              </a:rPr>
              <a:t>terminator</a:t>
            </a:r>
          </a:p>
        </p:txBody>
      </p:sp>
      <p:sp>
        <p:nvSpPr>
          <p:cNvPr id="75793" name="Rectangle 8">
            <a:extLst>
              <a:ext uri="{FF2B5EF4-FFF2-40B4-BE49-F238E27FC236}">
                <a16:creationId xmlns:a16="http://schemas.microsoft.com/office/drawing/2014/main" id="{206AD90C-FA76-164A-965D-0517D6FF9AC1}"/>
              </a:ext>
            </a:extLst>
          </p:cNvPr>
          <p:cNvSpPr>
            <a:spLocks noChangeArrowheads="1"/>
          </p:cNvSpPr>
          <p:nvPr/>
        </p:nvSpPr>
        <p:spPr bwMode="auto">
          <a:xfrm>
            <a:off x="200025" y="4371975"/>
            <a:ext cx="177067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rgbClr val="FF080E"/>
                </a:solidFill>
                <a:cs typeface="Arial" panose="020B0604020202020204" pitchFamily="34" charset="0"/>
              </a:rPr>
              <a:t>sun reflecting </a:t>
            </a:r>
          </a:p>
          <a:p>
            <a:pPr eaLnBrk="1" hangingPunct="1">
              <a:spcBef>
                <a:spcPct val="0"/>
              </a:spcBef>
              <a:buFontTx/>
              <a:buNone/>
            </a:pPr>
            <a:r>
              <a:rPr lang="en-US" altLang="en-US" sz="1800" dirty="0">
                <a:solidFill>
                  <a:srgbClr val="FF080E"/>
                </a:solidFill>
                <a:cs typeface="Arial" panose="020B0604020202020204" pitchFamily="34" charset="0"/>
              </a:rPr>
              <a:t>off ocean (glint)</a:t>
            </a:r>
          </a:p>
        </p:txBody>
      </p:sp>
      <p:cxnSp>
        <p:nvCxnSpPr>
          <p:cNvPr id="34" name="Straight Arrow Connector 33">
            <a:extLst>
              <a:ext uri="{FF2B5EF4-FFF2-40B4-BE49-F238E27FC236}">
                <a16:creationId xmlns:a16="http://schemas.microsoft.com/office/drawing/2014/main" id="{2AE35E1C-FBC4-9645-8E59-84CFC4FE0F19}"/>
              </a:ext>
            </a:extLst>
          </p:cNvPr>
          <p:cNvCxnSpPr>
            <a:cxnSpLocks noChangeShapeType="1"/>
          </p:cNvCxnSpPr>
          <p:nvPr/>
        </p:nvCxnSpPr>
        <p:spPr bwMode="auto">
          <a:xfrm flipV="1">
            <a:off x="1693863" y="3111500"/>
            <a:ext cx="365125" cy="411163"/>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75795" name="Rectangle 8">
            <a:extLst>
              <a:ext uri="{FF2B5EF4-FFF2-40B4-BE49-F238E27FC236}">
                <a16:creationId xmlns:a16="http://schemas.microsoft.com/office/drawing/2014/main" id="{60ABE804-8EC6-FC49-A50B-D6E294B3B396}"/>
              </a:ext>
            </a:extLst>
          </p:cNvPr>
          <p:cNvSpPr>
            <a:spLocks noChangeArrowheads="1"/>
          </p:cNvSpPr>
          <p:nvPr/>
        </p:nvSpPr>
        <p:spPr bwMode="auto">
          <a:xfrm>
            <a:off x="7305675" y="3522663"/>
            <a:ext cx="168592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80E"/>
                </a:solidFill>
                <a:cs typeface="Arial" panose="020B0604020202020204" pitchFamily="34" charset="0"/>
              </a:rPr>
              <a:t>shallow clouds</a:t>
            </a:r>
          </a:p>
          <a:p>
            <a:pPr eaLnBrk="1" hangingPunct="1">
              <a:spcBef>
                <a:spcPct val="0"/>
              </a:spcBef>
              <a:buFontTx/>
              <a:buNone/>
            </a:pPr>
            <a:r>
              <a:rPr lang="en-US" altLang="en-US" sz="1800">
                <a:solidFill>
                  <a:srgbClr val="FF080E"/>
                </a:solidFill>
                <a:cs typeface="Arial" panose="020B0604020202020204" pitchFamily="34" charset="0"/>
              </a:rPr>
              <a:t>in subtropical </a:t>
            </a:r>
          </a:p>
          <a:p>
            <a:pPr eaLnBrk="1" hangingPunct="1">
              <a:spcBef>
                <a:spcPct val="0"/>
              </a:spcBef>
              <a:buFontTx/>
              <a:buNone/>
            </a:pPr>
            <a:r>
              <a:rPr lang="en-US" altLang="en-US" sz="1800">
                <a:solidFill>
                  <a:srgbClr val="FF080E"/>
                </a:solidFill>
                <a:cs typeface="Arial" panose="020B0604020202020204" pitchFamily="34" charset="0"/>
              </a:rPr>
              <a:t>high pressure</a:t>
            </a:r>
          </a:p>
        </p:txBody>
      </p:sp>
      <p:cxnSp>
        <p:nvCxnSpPr>
          <p:cNvPr id="37" name="Straight Arrow Connector 36">
            <a:extLst>
              <a:ext uri="{FF2B5EF4-FFF2-40B4-BE49-F238E27FC236}">
                <a16:creationId xmlns:a16="http://schemas.microsoft.com/office/drawing/2014/main" id="{523C6EB5-7397-D14D-AF4F-E6CBB9EBE648}"/>
              </a:ext>
            </a:extLst>
          </p:cNvPr>
          <p:cNvCxnSpPr>
            <a:cxnSpLocks noChangeShapeType="1"/>
          </p:cNvCxnSpPr>
          <p:nvPr/>
        </p:nvCxnSpPr>
        <p:spPr bwMode="auto">
          <a:xfrm flipH="1" flipV="1">
            <a:off x="4876800" y="3724275"/>
            <a:ext cx="2444750" cy="30163"/>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75797" name="Rectangle 8">
            <a:extLst>
              <a:ext uri="{FF2B5EF4-FFF2-40B4-BE49-F238E27FC236}">
                <a16:creationId xmlns:a16="http://schemas.microsoft.com/office/drawing/2014/main" id="{D6F8FE97-2838-5C4B-AD8D-2D50C9773224}"/>
              </a:ext>
            </a:extLst>
          </p:cNvPr>
          <p:cNvSpPr>
            <a:spLocks noChangeArrowheads="1"/>
          </p:cNvSpPr>
          <p:nvPr/>
        </p:nvSpPr>
        <p:spPr bwMode="auto">
          <a:xfrm>
            <a:off x="123825" y="1428750"/>
            <a:ext cx="18907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80E"/>
                </a:solidFill>
                <a:cs typeface="Arial" panose="020B0604020202020204" pitchFamily="34" charset="0"/>
              </a:rPr>
              <a:t>windblown sand </a:t>
            </a:r>
          </a:p>
          <a:p>
            <a:pPr eaLnBrk="1" hangingPunct="1">
              <a:spcBef>
                <a:spcPct val="0"/>
              </a:spcBef>
              <a:buFontTx/>
              <a:buNone/>
            </a:pPr>
            <a:r>
              <a:rPr lang="en-US" altLang="en-US" sz="1800">
                <a:solidFill>
                  <a:srgbClr val="FF080E"/>
                </a:solidFill>
                <a:cs typeface="Arial" panose="020B0604020202020204" pitchFamily="34" charset="0"/>
              </a:rPr>
              <a:t>from Sahara</a:t>
            </a:r>
          </a:p>
        </p:txBody>
      </p:sp>
      <p:cxnSp>
        <p:nvCxnSpPr>
          <p:cNvPr id="60" name="Straight Arrow Connector 59">
            <a:extLst>
              <a:ext uri="{FF2B5EF4-FFF2-40B4-BE49-F238E27FC236}">
                <a16:creationId xmlns:a16="http://schemas.microsoft.com/office/drawing/2014/main" id="{6FB28F39-C8CB-614B-9E2B-506F77D6B7EB}"/>
              </a:ext>
            </a:extLst>
          </p:cNvPr>
          <p:cNvCxnSpPr>
            <a:cxnSpLocks noChangeShapeType="1"/>
          </p:cNvCxnSpPr>
          <p:nvPr/>
        </p:nvCxnSpPr>
        <p:spPr bwMode="auto">
          <a:xfrm>
            <a:off x="1757363" y="2065338"/>
            <a:ext cx="1443037" cy="149225"/>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75799" name="TextBox 1">
            <a:extLst>
              <a:ext uri="{FF2B5EF4-FFF2-40B4-BE49-F238E27FC236}">
                <a16:creationId xmlns:a16="http://schemas.microsoft.com/office/drawing/2014/main" id="{201FC2C6-BBD7-4140-A8F0-2B6EA1AA0945}"/>
              </a:ext>
            </a:extLst>
          </p:cNvPr>
          <p:cNvSpPr txBox="1">
            <a:spLocks noChangeArrowheads="1"/>
          </p:cNvSpPr>
          <p:nvPr/>
        </p:nvSpPr>
        <p:spPr bwMode="auto">
          <a:xfrm>
            <a:off x="6689725" y="5478463"/>
            <a:ext cx="2463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200" dirty="0">
                <a:cs typeface="Arial" panose="020B0604020202020204" pitchFamily="34" charset="0"/>
              </a:rPr>
              <a:t> https://</a:t>
            </a:r>
            <a:r>
              <a:rPr lang="en-US" altLang="en-US" sz="1200" dirty="0" err="1">
                <a:cs typeface="Arial" panose="020B0604020202020204" pitchFamily="34" charset="0"/>
              </a:rPr>
              <a:t>www.ncdc.noaa.gov</a:t>
            </a:r>
            <a:r>
              <a:rPr lang="en-US" altLang="en-US" sz="1200" dirty="0">
                <a:cs typeface="Arial" panose="020B0604020202020204" pitchFamily="34" charset="0"/>
              </a:rPr>
              <a:t>/</a:t>
            </a:r>
            <a:r>
              <a:rPr lang="en-US" altLang="en-US" sz="1200" dirty="0" err="1">
                <a:cs typeface="Arial" panose="020B0604020202020204" pitchFamily="34" charset="0"/>
              </a:rPr>
              <a:t>gibbs</a:t>
            </a:r>
            <a:endParaRPr lang="en-US" altLang="en-US" sz="1200" dirty="0">
              <a:cs typeface="Arial" panose="020B0604020202020204" pitchFamily="34" charset="0"/>
            </a:endParaRPr>
          </a:p>
        </p:txBody>
      </p:sp>
      <p:sp>
        <p:nvSpPr>
          <p:cNvPr id="25" name="Rectangle 6">
            <a:extLst>
              <a:ext uri="{FF2B5EF4-FFF2-40B4-BE49-F238E27FC236}">
                <a16:creationId xmlns:a16="http://schemas.microsoft.com/office/drawing/2014/main" id="{5182AC86-1E2D-1F44-9420-AA964A3D2F54}"/>
              </a:ext>
            </a:extLst>
          </p:cNvPr>
          <p:cNvSpPr>
            <a:spLocks noChangeArrowheads="1"/>
          </p:cNvSpPr>
          <p:nvPr/>
        </p:nvSpPr>
        <p:spPr bwMode="auto">
          <a:xfrm>
            <a:off x="4768886" y="-20142"/>
            <a:ext cx="437190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000" i="1" dirty="0">
                <a:solidFill>
                  <a:srgbClr val="00B050"/>
                </a:solidFill>
                <a:cs typeface="Arial" panose="020B0604020202020204" pitchFamily="34" charset="0"/>
              </a:rPr>
              <a:t>Meteosat-11</a:t>
            </a:r>
            <a:r>
              <a:rPr lang="en-US" altLang="en-US" sz="1800" dirty="0">
                <a:solidFill>
                  <a:srgbClr val="00B050"/>
                </a:solidFill>
                <a:cs typeface="Arial" panose="020B0604020202020204" pitchFamily="34" charset="0"/>
              </a:rPr>
              <a:t> is a geostationary satellite.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65104E4-AAB5-3442-AA2E-474BE476F28C}"/>
              </a:ext>
            </a:extLst>
          </p:cNvPr>
          <p:cNvPicPr>
            <a:picLocks noChangeAspect="1"/>
          </p:cNvPicPr>
          <p:nvPr/>
        </p:nvPicPr>
        <p:blipFill>
          <a:blip r:embed="rId3"/>
          <a:stretch>
            <a:fillRect/>
          </a:stretch>
        </p:blipFill>
        <p:spPr>
          <a:xfrm>
            <a:off x="1714500" y="0"/>
            <a:ext cx="5715000" cy="5715000"/>
          </a:xfrm>
          <a:prstGeom prst="rect">
            <a:avLst/>
          </a:prstGeom>
        </p:spPr>
      </p:pic>
      <p:sp>
        <p:nvSpPr>
          <p:cNvPr id="77827" name="Rectangle 7">
            <a:extLst>
              <a:ext uri="{FF2B5EF4-FFF2-40B4-BE49-F238E27FC236}">
                <a16:creationId xmlns:a16="http://schemas.microsoft.com/office/drawing/2014/main" id="{5CB9BB24-4AA1-AF4E-8231-88ADCC9D6B2C}"/>
              </a:ext>
            </a:extLst>
          </p:cNvPr>
          <p:cNvSpPr>
            <a:spLocks noChangeArrowheads="1"/>
          </p:cNvSpPr>
          <p:nvPr/>
        </p:nvSpPr>
        <p:spPr bwMode="auto">
          <a:xfrm>
            <a:off x="6840538" y="300038"/>
            <a:ext cx="1466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80E"/>
                </a:solidFill>
                <a:cs typeface="Arial" panose="020B0604020202020204" pitchFamily="34" charset="0"/>
              </a:rPr>
              <a:t>snow in Alps</a:t>
            </a:r>
          </a:p>
        </p:txBody>
      </p:sp>
      <p:sp>
        <p:nvSpPr>
          <p:cNvPr id="77828" name="Rectangle 8">
            <a:extLst>
              <a:ext uri="{FF2B5EF4-FFF2-40B4-BE49-F238E27FC236}">
                <a16:creationId xmlns:a16="http://schemas.microsoft.com/office/drawing/2014/main" id="{8AEB517B-0C9C-3F40-9CD6-94A98952CC78}"/>
              </a:ext>
            </a:extLst>
          </p:cNvPr>
          <p:cNvSpPr>
            <a:spLocks noChangeArrowheads="1"/>
          </p:cNvSpPr>
          <p:nvPr/>
        </p:nvSpPr>
        <p:spPr bwMode="auto">
          <a:xfrm>
            <a:off x="136525" y="2352675"/>
            <a:ext cx="15573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80E"/>
                </a:solidFill>
                <a:cs typeface="Arial" panose="020B0604020202020204" pitchFamily="34" charset="0"/>
              </a:rPr>
              <a:t>Intertropical</a:t>
            </a:r>
          </a:p>
          <a:p>
            <a:pPr eaLnBrk="1" hangingPunct="1">
              <a:spcBef>
                <a:spcPct val="0"/>
              </a:spcBef>
              <a:buFontTx/>
              <a:buNone/>
            </a:pPr>
            <a:r>
              <a:rPr lang="en-US" altLang="en-US" sz="1800">
                <a:solidFill>
                  <a:srgbClr val="FF080E"/>
                </a:solidFill>
                <a:cs typeface="Arial" panose="020B0604020202020204" pitchFamily="34" charset="0"/>
              </a:rPr>
              <a:t>Convergence</a:t>
            </a:r>
          </a:p>
          <a:p>
            <a:pPr eaLnBrk="1" hangingPunct="1">
              <a:spcBef>
                <a:spcPct val="0"/>
              </a:spcBef>
              <a:buFontTx/>
              <a:buNone/>
            </a:pPr>
            <a:r>
              <a:rPr lang="en-US" altLang="en-US" sz="1800">
                <a:solidFill>
                  <a:srgbClr val="FF080E"/>
                </a:solidFill>
                <a:cs typeface="Arial" panose="020B0604020202020204" pitchFamily="34" charset="0"/>
              </a:rPr>
              <a:t>Zone (ITCZ) </a:t>
            </a:r>
          </a:p>
        </p:txBody>
      </p:sp>
      <p:cxnSp>
        <p:nvCxnSpPr>
          <p:cNvPr id="11" name="Straight Arrow Connector 10">
            <a:extLst>
              <a:ext uri="{FF2B5EF4-FFF2-40B4-BE49-F238E27FC236}">
                <a16:creationId xmlns:a16="http://schemas.microsoft.com/office/drawing/2014/main" id="{C9D1A5C1-934C-D343-9DE2-8C0C83570AE9}"/>
              </a:ext>
            </a:extLst>
          </p:cNvPr>
          <p:cNvCxnSpPr>
            <a:cxnSpLocks noChangeShapeType="1"/>
          </p:cNvCxnSpPr>
          <p:nvPr/>
        </p:nvCxnSpPr>
        <p:spPr bwMode="auto">
          <a:xfrm flipV="1">
            <a:off x="1633538" y="2625725"/>
            <a:ext cx="1146175" cy="33338"/>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77833" name="TextBox 12">
            <a:extLst>
              <a:ext uri="{FF2B5EF4-FFF2-40B4-BE49-F238E27FC236}">
                <a16:creationId xmlns:a16="http://schemas.microsoft.com/office/drawing/2014/main" id="{2645BE29-0D05-7D46-ACB9-AD302CB152B5}"/>
              </a:ext>
            </a:extLst>
          </p:cNvPr>
          <p:cNvSpPr txBox="1">
            <a:spLocks noChangeArrowheads="1"/>
          </p:cNvSpPr>
          <p:nvPr/>
        </p:nvSpPr>
        <p:spPr bwMode="auto">
          <a:xfrm>
            <a:off x="76200" y="5376863"/>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cs typeface="Arial" panose="020B0604020202020204" pitchFamily="34" charset="0"/>
              </a:rPr>
              <a:t>NOAA</a:t>
            </a:r>
          </a:p>
        </p:txBody>
      </p:sp>
      <p:sp>
        <p:nvSpPr>
          <p:cNvPr id="77834" name="Rectangle 8">
            <a:extLst>
              <a:ext uri="{FF2B5EF4-FFF2-40B4-BE49-F238E27FC236}">
                <a16:creationId xmlns:a16="http://schemas.microsoft.com/office/drawing/2014/main" id="{FF469F34-50BC-3D4F-BC4D-665BBC4B3453}"/>
              </a:ext>
            </a:extLst>
          </p:cNvPr>
          <p:cNvSpPr>
            <a:spLocks noChangeArrowheads="1"/>
          </p:cNvSpPr>
          <p:nvPr/>
        </p:nvSpPr>
        <p:spPr bwMode="auto">
          <a:xfrm>
            <a:off x="7270750" y="1184275"/>
            <a:ext cx="15827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80E"/>
                </a:solidFill>
                <a:cs typeface="Arial" panose="020B0604020202020204" pitchFamily="34" charset="0"/>
              </a:rPr>
              <a:t>subtropical </a:t>
            </a:r>
          </a:p>
          <a:p>
            <a:pPr eaLnBrk="1" hangingPunct="1">
              <a:spcBef>
                <a:spcPct val="0"/>
              </a:spcBef>
              <a:buFontTx/>
              <a:buNone/>
            </a:pPr>
            <a:r>
              <a:rPr lang="en-US" altLang="en-US" sz="1800">
                <a:solidFill>
                  <a:srgbClr val="FF080E"/>
                </a:solidFill>
                <a:cs typeface="Arial" panose="020B0604020202020204" pitchFamily="34" charset="0"/>
              </a:rPr>
              <a:t>high pressure</a:t>
            </a:r>
          </a:p>
        </p:txBody>
      </p:sp>
      <p:cxnSp>
        <p:nvCxnSpPr>
          <p:cNvPr id="16" name="Straight Arrow Connector 15">
            <a:extLst>
              <a:ext uri="{FF2B5EF4-FFF2-40B4-BE49-F238E27FC236}">
                <a16:creationId xmlns:a16="http://schemas.microsoft.com/office/drawing/2014/main" id="{0D84C61B-4739-2D45-AEF7-99FB587F8B93}"/>
              </a:ext>
            </a:extLst>
          </p:cNvPr>
          <p:cNvCxnSpPr>
            <a:cxnSpLocks noChangeShapeType="1"/>
          </p:cNvCxnSpPr>
          <p:nvPr/>
        </p:nvCxnSpPr>
        <p:spPr bwMode="auto">
          <a:xfrm flipH="1">
            <a:off x="4876800" y="525463"/>
            <a:ext cx="1920875" cy="65087"/>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8" name="Straight Arrow Connector 17">
            <a:extLst>
              <a:ext uri="{FF2B5EF4-FFF2-40B4-BE49-F238E27FC236}">
                <a16:creationId xmlns:a16="http://schemas.microsoft.com/office/drawing/2014/main" id="{F9D7E0A5-D4DE-D940-9AC1-A2E0750CCACD}"/>
              </a:ext>
            </a:extLst>
          </p:cNvPr>
          <p:cNvCxnSpPr>
            <a:cxnSpLocks noChangeShapeType="1"/>
          </p:cNvCxnSpPr>
          <p:nvPr/>
        </p:nvCxnSpPr>
        <p:spPr bwMode="auto">
          <a:xfrm flipV="1">
            <a:off x="2162969" y="3276601"/>
            <a:ext cx="2316956" cy="1418430"/>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28" name="Straight Arrow Connector 27">
            <a:extLst>
              <a:ext uri="{FF2B5EF4-FFF2-40B4-BE49-F238E27FC236}">
                <a16:creationId xmlns:a16="http://schemas.microsoft.com/office/drawing/2014/main" id="{29828F9E-7B5D-6B45-A836-8B48B0A33357}"/>
              </a:ext>
            </a:extLst>
          </p:cNvPr>
          <p:cNvCxnSpPr>
            <a:cxnSpLocks noChangeShapeType="1"/>
          </p:cNvCxnSpPr>
          <p:nvPr/>
        </p:nvCxnSpPr>
        <p:spPr bwMode="auto">
          <a:xfrm flipH="1" flipV="1">
            <a:off x="4481540" y="816768"/>
            <a:ext cx="2789210" cy="507207"/>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77841" name="Rectangle 8">
            <a:extLst>
              <a:ext uri="{FF2B5EF4-FFF2-40B4-BE49-F238E27FC236}">
                <a16:creationId xmlns:a16="http://schemas.microsoft.com/office/drawing/2014/main" id="{6612D9F2-D7E7-2045-B3F3-B107A6D26F48}"/>
              </a:ext>
            </a:extLst>
          </p:cNvPr>
          <p:cNvSpPr>
            <a:spLocks noChangeArrowheads="1"/>
          </p:cNvSpPr>
          <p:nvPr/>
        </p:nvSpPr>
        <p:spPr bwMode="auto">
          <a:xfrm>
            <a:off x="200025" y="4371975"/>
            <a:ext cx="177067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rgbClr val="FF080E"/>
                </a:solidFill>
                <a:cs typeface="Arial" panose="020B0604020202020204" pitchFamily="34" charset="0"/>
              </a:rPr>
              <a:t>sun reflecting </a:t>
            </a:r>
          </a:p>
          <a:p>
            <a:pPr eaLnBrk="1" hangingPunct="1">
              <a:spcBef>
                <a:spcPct val="0"/>
              </a:spcBef>
              <a:buFontTx/>
              <a:buNone/>
            </a:pPr>
            <a:r>
              <a:rPr lang="en-US" altLang="en-US" sz="1800" dirty="0">
                <a:solidFill>
                  <a:srgbClr val="FF080E"/>
                </a:solidFill>
                <a:cs typeface="Arial" panose="020B0604020202020204" pitchFamily="34" charset="0"/>
              </a:rPr>
              <a:t>off ocean (glint)</a:t>
            </a:r>
          </a:p>
        </p:txBody>
      </p:sp>
      <p:sp>
        <p:nvSpPr>
          <p:cNvPr id="77843" name="Rectangle 8">
            <a:extLst>
              <a:ext uri="{FF2B5EF4-FFF2-40B4-BE49-F238E27FC236}">
                <a16:creationId xmlns:a16="http://schemas.microsoft.com/office/drawing/2014/main" id="{0F5F603F-E608-264B-9522-0DB4D646749E}"/>
              </a:ext>
            </a:extLst>
          </p:cNvPr>
          <p:cNvSpPr>
            <a:spLocks noChangeArrowheads="1"/>
          </p:cNvSpPr>
          <p:nvPr/>
        </p:nvSpPr>
        <p:spPr bwMode="auto">
          <a:xfrm>
            <a:off x="7305675" y="3522663"/>
            <a:ext cx="1685925"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FF080E"/>
                </a:solidFill>
                <a:cs typeface="Arial" panose="020B0604020202020204" pitchFamily="34" charset="0"/>
              </a:rPr>
              <a:t>shallow clouds</a:t>
            </a:r>
          </a:p>
          <a:p>
            <a:pPr eaLnBrk="1" hangingPunct="1">
              <a:spcBef>
                <a:spcPct val="0"/>
              </a:spcBef>
              <a:buFontTx/>
              <a:buNone/>
            </a:pPr>
            <a:r>
              <a:rPr lang="en-US" altLang="en-US" sz="1800">
                <a:solidFill>
                  <a:srgbClr val="FF080E"/>
                </a:solidFill>
                <a:cs typeface="Arial" panose="020B0604020202020204" pitchFamily="34" charset="0"/>
              </a:rPr>
              <a:t>in subtropical </a:t>
            </a:r>
          </a:p>
          <a:p>
            <a:pPr eaLnBrk="1" hangingPunct="1">
              <a:spcBef>
                <a:spcPct val="0"/>
              </a:spcBef>
              <a:buFontTx/>
              <a:buNone/>
            </a:pPr>
            <a:r>
              <a:rPr lang="en-US" altLang="en-US" sz="1800">
                <a:solidFill>
                  <a:srgbClr val="FF080E"/>
                </a:solidFill>
                <a:cs typeface="Arial" panose="020B0604020202020204" pitchFamily="34" charset="0"/>
              </a:rPr>
              <a:t>high pressure</a:t>
            </a:r>
          </a:p>
        </p:txBody>
      </p:sp>
      <p:cxnSp>
        <p:nvCxnSpPr>
          <p:cNvPr id="37" name="Straight Arrow Connector 36">
            <a:extLst>
              <a:ext uri="{FF2B5EF4-FFF2-40B4-BE49-F238E27FC236}">
                <a16:creationId xmlns:a16="http://schemas.microsoft.com/office/drawing/2014/main" id="{523C6EB5-7397-D14D-AF4F-E6CBB9EBE648}"/>
              </a:ext>
            </a:extLst>
          </p:cNvPr>
          <p:cNvCxnSpPr>
            <a:cxnSpLocks noChangeShapeType="1"/>
          </p:cNvCxnSpPr>
          <p:nvPr/>
        </p:nvCxnSpPr>
        <p:spPr bwMode="auto">
          <a:xfrm flipH="1" flipV="1">
            <a:off x="5103813" y="4133850"/>
            <a:ext cx="2444750" cy="30163"/>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9" name="Straight Arrow Connector 18">
            <a:extLst>
              <a:ext uri="{FF2B5EF4-FFF2-40B4-BE49-F238E27FC236}">
                <a16:creationId xmlns:a16="http://schemas.microsoft.com/office/drawing/2014/main" id="{07296C1D-C4EE-EE48-B6DB-E51A2A1814D3}"/>
              </a:ext>
            </a:extLst>
          </p:cNvPr>
          <p:cNvCxnSpPr>
            <a:cxnSpLocks noChangeShapeType="1"/>
          </p:cNvCxnSpPr>
          <p:nvPr/>
        </p:nvCxnSpPr>
        <p:spPr bwMode="auto">
          <a:xfrm flipH="1">
            <a:off x="3810000" y="1476376"/>
            <a:ext cx="3613150" cy="354012"/>
          </a:xfrm>
          <a:prstGeom prst="straightConnector1">
            <a:avLst/>
          </a:prstGeom>
          <a:noFill/>
          <a:ln w="25400">
            <a:solidFill>
              <a:srgbClr val="FFFF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21" name="TextBox 1">
            <a:extLst>
              <a:ext uri="{FF2B5EF4-FFF2-40B4-BE49-F238E27FC236}">
                <a16:creationId xmlns:a16="http://schemas.microsoft.com/office/drawing/2014/main" id="{EFCE83E5-A710-2A44-8AEF-1417C1D36DFB}"/>
              </a:ext>
            </a:extLst>
          </p:cNvPr>
          <p:cNvSpPr txBox="1">
            <a:spLocks noChangeArrowheads="1"/>
          </p:cNvSpPr>
          <p:nvPr/>
        </p:nvSpPr>
        <p:spPr bwMode="auto">
          <a:xfrm>
            <a:off x="6689725" y="5478463"/>
            <a:ext cx="2463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200" dirty="0">
                <a:cs typeface="Arial" panose="020B0604020202020204" pitchFamily="34" charset="0"/>
              </a:rPr>
              <a:t> https://</a:t>
            </a:r>
            <a:r>
              <a:rPr lang="en-US" altLang="en-US" sz="1200" dirty="0" err="1">
                <a:cs typeface="Arial" panose="020B0604020202020204" pitchFamily="34" charset="0"/>
              </a:rPr>
              <a:t>www.ncdc.noaa.gov</a:t>
            </a:r>
            <a:r>
              <a:rPr lang="en-US" altLang="en-US" sz="1200" dirty="0">
                <a:cs typeface="Arial" panose="020B0604020202020204" pitchFamily="34" charset="0"/>
              </a:rPr>
              <a:t>/</a:t>
            </a:r>
            <a:r>
              <a:rPr lang="en-US" altLang="en-US" sz="1200" dirty="0" err="1">
                <a:cs typeface="Arial" panose="020B0604020202020204" pitchFamily="34" charset="0"/>
              </a:rPr>
              <a:t>gibbs</a:t>
            </a:r>
            <a:endParaRPr lang="en-US" altLang="en-US" sz="1200" dirty="0">
              <a:cs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7" name="Picture 4">
            <a:extLst>
              <a:ext uri="{FF2B5EF4-FFF2-40B4-BE49-F238E27FC236}">
                <a16:creationId xmlns:a16="http://schemas.microsoft.com/office/drawing/2014/main" id="{9F69E1E4-AC41-0944-9070-4124F1EE01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714500"/>
            <a:ext cx="5518150" cy="31972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86018" name="Rectangle 7">
            <a:extLst>
              <a:ext uri="{FF2B5EF4-FFF2-40B4-BE49-F238E27FC236}">
                <a16:creationId xmlns:a16="http://schemas.microsoft.com/office/drawing/2014/main" id="{5C9E5EEB-6AAF-A84C-B981-A17619709638}"/>
              </a:ext>
            </a:extLst>
          </p:cNvPr>
          <p:cNvSpPr>
            <a:spLocks noChangeArrowheads="1"/>
          </p:cNvSpPr>
          <p:nvPr/>
        </p:nvSpPr>
        <p:spPr bwMode="auto">
          <a:xfrm>
            <a:off x="1119188" y="320675"/>
            <a:ext cx="6926262"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a:solidFill>
                  <a:srgbClr val="FF0000"/>
                </a:solidFill>
                <a:cs typeface="Arial" panose="020B0604020202020204" pitchFamily="34" charset="0"/>
              </a:rPr>
              <a:t>Wind barbs indicate the direction the </a:t>
            </a:r>
          </a:p>
          <a:p>
            <a:pPr eaLnBrk="1" hangingPunct="1">
              <a:spcBef>
                <a:spcPct val="0"/>
              </a:spcBef>
              <a:buFontTx/>
              <a:buNone/>
            </a:pPr>
            <a:r>
              <a:rPr lang="en-US" altLang="en-US">
                <a:solidFill>
                  <a:srgbClr val="FF0000"/>
                </a:solidFill>
                <a:cs typeface="Arial" panose="020B0604020202020204" pitchFamily="34" charset="0"/>
              </a:rPr>
              <a:t>wind is coming from and its speed.</a:t>
            </a:r>
          </a:p>
        </p:txBody>
      </p:sp>
      <p:sp>
        <p:nvSpPr>
          <p:cNvPr id="86019" name="TextBox 6">
            <a:extLst>
              <a:ext uri="{FF2B5EF4-FFF2-40B4-BE49-F238E27FC236}">
                <a16:creationId xmlns:a16="http://schemas.microsoft.com/office/drawing/2014/main" id="{55E14A63-02FA-5A4C-B21D-28F8FA711447}"/>
              </a:ext>
            </a:extLst>
          </p:cNvPr>
          <p:cNvSpPr txBox="1">
            <a:spLocks noChangeArrowheads="1"/>
          </p:cNvSpPr>
          <p:nvPr/>
        </p:nvSpPr>
        <p:spPr bwMode="auto">
          <a:xfrm>
            <a:off x="1828800" y="5143500"/>
            <a:ext cx="55070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0000"/>
                </a:solidFill>
                <a:cs typeface="Arial" panose="020B0604020202020204" pitchFamily="34" charset="0"/>
              </a:rPr>
              <a:t>These are all winds from the northeast.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FBD545-9124-D448-B576-4BA0388DCE51}"/>
              </a:ext>
            </a:extLst>
          </p:cNvPr>
          <p:cNvPicPr>
            <a:picLocks noChangeAspect="1"/>
          </p:cNvPicPr>
          <p:nvPr/>
        </p:nvPicPr>
        <p:blipFill>
          <a:blip r:embed="rId3"/>
          <a:stretch>
            <a:fillRect/>
          </a:stretch>
        </p:blipFill>
        <p:spPr>
          <a:xfrm>
            <a:off x="-22860" y="3810"/>
            <a:ext cx="7648152" cy="5711190"/>
          </a:xfrm>
          <a:prstGeom prst="rect">
            <a:avLst/>
          </a:prstGeom>
        </p:spPr>
      </p:pic>
      <p:sp>
        <p:nvSpPr>
          <p:cNvPr id="6" name="TextBox 5">
            <a:extLst>
              <a:ext uri="{FF2B5EF4-FFF2-40B4-BE49-F238E27FC236}">
                <a16:creationId xmlns:a16="http://schemas.microsoft.com/office/drawing/2014/main" id="{7E3A55E0-C2D6-5941-BED6-E2C44D789602}"/>
              </a:ext>
            </a:extLst>
          </p:cNvPr>
          <p:cNvSpPr txBox="1"/>
          <p:nvPr/>
        </p:nvSpPr>
        <p:spPr>
          <a:xfrm>
            <a:off x="7622561" y="2042492"/>
            <a:ext cx="1351652" cy="3693319"/>
          </a:xfrm>
          <a:prstGeom prst="rect">
            <a:avLst/>
          </a:prstGeom>
          <a:noFill/>
        </p:spPr>
        <p:txBody>
          <a:bodyPr wrap="none" rtlCol="0">
            <a:spAutoFit/>
          </a:bodyPr>
          <a:lstStyle/>
          <a:p>
            <a:r>
              <a:rPr lang="en-US" sz="1800" dirty="0"/>
              <a:t>surface</a:t>
            </a:r>
          </a:p>
          <a:p>
            <a:r>
              <a:rPr lang="en-US" sz="1800" dirty="0"/>
              <a:t>weather</a:t>
            </a:r>
          </a:p>
          <a:p>
            <a:r>
              <a:rPr lang="en-US" sz="1800" dirty="0"/>
              <a:t>map for</a:t>
            </a:r>
          </a:p>
          <a:p>
            <a:r>
              <a:rPr lang="en-US" sz="1800" dirty="0"/>
              <a:t>0000 UTC</a:t>
            </a:r>
          </a:p>
          <a:p>
            <a:r>
              <a:rPr lang="en-US" sz="1800" dirty="0"/>
              <a:t>3 Feb 2025</a:t>
            </a:r>
          </a:p>
          <a:p>
            <a:endParaRPr lang="en-US" sz="1800" dirty="0"/>
          </a:p>
          <a:p>
            <a:r>
              <a:rPr lang="en-US" sz="1800" dirty="0"/>
              <a:t>isobars:</a:t>
            </a:r>
          </a:p>
          <a:p>
            <a:r>
              <a:rPr lang="en-US" sz="1800" dirty="0"/>
              <a:t>lines of</a:t>
            </a:r>
          </a:p>
          <a:p>
            <a:r>
              <a:rPr lang="en-US" sz="1800" dirty="0"/>
              <a:t>constant</a:t>
            </a:r>
          </a:p>
          <a:p>
            <a:r>
              <a:rPr lang="en-US" sz="1800" dirty="0"/>
              <a:t>sea-level</a:t>
            </a:r>
          </a:p>
          <a:p>
            <a:r>
              <a:rPr lang="en-US" sz="1800" dirty="0"/>
              <a:t>pressure</a:t>
            </a:r>
          </a:p>
          <a:p>
            <a:endParaRPr lang="en-US" sz="1800" dirty="0"/>
          </a:p>
          <a:p>
            <a:pPr algn="r"/>
            <a:r>
              <a:rPr lang="en-US" sz="1800" dirty="0"/>
              <a:t>(DWD)</a:t>
            </a:r>
          </a:p>
        </p:txBody>
      </p:sp>
      <p:sp>
        <p:nvSpPr>
          <p:cNvPr id="7" name="TextBox 6">
            <a:extLst>
              <a:ext uri="{FF2B5EF4-FFF2-40B4-BE49-F238E27FC236}">
                <a16:creationId xmlns:a16="http://schemas.microsoft.com/office/drawing/2014/main" id="{0063BC62-8076-4841-B2AC-9C15E667E076}"/>
              </a:ext>
            </a:extLst>
          </p:cNvPr>
          <p:cNvSpPr txBox="1"/>
          <p:nvPr/>
        </p:nvSpPr>
        <p:spPr>
          <a:xfrm>
            <a:off x="7772400" y="190500"/>
            <a:ext cx="1340432" cy="830997"/>
          </a:xfrm>
          <a:prstGeom prst="rect">
            <a:avLst/>
          </a:prstGeom>
          <a:noFill/>
        </p:spPr>
        <p:txBody>
          <a:bodyPr wrap="none" rtlCol="0">
            <a:spAutoFit/>
          </a:bodyPr>
          <a:lstStyle/>
          <a:p>
            <a:r>
              <a:rPr lang="en-US" dirty="0"/>
              <a:t>T = low</a:t>
            </a:r>
          </a:p>
          <a:p>
            <a:r>
              <a:rPr lang="en-US" dirty="0"/>
              <a:t>H = high</a:t>
            </a:r>
          </a:p>
        </p:txBody>
      </p:sp>
      <p:sp>
        <p:nvSpPr>
          <p:cNvPr id="8" name="TextBox 7">
            <a:extLst>
              <a:ext uri="{FF2B5EF4-FFF2-40B4-BE49-F238E27FC236}">
                <a16:creationId xmlns:a16="http://schemas.microsoft.com/office/drawing/2014/main" id="{E4180FDF-1C3F-234D-AD03-295D3EE1C65F}"/>
              </a:ext>
            </a:extLst>
          </p:cNvPr>
          <p:cNvSpPr txBox="1"/>
          <p:nvPr/>
        </p:nvSpPr>
        <p:spPr>
          <a:xfrm>
            <a:off x="1828800" y="3889151"/>
            <a:ext cx="554960" cy="707886"/>
          </a:xfrm>
          <a:prstGeom prst="rect">
            <a:avLst/>
          </a:prstGeom>
          <a:noFill/>
        </p:spPr>
        <p:txBody>
          <a:bodyPr wrap="none" rtlCol="0">
            <a:spAutoFit/>
          </a:bodyPr>
          <a:lstStyle/>
          <a:p>
            <a:r>
              <a:rPr lang="en-US" sz="4000" dirty="0">
                <a:solidFill>
                  <a:srgbClr val="FF0000"/>
                </a:solidFill>
              </a:rPr>
              <a:t>H</a:t>
            </a:r>
          </a:p>
        </p:txBody>
      </p:sp>
      <p:sp>
        <p:nvSpPr>
          <p:cNvPr id="9" name="TextBox 8">
            <a:extLst>
              <a:ext uri="{FF2B5EF4-FFF2-40B4-BE49-F238E27FC236}">
                <a16:creationId xmlns:a16="http://schemas.microsoft.com/office/drawing/2014/main" id="{97B68384-0D01-1142-9C9C-4DAC96570610}"/>
              </a:ext>
            </a:extLst>
          </p:cNvPr>
          <p:cNvSpPr txBox="1"/>
          <p:nvPr/>
        </p:nvSpPr>
        <p:spPr>
          <a:xfrm>
            <a:off x="2667000" y="1330796"/>
            <a:ext cx="470000" cy="707886"/>
          </a:xfrm>
          <a:prstGeom prst="rect">
            <a:avLst/>
          </a:prstGeom>
          <a:noFill/>
        </p:spPr>
        <p:txBody>
          <a:bodyPr wrap="none" rtlCol="0">
            <a:spAutoFit/>
          </a:bodyPr>
          <a:lstStyle/>
          <a:p>
            <a:r>
              <a:rPr lang="en-US" sz="4000" dirty="0">
                <a:solidFill>
                  <a:srgbClr val="FF0000"/>
                </a:solidFill>
              </a:rPr>
              <a:t>L</a:t>
            </a:r>
          </a:p>
        </p:txBody>
      </p:sp>
      <p:sp>
        <p:nvSpPr>
          <p:cNvPr id="11" name="Oval 10">
            <a:extLst>
              <a:ext uri="{FF2B5EF4-FFF2-40B4-BE49-F238E27FC236}">
                <a16:creationId xmlns:a16="http://schemas.microsoft.com/office/drawing/2014/main" id="{1D2D0429-2A74-F84B-B146-FE62673326BE}"/>
              </a:ext>
            </a:extLst>
          </p:cNvPr>
          <p:cNvSpPr/>
          <p:nvPr/>
        </p:nvSpPr>
        <p:spPr>
          <a:xfrm>
            <a:off x="3962400" y="2705100"/>
            <a:ext cx="76200" cy="76200"/>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0269524-01DD-5942-A061-A5A2461EB5AA}"/>
              </a:ext>
            </a:extLst>
          </p:cNvPr>
          <p:cNvSpPr txBox="1"/>
          <p:nvPr/>
        </p:nvSpPr>
        <p:spPr>
          <a:xfrm>
            <a:off x="3810000" y="2743200"/>
            <a:ext cx="1257075" cy="338554"/>
          </a:xfrm>
          <a:prstGeom prst="rect">
            <a:avLst/>
          </a:prstGeom>
          <a:noFill/>
        </p:spPr>
        <p:txBody>
          <a:bodyPr wrap="none" rtlCol="0">
            <a:spAutoFit/>
          </a:bodyPr>
          <a:lstStyle/>
          <a:p>
            <a:r>
              <a:rPr lang="en-US" sz="1600" dirty="0">
                <a:solidFill>
                  <a:srgbClr val="FF0000"/>
                </a:solidFill>
              </a:rPr>
              <a:t>Manchester</a:t>
            </a:r>
          </a:p>
        </p:txBody>
      </p:sp>
      <p:sp>
        <p:nvSpPr>
          <p:cNvPr id="13" name="TextBox 12">
            <a:extLst>
              <a:ext uri="{FF2B5EF4-FFF2-40B4-BE49-F238E27FC236}">
                <a16:creationId xmlns:a16="http://schemas.microsoft.com/office/drawing/2014/main" id="{5D792998-A726-B843-9A0C-FD85594AA96A}"/>
              </a:ext>
            </a:extLst>
          </p:cNvPr>
          <p:cNvSpPr txBox="1"/>
          <p:nvPr/>
        </p:nvSpPr>
        <p:spPr>
          <a:xfrm>
            <a:off x="5803640" y="1746418"/>
            <a:ext cx="470000" cy="707886"/>
          </a:xfrm>
          <a:prstGeom prst="rect">
            <a:avLst/>
          </a:prstGeom>
          <a:noFill/>
        </p:spPr>
        <p:txBody>
          <a:bodyPr wrap="none" rtlCol="0">
            <a:spAutoFit/>
          </a:bodyPr>
          <a:lstStyle/>
          <a:p>
            <a:r>
              <a:rPr lang="en-US" sz="4000" dirty="0">
                <a:solidFill>
                  <a:srgbClr val="FF0000"/>
                </a:solidFill>
              </a:rPr>
              <a:t>L</a:t>
            </a:r>
          </a:p>
        </p:txBody>
      </p:sp>
      <p:sp>
        <p:nvSpPr>
          <p:cNvPr id="14" name="TextBox 13">
            <a:extLst>
              <a:ext uri="{FF2B5EF4-FFF2-40B4-BE49-F238E27FC236}">
                <a16:creationId xmlns:a16="http://schemas.microsoft.com/office/drawing/2014/main" id="{646BF95E-0BC5-314A-8B6F-F0FF438064EE}"/>
              </a:ext>
            </a:extLst>
          </p:cNvPr>
          <p:cNvSpPr txBox="1"/>
          <p:nvPr/>
        </p:nvSpPr>
        <p:spPr>
          <a:xfrm>
            <a:off x="-45720" y="252055"/>
            <a:ext cx="554960" cy="707886"/>
          </a:xfrm>
          <a:prstGeom prst="rect">
            <a:avLst/>
          </a:prstGeom>
          <a:noFill/>
        </p:spPr>
        <p:txBody>
          <a:bodyPr wrap="none" rtlCol="0">
            <a:spAutoFit/>
          </a:bodyPr>
          <a:lstStyle/>
          <a:p>
            <a:r>
              <a:rPr lang="en-US" sz="4000" dirty="0">
                <a:solidFill>
                  <a:srgbClr val="FF0000"/>
                </a:solidFill>
              </a:rPr>
              <a:t>H</a:t>
            </a:r>
          </a:p>
        </p:txBody>
      </p:sp>
      <p:sp>
        <p:nvSpPr>
          <p:cNvPr id="15" name="TextBox 14">
            <a:extLst>
              <a:ext uri="{FF2B5EF4-FFF2-40B4-BE49-F238E27FC236}">
                <a16:creationId xmlns:a16="http://schemas.microsoft.com/office/drawing/2014/main" id="{ABDCDFA3-D0B2-9B47-B00F-37DAF8C00CA5}"/>
              </a:ext>
            </a:extLst>
          </p:cNvPr>
          <p:cNvSpPr txBox="1"/>
          <p:nvPr/>
        </p:nvSpPr>
        <p:spPr>
          <a:xfrm>
            <a:off x="6038640" y="-186715"/>
            <a:ext cx="554960" cy="707886"/>
          </a:xfrm>
          <a:prstGeom prst="rect">
            <a:avLst/>
          </a:prstGeom>
          <a:noFill/>
        </p:spPr>
        <p:txBody>
          <a:bodyPr wrap="none" rtlCol="0">
            <a:spAutoFit/>
          </a:bodyPr>
          <a:lstStyle/>
          <a:p>
            <a:r>
              <a:rPr lang="en-US" sz="4000" dirty="0">
                <a:solidFill>
                  <a:srgbClr val="FF0000"/>
                </a:solidFill>
              </a:rPr>
              <a:t>H</a:t>
            </a:r>
          </a:p>
        </p:txBody>
      </p:sp>
    </p:spTree>
    <p:extLst>
      <p:ext uri="{BB962C8B-B14F-4D97-AF65-F5344CB8AC3E}">
        <p14:creationId xmlns:p14="http://schemas.microsoft.com/office/powerpoint/2010/main" val="2768864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FBD545-9124-D448-B576-4BA0388DCE51}"/>
              </a:ext>
            </a:extLst>
          </p:cNvPr>
          <p:cNvPicPr>
            <a:picLocks noChangeAspect="1"/>
          </p:cNvPicPr>
          <p:nvPr/>
        </p:nvPicPr>
        <p:blipFill>
          <a:blip r:embed="rId3"/>
          <a:stretch>
            <a:fillRect/>
          </a:stretch>
        </p:blipFill>
        <p:spPr>
          <a:xfrm>
            <a:off x="-22860" y="3810"/>
            <a:ext cx="7648152" cy="5711190"/>
          </a:xfrm>
          <a:prstGeom prst="rect">
            <a:avLst/>
          </a:prstGeom>
        </p:spPr>
      </p:pic>
      <p:sp>
        <p:nvSpPr>
          <p:cNvPr id="6" name="TextBox 5">
            <a:extLst>
              <a:ext uri="{FF2B5EF4-FFF2-40B4-BE49-F238E27FC236}">
                <a16:creationId xmlns:a16="http://schemas.microsoft.com/office/drawing/2014/main" id="{7E3A55E0-C2D6-5941-BED6-E2C44D789602}"/>
              </a:ext>
            </a:extLst>
          </p:cNvPr>
          <p:cNvSpPr txBox="1"/>
          <p:nvPr/>
        </p:nvSpPr>
        <p:spPr>
          <a:xfrm>
            <a:off x="7622561" y="2042492"/>
            <a:ext cx="1351652" cy="3693319"/>
          </a:xfrm>
          <a:prstGeom prst="rect">
            <a:avLst/>
          </a:prstGeom>
          <a:noFill/>
        </p:spPr>
        <p:txBody>
          <a:bodyPr wrap="none" rtlCol="0">
            <a:spAutoFit/>
          </a:bodyPr>
          <a:lstStyle/>
          <a:p>
            <a:r>
              <a:rPr lang="en-US" sz="1800" dirty="0"/>
              <a:t>surface</a:t>
            </a:r>
          </a:p>
          <a:p>
            <a:r>
              <a:rPr lang="en-US" sz="1800" dirty="0"/>
              <a:t>weather</a:t>
            </a:r>
          </a:p>
          <a:p>
            <a:r>
              <a:rPr lang="en-US" sz="1800" dirty="0"/>
              <a:t>map for</a:t>
            </a:r>
          </a:p>
          <a:p>
            <a:r>
              <a:rPr lang="en-US" sz="1800" dirty="0"/>
              <a:t>0000 UTC</a:t>
            </a:r>
          </a:p>
          <a:p>
            <a:r>
              <a:rPr lang="en-US" sz="1800" dirty="0"/>
              <a:t>3 Feb 2025</a:t>
            </a:r>
          </a:p>
          <a:p>
            <a:endParaRPr lang="en-US" sz="1800" dirty="0"/>
          </a:p>
          <a:p>
            <a:r>
              <a:rPr lang="en-US" sz="1800" dirty="0"/>
              <a:t>isobars:</a:t>
            </a:r>
          </a:p>
          <a:p>
            <a:r>
              <a:rPr lang="en-US" sz="1800" dirty="0"/>
              <a:t>lines of</a:t>
            </a:r>
          </a:p>
          <a:p>
            <a:r>
              <a:rPr lang="en-US" sz="1800" dirty="0"/>
              <a:t>constant</a:t>
            </a:r>
          </a:p>
          <a:p>
            <a:r>
              <a:rPr lang="en-US" sz="1800" dirty="0"/>
              <a:t>sea-level</a:t>
            </a:r>
          </a:p>
          <a:p>
            <a:r>
              <a:rPr lang="en-US" sz="1800" dirty="0"/>
              <a:t>pressure</a:t>
            </a:r>
          </a:p>
          <a:p>
            <a:endParaRPr lang="en-US" sz="1800" dirty="0"/>
          </a:p>
          <a:p>
            <a:pPr algn="r"/>
            <a:r>
              <a:rPr lang="en-US" sz="1800" dirty="0"/>
              <a:t>(DWD)</a:t>
            </a:r>
          </a:p>
        </p:txBody>
      </p:sp>
      <p:sp>
        <p:nvSpPr>
          <p:cNvPr id="7" name="TextBox 6">
            <a:extLst>
              <a:ext uri="{FF2B5EF4-FFF2-40B4-BE49-F238E27FC236}">
                <a16:creationId xmlns:a16="http://schemas.microsoft.com/office/drawing/2014/main" id="{0063BC62-8076-4841-B2AC-9C15E667E076}"/>
              </a:ext>
            </a:extLst>
          </p:cNvPr>
          <p:cNvSpPr txBox="1"/>
          <p:nvPr/>
        </p:nvSpPr>
        <p:spPr>
          <a:xfrm>
            <a:off x="7772400" y="190500"/>
            <a:ext cx="1340432" cy="830997"/>
          </a:xfrm>
          <a:prstGeom prst="rect">
            <a:avLst/>
          </a:prstGeom>
          <a:noFill/>
        </p:spPr>
        <p:txBody>
          <a:bodyPr wrap="none" rtlCol="0">
            <a:spAutoFit/>
          </a:bodyPr>
          <a:lstStyle/>
          <a:p>
            <a:r>
              <a:rPr lang="en-US" dirty="0"/>
              <a:t>T = low</a:t>
            </a:r>
          </a:p>
          <a:p>
            <a:r>
              <a:rPr lang="en-US" dirty="0"/>
              <a:t>H = high</a:t>
            </a:r>
          </a:p>
        </p:txBody>
      </p:sp>
      <p:sp>
        <p:nvSpPr>
          <p:cNvPr id="8" name="TextBox 7">
            <a:extLst>
              <a:ext uri="{FF2B5EF4-FFF2-40B4-BE49-F238E27FC236}">
                <a16:creationId xmlns:a16="http://schemas.microsoft.com/office/drawing/2014/main" id="{E4180FDF-1C3F-234D-AD03-295D3EE1C65F}"/>
              </a:ext>
            </a:extLst>
          </p:cNvPr>
          <p:cNvSpPr txBox="1"/>
          <p:nvPr/>
        </p:nvSpPr>
        <p:spPr>
          <a:xfrm>
            <a:off x="1828800" y="3889151"/>
            <a:ext cx="554960" cy="707886"/>
          </a:xfrm>
          <a:prstGeom prst="rect">
            <a:avLst/>
          </a:prstGeom>
          <a:noFill/>
        </p:spPr>
        <p:txBody>
          <a:bodyPr wrap="none" rtlCol="0">
            <a:spAutoFit/>
          </a:bodyPr>
          <a:lstStyle/>
          <a:p>
            <a:r>
              <a:rPr lang="en-US" sz="4000" dirty="0">
                <a:solidFill>
                  <a:srgbClr val="FF0000"/>
                </a:solidFill>
              </a:rPr>
              <a:t>H</a:t>
            </a:r>
          </a:p>
        </p:txBody>
      </p:sp>
      <p:sp>
        <p:nvSpPr>
          <p:cNvPr id="9" name="TextBox 8">
            <a:extLst>
              <a:ext uri="{FF2B5EF4-FFF2-40B4-BE49-F238E27FC236}">
                <a16:creationId xmlns:a16="http://schemas.microsoft.com/office/drawing/2014/main" id="{97B68384-0D01-1142-9C9C-4DAC96570610}"/>
              </a:ext>
            </a:extLst>
          </p:cNvPr>
          <p:cNvSpPr txBox="1"/>
          <p:nvPr/>
        </p:nvSpPr>
        <p:spPr>
          <a:xfrm>
            <a:off x="2667000" y="1330796"/>
            <a:ext cx="470000" cy="707886"/>
          </a:xfrm>
          <a:prstGeom prst="rect">
            <a:avLst/>
          </a:prstGeom>
          <a:noFill/>
        </p:spPr>
        <p:txBody>
          <a:bodyPr wrap="none" rtlCol="0">
            <a:spAutoFit/>
          </a:bodyPr>
          <a:lstStyle/>
          <a:p>
            <a:r>
              <a:rPr lang="en-US" sz="4000" dirty="0">
                <a:solidFill>
                  <a:srgbClr val="FF0000"/>
                </a:solidFill>
              </a:rPr>
              <a:t>L</a:t>
            </a:r>
          </a:p>
        </p:txBody>
      </p:sp>
      <p:sp>
        <p:nvSpPr>
          <p:cNvPr id="11" name="Oval 10">
            <a:extLst>
              <a:ext uri="{FF2B5EF4-FFF2-40B4-BE49-F238E27FC236}">
                <a16:creationId xmlns:a16="http://schemas.microsoft.com/office/drawing/2014/main" id="{1D2D0429-2A74-F84B-B146-FE62673326BE}"/>
              </a:ext>
            </a:extLst>
          </p:cNvPr>
          <p:cNvSpPr/>
          <p:nvPr/>
        </p:nvSpPr>
        <p:spPr>
          <a:xfrm>
            <a:off x="3962400" y="2705100"/>
            <a:ext cx="76200" cy="76200"/>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0269524-01DD-5942-A061-A5A2461EB5AA}"/>
              </a:ext>
            </a:extLst>
          </p:cNvPr>
          <p:cNvSpPr txBox="1"/>
          <p:nvPr/>
        </p:nvSpPr>
        <p:spPr>
          <a:xfrm>
            <a:off x="3810000" y="2743200"/>
            <a:ext cx="1257075" cy="338554"/>
          </a:xfrm>
          <a:prstGeom prst="rect">
            <a:avLst/>
          </a:prstGeom>
          <a:noFill/>
        </p:spPr>
        <p:txBody>
          <a:bodyPr wrap="none" rtlCol="0">
            <a:spAutoFit/>
          </a:bodyPr>
          <a:lstStyle/>
          <a:p>
            <a:r>
              <a:rPr lang="en-US" sz="1600" dirty="0">
                <a:solidFill>
                  <a:srgbClr val="FF0000"/>
                </a:solidFill>
              </a:rPr>
              <a:t>Manchester</a:t>
            </a:r>
          </a:p>
        </p:txBody>
      </p:sp>
      <p:sp>
        <p:nvSpPr>
          <p:cNvPr id="13" name="TextBox 12">
            <a:extLst>
              <a:ext uri="{FF2B5EF4-FFF2-40B4-BE49-F238E27FC236}">
                <a16:creationId xmlns:a16="http://schemas.microsoft.com/office/drawing/2014/main" id="{5D792998-A726-B843-9A0C-FD85594AA96A}"/>
              </a:ext>
            </a:extLst>
          </p:cNvPr>
          <p:cNvSpPr txBox="1"/>
          <p:nvPr/>
        </p:nvSpPr>
        <p:spPr>
          <a:xfrm>
            <a:off x="5803640" y="1746418"/>
            <a:ext cx="470000" cy="707886"/>
          </a:xfrm>
          <a:prstGeom prst="rect">
            <a:avLst/>
          </a:prstGeom>
          <a:noFill/>
        </p:spPr>
        <p:txBody>
          <a:bodyPr wrap="none" rtlCol="0">
            <a:spAutoFit/>
          </a:bodyPr>
          <a:lstStyle/>
          <a:p>
            <a:r>
              <a:rPr lang="en-US" sz="4000" dirty="0">
                <a:solidFill>
                  <a:srgbClr val="FF0000"/>
                </a:solidFill>
              </a:rPr>
              <a:t>L</a:t>
            </a:r>
          </a:p>
        </p:txBody>
      </p:sp>
      <p:sp>
        <p:nvSpPr>
          <p:cNvPr id="14" name="TextBox 13">
            <a:extLst>
              <a:ext uri="{FF2B5EF4-FFF2-40B4-BE49-F238E27FC236}">
                <a16:creationId xmlns:a16="http://schemas.microsoft.com/office/drawing/2014/main" id="{646BF95E-0BC5-314A-8B6F-F0FF438064EE}"/>
              </a:ext>
            </a:extLst>
          </p:cNvPr>
          <p:cNvSpPr txBox="1"/>
          <p:nvPr/>
        </p:nvSpPr>
        <p:spPr>
          <a:xfrm>
            <a:off x="-45720" y="252055"/>
            <a:ext cx="554960" cy="707886"/>
          </a:xfrm>
          <a:prstGeom prst="rect">
            <a:avLst/>
          </a:prstGeom>
          <a:noFill/>
        </p:spPr>
        <p:txBody>
          <a:bodyPr wrap="none" rtlCol="0">
            <a:spAutoFit/>
          </a:bodyPr>
          <a:lstStyle/>
          <a:p>
            <a:r>
              <a:rPr lang="en-US" sz="4000" dirty="0">
                <a:solidFill>
                  <a:srgbClr val="FF0000"/>
                </a:solidFill>
              </a:rPr>
              <a:t>H</a:t>
            </a:r>
          </a:p>
        </p:txBody>
      </p:sp>
      <p:sp>
        <p:nvSpPr>
          <p:cNvPr id="15" name="TextBox 14">
            <a:extLst>
              <a:ext uri="{FF2B5EF4-FFF2-40B4-BE49-F238E27FC236}">
                <a16:creationId xmlns:a16="http://schemas.microsoft.com/office/drawing/2014/main" id="{ABDCDFA3-D0B2-9B47-B00F-37DAF8C00CA5}"/>
              </a:ext>
            </a:extLst>
          </p:cNvPr>
          <p:cNvSpPr txBox="1"/>
          <p:nvPr/>
        </p:nvSpPr>
        <p:spPr>
          <a:xfrm>
            <a:off x="6038640" y="-186715"/>
            <a:ext cx="554960" cy="707886"/>
          </a:xfrm>
          <a:prstGeom prst="rect">
            <a:avLst/>
          </a:prstGeom>
          <a:noFill/>
        </p:spPr>
        <p:txBody>
          <a:bodyPr wrap="none" rtlCol="0">
            <a:spAutoFit/>
          </a:bodyPr>
          <a:lstStyle/>
          <a:p>
            <a:r>
              <a:rPr lang="en-US" sz="4000" dirty="0">
                <a:solidFill>
                  <a:srgbClr val="FF0000"/>
                </a:solidFill>
              </a:rPr>
              <a:t>H</a:t>
            </a:r>
          </a:p>
        </p:txBody>
      </p:sp>
      <p:sp>
        <p:nvSpPr>
          <p:cNvPr id="16" name="Right Arrow 15">
            <a:extLst>
              <a:ext uri="{FF2B5EF4-FFF2-40B4-BE49-F238E27FC236}">
                <a16:creationId xmlns:a16="http://schemas.microsoft.com/office/drawing/2014/main" id="{978496FA-E8C0-214E-8D92-8FCC08958D59}"/>
              </a:ext>
            </a:extLst>
          </p:cNvPr>
          <p:cNvSpPr/>
          <p:nvPr/>
        </p:nvSpPr>
        <p:spPr>
          <a:xfrm rot="20153698">
            <a:off x="2537188" y="2357753"/>
            <a:ext cx="914400" cy="30480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CA5F4A3-9587-A149-9D1A-1E3256CD57F9}"/>
              </a:ext>
            </a:extLst>
          </p:cNvPr>
          <p:cNvSpPr/>
          <p:nvPr/>
        </p:nvSpPr>
        <p:spPr>
          <a:xfrm>
            <a:off x="3962400" y="2705100"/>
            <a:ext cx="76200" cy="76200"/>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D656723-1F58-B64A-87F4-184537B77EB2}"/>
              </a:ext>
            </a:extLst>
          </p:cNvPr>
          <p:cNvSpPr txBox="1"/>
          <p:nvPr/>
        </p:nvSpPr>
        <p:spPr>
          <a:xfrm>
            <a:off x="3810000" y="2743200"/>
            <a:ext cx="1257075" cy="338554"/>
          </a:xfrm>
          <a:prstGeom prst="rect">
            <a:avLst/>
          </a:prstGeom>
          <a:noFill/>
        </p:spPr>
        <p:txBody>
          <a:bodyPr wrap="none" rtlCol="0">
            <a:spAutoFit/>
          </a:bodyPr>
          <a:lstStyle/>
          <a:p>
            <a:r>
              <a:rPr lang="en-US" sz="1600" dirty="0">
                <a:solidFill>
                  <a:srgbClr val="FF0000"/>
                </a:solidFill>
              </a:rPr>
              <a:t>Manchester</a:t>
            </a:r>
          </a:p>
        </p:txBody>
      </p:sp>
      <p:sp>
        <p:nvSpPr>
          <p:cNvPr id="19" name="TextBox 18">
            <a:extLst>
              <a:ext uri="{FF2B5EF4-FFF2-40B4-BE49-F238E27FC236}">
                <a16:creationId xmlns:a16="http://schemas.microsoft.com/office/drawing/2014/main" id="{682643F4-887F-734F-82F9-9C18BAB7008E}"/>
              </a:ext>
            </a:extLst>
          </p:cNvPr>
          <p:cNvSpPr txBox="1"/>
          <p:nvPr/>
        </p:nvSpPr>
        <p:spPr>
          <a:xfrm>
            <a:off x="3840127" y="2348931"/>
            <a:ext cx="527709" cy="338554"/>
          </a:xfrm>
          <a:prstGeom prst="rect">
            <a:avLst/>
          </a:prstGeom>
          <a:noFill/>
        </p:spPr>
        <p:txBody>
          <a:bodyPr wrap="none" rtlCol="0">
            <a:spAutoFit/>
          </a:bodyPr>
          <a:lstStyle/>
          <a:p>
            <a:r>
              <a:rPr lang="en-US" sz="1600" dirty="0">
                <a:solidFill>
                  <a:srgbClr val="FF0000"/>
                </a:solidFill>
              </a:rPr>
              <a:t>5</a:t>
            </a:r>
            <a:r>
              <a:rPr lang="en-US" sz="1600"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sz="1600" dirty="0">
                <a:solidFill>
                  <a:srgbClr val="FF0000"/>
                </a:solidFill>
              </a:rPr>
              <a:t>C</a:t>
            </a:r>
          </a:p>
        </p:txBody>
      </p:sp>
      <p:sp>
        <p:nvSpPr>
          <p:cNvPr id="20" name="TextBox 19">
            <a:extLst>
              <a:ext uri="{FF2B5EF4-FFF2-40B4-BE49-F238E27FC236}">
                <a16:creationId xmlns:a16="http://schemas.microsoft.com/office/drawing/2014/main" id="{0C794500-A2A8-9C4A-8CE3-8A2308254ABA}"/>
              </a:ext>
            </a:extLst>
          </p:cNvPr>
          <p:cNvSpPr txBox="1"/>
          <p:nvPr/>
        </p:nvSpPr>
        <p:spPr>
          <a:xfrm>
            <a:off x="609600" y="1485900"/>
            <a:ext cx="641522" cy="338554"/>
          </a:xfrm>
          <a:prstGeom prst="rect">
            <a:avLst/>
          </a:prstGeom>
          <a:noFill/>
        </p:spPr>
        <p:txBody>
          <a:bodyPr wrap="none" rtlCol="0">
            <a:spAutoFit/>
          </a:bodyPr>
          <a:lstStyle/>
          <a:p>
            <a:r>
              <a:rPr lang="en-US" sz="1600" dirty="0">
                <a:solidFill>
                  <a:srgbClr val="FF0000"/>
                </a:solidFill>
              </a:rPr>
              <a:t>–4</a:t>
            </a:r>
            <a:r>
              <a:rPr lang="en-US" sz="1600"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sz="1600" dirty="0">
                <a:solidFill>
                  <a:srgbClr val="FF0000"/>
                </a:solidFill>
              </a:rPr>
              <a:t>C</a:t>
            </a:r>
          </a:p>
        </p:txBody>
      </p:sp>
      <p:sp>
        <p:nvSpPr>
          <p:cNvPr id="21" name="TextBox 20">
            <a:extLst>
              <a:ext uri="{FF2B5EF4-FFF2-40B4-BE49-F238E27FC236}">
                <a16:creationId xmlns:a16="http://schemas.microsoft.com/office/drawing/2014/main" id="{F08C5BA0-C4F7-DB43-82E6-7B5845D07C66}"/>
              </a:ext>
            </a:extLst>
          </p:cNvPr>
          <p:cNvSpPr txBox="1"/>
          <p:nvPr/>
        </p:nvSpPr>
        <p:spPr>
          <a:xfrm>
            <a:off x="3282757" y="2118580"/>
            <a:ext cx="641522" cy="338554"/>
          </a:xfrm>
          <a:prstGeom prst="rect">
            <a:avLst/>
          </a:prstGeom>
          <a:noFill/>
        </p:spPr>
        <p:txBody>
          <a:bodyPr wrap="none" rtlCol="0">
            <a:spAutoFit/>
          </a:bodyPr>
          <a:lstStyle/>
          <a:p>
            <a:r>
              <a:rPr lang="en-US" sz="1600"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10°</a:t>
            </a:r>
            <a:r>
              <a:rPr lang="en-US" sz="1600" dirty="0">
                <a:solidFill>
                  <a:srgbClr val="FF0000"/>
                </a:solidFill>
              </a:rPr>
              <a:t>C</a:t>
            </a:r>
          </a:p>
        </p:txBody>
      </p:sp>
      <p:sp>
        <p:nvSpPr>
          <p:cNvPr id="22" name="TextBox 21">
            <a:extLst>
              <a:ext uri="{FF2B5EF4-FFF2-40B4-BE49-F238E27FC236}">
                <a16:creationId xmlns:a16="http://schemas.microsoft.com/office/drawing/2014/main" id="{735AF18B-81AC-484F-BD87-A1796B3458FD}"/>
              </a:ext>
            </a:extLst>
          </p:cNvPr>
          <p:cNvSpPr txBox="1"/>
          <p:nvPr/>
        </p:nvSpPr>
        <p:spPr>
          <a:xfrm rot="19886107">
            <a:off x="1639227" y="2325019"/>
            <a:ext cx="1029449" cy="338554"/>
          </a:xfrm>
          <a:prstGeom prst="rect">
            <a:avLst/>
          </a:prstGeom>
          <a:noFill/>
        </p:spPr>
        <p:txBody>
          <a:bodyPr wrap="none" rtlCol="0">
            <a:spAutoFit/>
          </a:bodyPr>
          <a:lstStyle/>
          <a:p>
            <a:r>
              <a:rPr lang="en-US" sz="1600" dirty="0">
                <a:solidFill>
                  <a:srgbClr val="FF0000"/>
                </a:solidFill>
              </a:rPr>
              <a:t>cold front</a:t>
            </a:r>
          </a:p>
        </p:txBody>
      </p:sp>
      <p:sp>
        <p:nvSpPr>
          <p:cNvPr id="23" name="TextBox 22">
            <a:extLst>
              <a:ext uri="{FF2B5EF4-FFF2-40B4-BE49-F238E27FC236}">
                <a16:creationId xmlns:a16="http://schemas.microsoft.com/office/drawing/2014/main" id="{3152B5FD-3AFC-A642-BE54-BF8DA5F11D3D}"/>
              </a:ext>
            </a:extLst>
          </p:cNvPr>
          <p:cNvSpPr txBox="1"/>
          <p:nvPr/>
        </p:nvSpPr>
        <p:spPr>
          <a:xfrm rot="1347131">
            <a:off x="3099313" y="1516380"/>
            <a:ext cx="1156086" cy="338554"/>
          </a:xfrm>
          <a:prstGeom prst="rect">
            <a:avLst/>
          </a:prstGeom>
          <a:noFill/>
        </p:spPr>
        <p:txBody>
          <a:bodyPr wrap="none" rtlCol="0">
            <a:spAutoFit/>
          </a:bodyPr>
          <a:lstStyle/>
          <a:p>
            <a:r>
              <a:rPr lang="en-US" sz="1600" dirty="0">
                <a:solidFill>
                  <a:srgbClr val="FF0000"/>
                </a:solidFill>
              </a:rPr>
              <a:t>warm front</a:t>
            </a:r>
          </a:p>
        </p:txBody>
      </p:sp>
      <p:sp>
        <p:nvSpPr>
          <p:cNvPr id="24" name="Right Arrow 23">
            <a:extLst>
              <a:ext uri="{FF2B5EF4-FFF2-40B4-BE49-F238E27FC236}">
                <a16:creationId xmlns:a16="http://schemas.microsoft.com/office/drawing/2014/main" id="{1BD4B66F-7383-714C-9354-5A4980A60BA6}"/>
              </a:ext>
            </a:extLst>
          </p:cNvPr>
          <p:cNvSpPr/>
          <p:nvPr/>
        </p:nvSpPr>
        <p:spPr>
          <a:xfrm rot="4328684">
            <a:off x="1363538" y="1654004"/>
            <a:ext cx="914400" cy="30480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852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14FB17-552A-164C-BF88-A947826D4758}"/>
              </a:ext>
            </a:extLst>
          </p:cNvPr>
          <p:cNvPicPr>
            <a:picLocks noChangeAspect="1"/>
          </p:cNvPicPr>
          <p:nvPr/>
        </p:nvPicPr>
        <p:blipFill>
          <a:blip r:embed="rId2"/>
          <a:stretch>
            <a:fillRect/>
          </a:stretch>
        </p:blipFill>
        <p:spPr>
          <a:xfrm>
            <a:off x="76200" y="0"/>
            <a:ext cx="8929042" cy="5715000"/>
          </a:xfrm>
          <a:prstGeom prst="rect">
            <a:avLst/>
          </a:prstGeom>
        </p:spPr>
      </p:pic>
      <p:sp>
        <p:nvSpPr>
          <p:cNvPr id="6" name="TextBox 5">
            <a:extLst>
              <a:ext uri="{FF2B5EF4-FFF2-40B4-BE49-F238E27FC236}">
                <a16:creationId xmlns:a16="http://schemas.microsoft.com/office/drawing/2014/main" id="{5F7055A8-DE08-6949-B818-C9813E75C10E}"/>
              </a:ext>
            </a:extLst>
          </p:cNvPr>
          <p:cNvSpPr txBox="1"/>
          <p:nvPr/>
        </p:nvSpPr>
        <p:spPr>
          <a:xfrm>
            <a:off x="5105400" y="4533900"/>
            <a:ext cx="3762568" cy="830997"/>
          </a:xfrm>
          <a:prstGeom prst="rect">
            <a:avLst/>
          </a:prstGeom>
          <a:solidFill>
            <a:schemeClr val="bg1"/>
          </a:solidFill>
          <a:ln>
            <a:solidFill>
              <a:srgbClr val="FF0000"/>
            </a:solidFill>
          </a:ln>
        </p:spPr>
        <p:txBody>
          <a:bodyPr wrap="none" rtlCol="0">
            <a:spAutoFit/>
          </a:bodyPr>
          <a:lstStyle/>
          <a:p>
            <a:r>
              <a:rPr lang="en-US" dirty="0"/>
              <a:t>Height of 500-hPa surface</a:t>
            </a:r>
          </a:p>
          <a:p>
            <a:r>
              <a:rPr lang="en-US" dirty="0"/>
              <a:t>(dam, 540 = 5.4 km)</a:t>
            </a:r>
          </a:p>
        </p:txBody>
      </p:sp>
    </p:spTree>
    <p:extLst>
      <p:ext uri="{BB962C8B-B14F-4D97-AF65-F5344CB8AC3E}">
        <p14:creationId xmlns:p14="http://schemas.microsoft.com/office/powerpoint/2010/main" val="40478299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70185F-B45E-3F4D-B022-040059B2CDD3}"/>
              </a:ext>
            </a:extLst>
          </p:cNvPr>
          <p:cNvPicPr>
            <a:picLocks noChangeAspect="1"/>
          </p:cNvPicPr>
          <p:nvPr/>
        </p:nvPicPr>
        <p:blipFill>
          <a:blip r:embed="rId2"/>
          <a:stretch>
            <a:fillRect/>
          </a:stretch>
        </p:blipFill>
        <p:spPr>
          <a:xfrm>
            <a:off x="76200" y="0"/>
            <a:ext cx="8929042" cy="5715000"/>
          </a:xfrm>
          <a:prstGeom prst="rect">
            <a:avLst/>
          </a:prstGeom>
        </p:spPr>
      </p:pic>
      <p:sp>
        <p:nvSpPr>
          <p:cNvPr id="6" name="TextBox 5">
            <a:extLst>
              <a:ext uri="{FF2B5EF4-FFF2-40B4-BE49-F238E27FC236}">
                <a16:creationId xmlns:a16="http://schemas.microsoft.com/office/drawing/2014/main" id="{5F7055A8-DE08-6949-B818-C9813E75C10E}"/>
              </a:ext>
            </a:extLst>
          </p:cNvPr>
          <p:cNvSpPr txBox="1"/>
          <p:nvPr/>
        </p:nvSpPr>
        <p:spPr>
          <a:xfrm>
            <a:off x="5105400" y="4533900"/>
            <a:ext cx="3762568" cy="830997"/>
          </a:xfrm>
          <a:prstGeom prst="rect">
            <a:avLst/>
          </a:prstGeom>
          <a:solidFill>
            <a:schemeClr val="bg1"/>
          </a:solidFill>
          <a:ln>
            <a:solidFill>
              <a:srgbClr val="FF0000"/>
            </a:solidFill>
          </a:ln>
        </p:spPr>
        <p:txBody>
          <a:bodyPr wrap="none" rtlCol="0">
            <a:spAutoFit/>
          </a:bodyPr>
          <a:lstStyle/>
          <a:p>
            <a:r>
              <a:rPr lang="en-US" dirty="0"/>
              <a:t>Height of 500-hPa surface</a:t>
            </a:r>
          </a:p>
          <a:p>
            <a:r>
              <a:rPr lang="en-US" dirty="0"/>
              <a:t>(dam, 540 = 5.4 km)</a:t>
            </a:r>
          </a:p>
        </p:txBody>
      </p:sp>
      <p:sp>
        <p:nvSpPr>
          <p:cNvPr id="2" name="TextBox 1">
            <a:extLst>
              <a:ext uri="{FF2B5EF4-FFF2-40B4-BE49-F238E27FC236}">
                <a16:creationId xmlns:a16="http://schemas.microsoft.com/office/drawing/2014/main" id="{85D248AF-68F1-6544-A37C-B5F09237132C}"/>
              </a:ext>
            </a:extLst>
          </p:cNvPr>
          <p:cNvSpPr txBox="1"/>
          <p:nvPr/>
        </p:nvSpPr>
        <p:spPr>
          <a:xfrm>
            <a:off x="3048000" y="738941"/>
            <a:ext cx="2308645" cy="1200329"/>
          </a:xfrm>
          <a:prstGeom prst="rect">
            <a:avLst/>
          </a:prstGeom>
          <a:solidFill>
            <a:schemeClr val="accent3"/>
          </a:solidFill>
          <a:ln>
            <a:solidFill>
              <a:srgbClr val="FF0000"/>
            </a:solidFill>
          </a:ln>
        </p:spPr>
        <p:txBody>
          <a:bodyPr wrap="none" rtlCol="0">
            <a:spAutoFit/>
          </a:bodyPr>
          <a:lstStyle/>
          <a:p>
            <a:r>
              <a:rPr lang="en-US" dirty="0">
                <a:solidFill>
                  <a:srgbClr val="FF0000"/>
                </a:solidFill>
              </a:rPr>
              <a:t>jet stream</a:t>
            </a:r>
          </a:p>
          <a:p>
            <a:r>
              <a:rPr lang="en-US" dirty="0">
                <a:solidFill>
                  <a:srgbClr val="FF0000"/>
                </a:solidFill>
              </a:rPr>
              <a:t>(closely packed</a:t>
            </a:r>
          </a:p>
          <a:p>
            <a:r>
              <a:rPr lang="en-US" dirty="0">
                <a:solidFill>
                  <a:srgbClr val="FF0000"/>
                </a:solidFill>
              </a:rPr>
              <a:t>height lines)</a:t>
            </a:r>
          </a:p>
        </p:txBody>
      </p:sp>
      <p:sp>
        <p:nvSpPr>
          <p:cNvPr id="3" name="Right Arrow 2">
            <a:extLst>
              <a:ext uri="{FF2B5EF4-FFF2-40B4-BE49-F238E27FC236}">
                <a16:creationId xmlns:a16="http://schemas.microsoft.com/office/drawing/2014/main" id="{F976AB2C-F5E2-C94D-8CB8-28624FAEA777}"/>
              </a:ext>
            </a:extLst>
          </p:cNvPr>
          <p:cNvSpPr/>
          <p:nvPr/>
        </p:nvSpPr>
        <p:spPr>
          <a:xfrm rot="19967733">
            <a:off x="4644603" y="2176686"/>
            <a:ext cx="1119284" cy="333286"/>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103AC538-F9C1-7745-871E-5091D68C84AC}"/>
              </a:ext>
            </a:extLst>
          </p:cNvPr>
          <p:cNvSpPr/>
          <p:nvPr/>
        </p:nvSpPr>
        <p:spPr>
          <a:xfrm rot="18891627">
            <a:off x="6719876" y="427916"/>
            <a:ext cx="1119284" cy="333286"/>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7AFA530E-E56F-A44B-A87F-56D20C3CAEA0}"/>
              </a:ext>
            </a:extLst>
          </p:cNvPr>
          <p:cNvSpPr/>
          <p:nvPr/>
        </p:nvSpPr>
        <p:spPr>
          <a:xfrm>
            <a:off x="1081077" y="3087009"/>
            <a:ext cx="1119284" cy="333286"/>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207FB6E4-0D93-4C44-94C5-8F130AD762E4}"/>
              </a:ext>
            </a:extLst>
          </p:cNvPr>
          <p:cNvSpPr/>
          <p:nvPr/>
        </p:nvSpPr>
        <p:spPr>
          <a:xfrm rot="1320418">
            <a:off x="1162407" y="828089"/>
            <a:ext cx="1119284" cy="333286"/>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5821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63D09"/>
        </a:solidFill>
        <a:effectLst/>
      </p:bgPr>
    </p:bg>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21CE3551-CF09-8D48-B59B-F3977BFF09D9}"/>
              </a:ext>
            </a:extLst>
          </p:cNvPr>
          <p:cNvSpPr txBox="1"/>
          <p:nvPr/>
        </p:nvSpPr>
        <p:spPr>
          <a:xfrm>
            <a:off x="381000" y="647700"/>
            <a:ext cx="8305800" cy="3970338"/>
          </a:xfrm>
          <a:prstGeom prst="rect">
            <a:avLst/>
          </a:prstGeom>
          <a:noFill/>
        </p:spPr>
        <p:txBody>
          <a:bodyPr>
            <a:spAutoFit/>
          </a:bodyPr>
          <a:lstStyle>
            <a:lvl1pPr defTabSz="457200"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defTabSz="45720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defTabSz="4572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defTabSz="4572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defTabSz="4572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defRPr/>
            </a:pPr>
            <a:r>
              <a:rPr lang="en-US" altLang="en-US" sz="3600">
                <a:solidFill>
                  <a:srgbClr val="FFFFFF"/>
                </a:solidFill>
                <a:effectLst>
                  <a:outerShdw blurRad="38100" dist="38100" dir="2700000" algn="tl">
                    <a:srgbClr val="000000"/>
                  </a:outerShdw>
                </a:effectLst>
                <a:latin typeface="Helvetica" pitchFamily="2" charset="0"/>
              </a:rPr>
              <a:t>Differential heating between tropics and poles drives the atmospheric circulation, modified by rotation of Earth</a:t>
            </a:r>
          </a:p>
          <a:p>
            <a:pPr eaLnBrk="1" hangingPunct="1">
              <a:defRPr/>
            </a:pPr>
            <a:endParaRPr lang="en-US" altLang="en-US" sz="3600">
              <a:solidFill>
                <a:srgbClr val="FFFFFF"/>
              </a:solidFill>
              <a:effectLst>
                <a:outerShdw blurRad="38100" dist="38100" dir="2700000" algn="tl">
                  <a:srgbClr val="000000"/>
                </a:outerShdw>
              </a:effectLst>
              <a:latin typeface="Helvetica" pitchFamily="2" charset="0"/>
            </a:endParaRPr>
          </a:p>
          <a:p>
            <a:pPr eaLnBrk="1" hangingPunct="1">
              <a:defRPr/>
            </a:pPr>
            <a:r>
              <a:rPr lang="en-US" altLang="en-US" sz="3600">
                <a:solidFill>
                  <a:srgbClr val="FFFFFF"/>
                </a:solidFill>
                <a:effectLst>
                  <a:outerShdw blurRad="38100" dist="38100" dir="2700000" algn="tl">
                    <a:srgbClr val="000000"/>
                  </a:outerShdw>
                </a:effectLst>
                <a:latin typeface="Helvetica" pitchFamily="2" charset="0"/>
              </a:rPr>
              <a:t>Intertropical Convergence Zone, subtropical anticyclones, </a:t>
            </a:r>
          </a:p>
          <a:p>
            <a:pPr eaLnBrk="1" hangingPunct="1">
              <a:defRPr/>
            </a:pPr>
            <a:r>
              <a:rPr lang="en-US" altLang="en-US" sz="3600">
                <a:solidFill>
                  <a:srgbClr val="FFFFFF"/>
                </a:solidFill>
                <a:effectLst>
                  <a:outerShdw blurRad="38100" dist="38100" dir="2700000" algn="tl">
                    <a:srgbClr val="000000"/>
                  </a:outerShdw>
                </a:effectLst>
                <a:latin typeface="Helvetica" pitchFamily="2" charset="0"/>
              </a:rPr>
              <a:t>polar front and polar jet stream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81922" name="Picture 2" descr="Screen Shot 2015-05-12 at 11.45.09 AM.png">
            <a:extLst>
              <a:ext uri="{FF2B5EF4-FFF2-40B4-BE49-F238E27FC236}">
                <a16:creationId xmlns:a16="http://schemas.microsoft.com/office/drawing/2014/main" id="{50E560DA-5E99-D04D-B561-F33E0E3832D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4800" y="0"/>
            <a:ext cx="796448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3" name="Rectangle 7">
            <a:extLst>
              <a:ext uri="{FF2B5EF4-FFF2-40B4-BE49-F238E27FC236}">
                <a16:creationId xmlns:a16="http://schemas.microsoft.com/office/drawing/2014/main" id="{D4A028B7-563D-524F-ABE6-04F48DC5451B}"/>
              </a:ext>
            </a:extLst>
          </p:cNvPr>
          <p:cNvSpPr>
            <a:spLocks noChangeArrowheads="1"/>
          </p:cNvSpPr>
          <p:nvPr/>
        </p:nvSpPr>
        <p:spPr bwMode="auto">
          <a:xfrm>
            <a:off x="1828800" y="571500"/>
            <a:ext cx="4635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a:solidFill>
                  <a:srgbClr val="FFFF00"/>
                </a:solidFill>
                <a:cs typeface="Arial" panose="020B0604020202020204" pitchFamily="34" charset="0"/>
              </a:rPr>
              <a:t>BuildYourOwnEarth.com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83970" name="Picture 1" descr="Screen Shot 2015-05-12 at 11.43.05 AM.png">
            <a:extLst>
              <a:ext uri="{FF2B5EF4-FFF2-40B4-BE49-F238E27FC236}">
                <a16:creationId xmlns:a16="http://schemas.microsoft.com/office/drawing/2014/main" id="{360B92A2-8F7F-204C-8683-29330BABA98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8975" y="0"/>
            <a:ext cx="7770813"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5" name="Picture 2" descr="cntl-winds_250-01-pm.png">
            <a:extLst>
              <a:ext uri="{FF2B5EF4-FFF2-40B4-BE49-F238E27FC236}">
                <a16:creationId xmlns:a16="http://schemas.microsoft.com/office/drawing/2014/main" id="{3CF04E11-EDFA-0F4C-AFE6-A9565A7FD9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802163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6" name="TextBox 2">
            <a:extLst>
              <a:ext uri="{FF2B5EF4-FFF2-40B4-BE49-F238E27FC236}">
                <a16:creationId xmlns:a16="http://schemas.microsoft.com/office/drawing/2014/main" id="{931268BD-28D6-624C-96E9-AA262B617FDC}"/>
              </a:ext>
            </a:extLst>
          </p:cNvPr>
          <p:cNvSpPr txBox="1">
            <a:spLocks noChangeArrowheads="1"/>
          </p:cNvSpPr>
          <p:nvPr/>
        </p:nvSpPr>
        <p:spPr bwMode="auto">
          <a:xfrm>
            <a:off x="6764338" y="5295900"/>
            <a:ext cx="2379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Build Your Own Earth</a:t>
            </a:r>
          </a:p>
        </p:txBody>
      </p:sp>
      <p:sp>
        <p:nvSpPr>
          <p:cNvPr id="88067" name="TextBox 1">
            <a:extLst>
              <a:ext uri="{FF2B5EF4-FFF2-40B4-BE49-F238E27FC236}">
                <a16:creationId xmlns:a16="http://schemas.microsoft.com/office/drawing/2014/main" id="{D78B0617-6484-9344-BA62-CCA61881DFC4}"/>
              </a:ext>
            </a:extLst>
          </p:cNvPr>
          <p:cNvSpPr txBox="1">
            <a:spLocks noChangeArrowheads="1"/>
          </p:cNvSpPr>
          <p:nvPr/>
        </p:nvSpPr>
        <p:spPr bwMode="auto">
          <a:xfrm>
            <a:off x="5334000" y="4557713"/>
            <a:ext cx="3059113" cy="73818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400">
                <a:solidFill>
                  <a:srgbClr val="FF0000"/>
                </a:solidFill>
                <a:cs typeface="Arial" panose="020B0604020202020204" pitchFamily="34" charset="0"/>
              </a:rPr>
              <a:t>about 10 km height</a:t>
            </a:r>
          </a:p>
          <a:p>
            <a:pPr eaLnBrk="1" hangingPunct="1">
              <a:spcBef>
                <a:spcPct val="0"/>
              </a:spcBef>
              <a:buFontTx/>
              <a:buNone/>
            </a:pPr>
            <a:r>
              <a:rPr lang="en-US" altLang="en-US" sz="1400">
                <a:solidFill>
                  <a:srgbClr val="FF0000"/>
                </a:solidFill>
                <a:cs typeface="Arial" panose="020B0604020202020204" pitchFamily="34" charset="0"/>
              </a:rPr>
              <a:t>near tropopause where</a:t>
            </a:r>
          </a:p>
          <a:p>
            <a:pPr eaLnBrk="1" hangingPunct="1">
              <a:spcBef>
                <a:spcPct val="0"/>
              </a:spcBef>
              <a:buFontTx/>
              <a:buNone/>
            </a:pPr>
            <a:r>
              <a:rPr lang="en-US" altLang="en-US" sz="1400">
                <a:solidFill>
                  <a:srgbClr val="FF0000"/>
                </a:solidFill>
                <a:cs typeface="Arial" panose="020B0604020202020204" pitchFamily="34" charset="0"/>
              </a:rPr>
              <a:t>polar jet stream winds are maximum</a:t>
            </a:r>
          </a:p>
        </p:txBody>
      </p:sp>
      <p:sp>
        <p:nvSpPr>
          <p:cNvPr id="88068" name="TextBox 2">
            <a:extLst>
              <a:ext uri="{FF2B5EF4-FFF2-40B4-BE49-F238E27FC236}">
                <a16:creationId xmlns:a16="http://schemas.microsoft.com/office/drawing/2014/main" id="{E71C87B7-F6DB-C44C-B195-23A54C90E962}"/>
              </a:ext>
            </a:extLst>
          </p:cNvPr>
          <p:cNvSpPr txBox="1">
            <a:spLocks noChangeArrowheads="1"/>
          </p:cNvSpPr>
          <p:nvPr/>
        </p:nvSpPr>
        <p:spPr bwMode="auto">
          <a:xfrm>
            <a:off x="2524125" y="5295900"/>
            <a:ext cx="35766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hPa (hectopascal) = mb (millibar)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3" name="Picture 2" descr="cntl-winds_250-01-pm.png">
            <a:extLst>
              <a:ext uri="{FF2B5EF4-FFF2-40B4-BE49-F238E27FC236}">
                <a16:creationId xmlns:a16="http://schemas.microsoft.com/office/drawing/2014/main" id="{18A25DDC-56C6-574F-A3E1-B23E7D62C6F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13" y="0"/>
            <a:ext cx="8021637"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4" name="TextBox 2">
            <a:extLst>
              <a:ext uri="{FF2B5EF4-FFF2-40B4-BE49-F238E27FC236}">
                <a16:creationId xmlns:a16="http://schemas.microsoft.com/office/drawing/2014/main" id="{124C7558-4D9A-6E4A-9350-C761A292D8E8}"/>
              </a:ext>
            </a:extLst>
          </p:cNvPr>
          <p:cNvSpPr txBox="1">
            <a:spLocks noChangeArrowheads="1"/>
          </p:cNvSpPr>
          <p:nvPr/>
        </p:nvSpPr>
        <p:spPr bwMode="auto">
          <a:xfrm>
            <a:off x="6764338" y="5295900"/>
            <a:ext cx="2379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Build Your Own Earth</a:t>
            </a:r>
          </a:p>
        </p:txBody>
      </p:sp>
      <p:grpSp>
        <p:nvGrpSpPr>
          <p:cNvPr id="90115" name="Group 7">
            <a:extLst>
              <a:ext uri="{FF2B5EF4-FFF2-40B4-BE49-F238E27FC236}">
                <a16:creationId xmlns:a16="http://schemas.microsoft.com/office/drawing/2014/main" id="{3C42C931-04F6-434F-9A19-4E528486D06B}"/>
              </a:ext>
            </a:extLst>
          </p:cNvPr>
          <p:cNvGrpSpPr>
            <a:grpSpLocks/>
          </p:cNvGrpSpPr>
          <p:nvPr/>
        </p:nvGrpSpPr>
        <p:grpSpPr bwMode="auto">
          <a:xfrm>
            <a:off x="557213" y="788988"/>
            <a:ext cx="7359650" cy="620712"/>
            <a:chOff x="557869" y="723900"/>
            <a:chExt cx="7359117" cy="620096"/>
          </a:xfrm>
        </p:grpSpPr>
        <p:sp>
          <p:nvSpPr>
            <p:cNvPr id="9" name="Freeform 8">
              <a:extLst>
                <a:ext uri="{FF2B5EF4-FFF2-40B4-BE49-F238E27FC236}">
                  <a16:creationId xmlns:a16="http://schemas.microsoft.com/office/drawing/2014/main" id="{2436E028-7CEE-B347-B587-FFC2BD839245}"/>
                </a:ext>
              </a:extLst>
            </p:cNvPr>
            <p:cNvSpPr>
              <a:spLocks/>
            </p:cNvSpPr>
            <p:nvPr/>
          </p:nvSpPr>
          <p:spPr bwMode="auto">
            <a:xfrm>
              <a:off x="557869" y="807954"/>
              <a:ext cx="7359117" cy="417099"/>
            </a:xfrm>
            <a:custGeom>
              <a:avLst/>
              <a:gdLst>
                <a:gd name="T0" fmla="*/ 0 w 7359117"/>
                <a:gd name="T1" fmla="*/ 367411 h 416875"/>
                <a:gd name="T2" fmla="*/ 284869 w 7359117"/>
                <a:gd name="T3" fmla="*/ 367411 h 416875"/>
                <a:gd name="T4" fmla="*/ 545999 w 7359117"/>
                <a:gd name="T5" fmla="*/ 343660 h 416875"/>
                <a:gd name="T6" fmla="*/ 581607 w 7359117"/>
                <a:gd name="T7" fmla="*/ 296158 h 416875"/>
                <a:gd name="T8" fmla="*/ 735911 w 7359117"/>
                <a:gd name="T9" fmla="*/ 213029 h 416875"/>
                <a:gd name="T10" fmla="*/ 961433 w 7359117"/>
                <a:gd name="T11" fmla="*/ 94274 h 416875"/>
                <a:gd name="T12" fmla="*/ 1151345 w 7359117"/>
                <a:gd name="T13" fmla="*/ 11145 h 416875"/>
                <a:gd name="T14" fmla="*/ 1388736 w 7359117"/>
                <a:gd name="T15" fmla="*/ 11145 h 416875"/>
                <a:gd name="T16" fmla="*/ 1590518 w 7359117"/>
                <a:gd name="T17" fmla="*/ 106149 h 416875"/>
                <a:gd name="T18" fmla="*/ 1697344 w 7359117"/>
                <a:gd name="T19" fmla="*/ 165527 h 416875"/>
                <a:gd name="T20" fmla="*/ 1887257 w 7359117"/>
                <a:gd name="T21" fmla="*/ 248656 h 416875"/>
                <a:gd name="T22" fmla="*/ 2207735 w 7359117"/>
                <a:gd name="T23" fmla="*/ 284283 h 416875"/>
                <a:gd name="T24" fmla="*/ 2658777 w 7359117"/>
                <a:gd name="T25" fmla="*/ 236780 h 416875"/>
                <a:gd name="T26" fmla="*/ 2801212 w 7359117"/>
                <a:gd name="T27" fmla="*/ 213029 h 416875"/>
                <a:gd name="T28" fmla="*/ 3133559 w 7359117"/>
                <a:gd name="T29" fmla="*/ 153652 h 416875"/>
                <a:gd name="T30" fmla="*/ 3477776 w 7359117"/>
                <a:gd name="T31" fmla="*/ 58647 h 416875"/>
                <a:gd name="T32" fmla="*/ 3643950 w 7359117"/>
                <a:gd name="T33" fmla="*/ 82398 h 416875"/>
                <a:gd name="T34" fmla="*/ 3774515 w 7359117"/>
                <a:gd name="T35" fmla="*/ 106149 h 416875"/>
                <a:gd name="T36" fmla="*/ 4083123 w 7359117"/>
                <a:gd name="T37" fmla="*/ 177402 h 416875"/>
                <a:gd name="T38" fmla="*/ 4308644 w 7359117"/>
                <a:gd name="T39" fmla="*/ 189278 h 416875"/>
                <a:gd name="T40" fmla="*/ 4652861 w 7359117"/>
                <a:gd name="T41" fmla="*/ 391162 h 416875"/>
                <a:gd name="T42" fmla="*/ 5020817 w 7359117"/>
                <a:gd name="T43" fmla="*/ 403037 h 416875"/>
                <a:gd name="T44" fmla="*/ 5780468 w 7359117"/>
                <a:gd name="T45" fmla="*/ 414913 h 416875"/>
                <a:gd name="T46" fmla="*/ 6457032 w 7359117"/>
                <a:gd name="T47" fmla="*/ 355536 h 416875"/>
                <a:gd name="T48" fmla="*/ 7359117 w 7359117"/>
                <a:gd name="T49" fmla="*/ 236780 h 4168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359117" h="416875">
                  <a:moveTo>
                    <a:pt x="0" y="367214"/>
                  </a:moveTo>
                  <a:cubicBezTo>
                    <a:pt x="96934" y="369192"/>
                    <a:pt x="193869" y="371170"/>
                    <a:pt x="284869" y="367214"/>
                  </a:cubicBezTo>
                  <a:cubicBezTo>
                    <a:pt x="375869" y="363258"/>
                    <a:pt x="496543" y="355344"/>
                    <a:pt x="545999" y="343475"/>
                  </a:cubicBezTo>
                  <a:cubicBezTo>
                    <a:pt x="595455" y="331606"/>
                    <a:pt x="549955" y="317759"/>
                    <a:pt x="581607" y="295999"/>
                  </a:cubicBezTo>
                  <a:cubicBezTo>
                    <a:pt x="613259" y="274239"/>
                    <a:pt x="735911" y="212915"/>
                    <a:pt x="735911" y="212915"/>
                  </a:cubicBezTo>
                  <a:cubicBezTo>
                    <a:pt x="799215" y="179286"/>
                    <a:pt x="892194" y="127852"/>
                    <a:pt x="961433" y="94223"/>
                  </a:cubicBezTo>
                  <a:cubicBezTo>
                    <a:pt x="1030672" y="60594"/>
                    <a:pt x="1080128" y="24986"/>
                    <a:pt x="1151345" y="11139"/>
                  </a:cubicBezTo>
                  <a:cubicBezTo>
                    <a:pt x="1222562" y="-2708"/>
                    <a:pt x="1315541" y="-4686"/>
                    <a:pt x="1388736" y="11139"/>
                  </a:cubicBezTo>
                  <a:cubicBezTo>
                    <a:pt x="1461931" y="26964"/>
                    <a:pt x="1539083" y="80375"/>
                    <a:pt x="1590518" y="106092"/>
                  </a:cubicBezTo>
                  <a:cubicBezTo>
                    <a:pt x="1641953" y="131808"/>
                    <a:pt x="1647888" y="141700"/>
                    <a:pt x="1697344" y="165438"/>
                  </a:cubicBezTo>
                  <a:cubicBezTo>
                    <a:pt x="1746800" y="189176"/>
                    <a:pt x="1802192" y="228740"/>
                    <a:pt x="1887257" y="248522"/>
                  </a:cubicBezTo>
                  <a:cubicBezTo>
                    <a:pt x="1972322" y="268304"/>
                    <a:pt x="2079148" y="286108"/>
                    <a:pt x="2207735" y="284130"/>
                  </a:cubicBezTo>
                  <a:cubicBezTo>
                    <a:pt x="2336322" y="282152"/>
                    <a:pt x="2559864" y="248522"/>
                    <a:pt x="2658777" y="236653"/>
                  </a:cubicBezTo>
                  <a:cubicBezTo>
                    <a:pt x="2757690" y="224784"/>
                    <a:pt x="2801212" y="212915"/>
                    <a:pt x="2801212" y="212915"/>
                  </a:cubicBezTo>
                  <a:cubicBezTo>
                    <a:pt x="2880342" y="199068"/>
                    <a:pt x="3020798" y="179285"/>
                    <a:pt x="3133559" y="153569"/>
                  </a:cubicBezTo>
                  <a:cubicBezTo>
                    <a:pt x="3246320" y="127853"/>
                    <a:pt x="3392711" y="70485"/>
                    <a:pt x="3477776" y="58616"/>
                  </a:cubicBezTo>
                  <a:lnTo>
                    <a:pt x="3643950" y="82354"/>
                  </a:lnTo>
                  <a:cubicBezTo>
                    <a:pt x="3693407" y="90267"/>
                    <a:pt x="3701320" y="90267"/>
                    <a:pt x="3774515" y="106092"/>
                  </a:cubicBezTo>
                  <a:cubicBezTo>
                    <a:pt x="3847710" y="121917"/>
                    <a:pt x="3994102" y="163460"/>
                    <a:pt x="4083123" y="177307"/>
                  </a:cubicBezTo>
                  <a:cubicBezTo>
                    <a:pt x="4172144" y="191154"/>
                    <a:pt x="4213688" y="153568"/>
                    <a:pt x="4308644" y="189176"/>
                  </a:cubicBezTo>
                  <a:cubicBezTo>
                    <a:pt x="4403600" y="224783"/>
                    <a:pt x="4534166" y="355344"/>
                    <a:pt x="4652861" y="390952"/>
                  </a:cubicBezTo>
                  <a:cubicBezTo>
                    <a:pt x="4771557" y="426560"/>
                    <a:pt x="5020817" y="402821"/>
                    <a:pt x="5020817" y="402821"/>
                  </a:cubicBezTo>
                  <a:cubicBezTo>
                    <a:pt x="5208752" y="406777"/>
                    <a:pt x="5541099" y="422603"/>
                    <a:pt x="5780468" y="414690"/>
                  </a:cubicBezTo>
                  <a:cubicBezTo>
                    <a:pt x="6019837" y="406777"/>
                    <a:pt x="6193924" y="385018"/>
                    <a:pt x="6457032" y="355345"/>
                  </a:cubicBezTo>
                  <a:cubicBezTo>
                    <a:pt x="6720140" y="325672"/>
                    <a:pt x="7359117" y="236653"/>
                    <a:pt x="7359117" y="236653"/>
                  </a:cubicBezTo>
                </a:path>
              </a:pathLst>
            </a:custGeom>
            <a:noFill/>
            <a:ln w="76200" cap="flat" cmpd="sng">
              <a:solidFill>
                <a:srgbClr val="0000FF"/>
              </a:solidFill>
              <a:prstDash val="solid"/>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pPr eaLnBrk="1" hangingPunct="1">
                <a:defRPr/>
              </a:pPr>
              <a:endParaRPr lang="en-US"/>
            </a:p>
          </p:txBody>
        </p:sp>
        <p:sp>
          <p:nvSpPr>
            <p:cNvPr id="10" name="Isosceles Triangle 9">
              <a:extLst>
                <a:ext uri="{FF2B5EF4-FFF2-40B4-BE49-F238E27FC236}">
                  <a16:creationId xmlns:a16="http://schemas.microsoft.com/office/drawing/2014/main" id="{E24D94C6-95A4-1E4B-9609-CC6CE5A9578A}"/>
                </a:ext>
              </a:extLst>
            </p:cNvPr>
            <p:cNvSpPr/>
            <p:nvPr/>
          </p:nvSpPr>
          <p:spPr>
            <a:xfrm>
              <a:off x="2057947" y="723900"/>
              <a:ext cx="457167" cy="380622"/>
            </a:xfrm>
            <a:prstGeom prst="triangle">
              <a:avLst/>
            </a:prstGeom>
            <a:solidFill>
              <a:srgbClr val="0000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1" name="Isosceles Triangle 10">
              <a:extLst>
                <a:ext uri="{FF2B5EF4-FFF2-40B4-BE49-F238E27FC236}">
                  <a16:creationId xmlns:a16="http://schemas.microsoft.com/office/drawing/2014/main" id="{B9E99B33-2D53-4040-9512-64DBCD5FDF33}"/>
                </a:ext>
              </a:extLst>
            </p:cNvPr>
            <p:cNvSpPr/>
            <p:nvPr/>
          </p:nvSpPr>
          <p:spPr>
            <a:xfrm rot="19642126" flipH="1">
              <a:off x="6228008" y="1041085"/>
              <a:ext cx="331763" cy="302911"/>
            </a:xfrm>
            <a:prstGeom prst="triangle">
              <a:avLst/>
            </a:prstGeom>
            <a:solidFill>
              <a:srgbClr val="0000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rgbClr val="FFFFFF"/>
                </a:solidFill>
              </a:endParaRPr>
            </a:p>
          </p:txBody>
        </p:sp>
      </p:grpSp>
      <p:sp>
        <p:nvSpPr>
          <p:cNvPr id="90116" name="TextBox 7">
            <a:extLst>
              <a:ext uri="{FF2B5EF4-FFF2-40B4-BE49-F238E27FC236}">
                <a16:creationId xmlns:a16="http://schemas.microsoft.com/office/drawing/2014/main" id="{57C66574-AA12-B643-883D-9B2CD20CE146}"/>
              </a:ext>
            </a:extLst>
          </p:cNvPr>
          <p:cNvSpPr txBox="1">
            <a:spLocks noChangeArrowheads="1"/>
          </p:cNvSpPr>
          <p:nvPr/>
        </p:nvSpPr>
        <p:spPr bwMode="auto">
          <a:xfrm>
            <a:off x="5334000" y="4557713"/>
            <a:ext cx="3059113" cy="73818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400">
                <a:solidFill>
                  <a:srgbClr val="FF0000"/>
                </a:solidFill>
                <a:cs typeface="Arial" panose="020B0604020202020204" pitchFamily="34" charset="0"/>
              </a:rPr>
              <a:t>about 10 km height</a:t>
            </a:r>
          </a:p>
          <a:p>
            <a:pPr eaLnBrk="1" hangingPunct="1">
              <a:spcBef>
                <a:spcPct val="0"/>
              </a:spcBef>
              <a:buFontTx/>
              <a:buNone/>
            </a:pPr>
            <a:r>
              <a:rPr lang="en-US" altLang="en-US" sz="1400">
                <a:solidFill>
                  <a:srgbClr val="FF0000"/>
                </a:solidFill>
                <a:cs typeface="Arial" panose="020B0604020202020204" pitchFamily="34" charset="0"/>
              </a:rPr>
              <a:t>near tropopause where</a:t>
            </a:r>
          </a:p>
          <a:p>
            <a:pPr eaLnBrk="1" hangingPunct="1">
              <a:spcBef>
                <a:spcPct val="0"/>
              </a:spcBef>
              <a:buFontTx/>
              <a:buNone/>
            </a:pPr>
            <a:r>
              <a:rPr lang="en-US" altLang="en-US" sz="1400">
                <a:solidFill>
                  <a:srgbClr val="FF0000"/>
                </a:solidFill>
                <a:cs typeface="Arial" panose="020B0604020202020204" pitchFamily="34" charset="0"/>
              </a:rPr>
              <a:t>polar jet stream winds are maximum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134FBF85-7DD5-A04B-824D-81F59026A3B0}"/>
              </a:ext>
            </a:extLst>
          </p:cNvPr>
          <p:cNvSpPr>
            <a:spLocks noGrp="1" noChangeArrowheads="1"/>
          </p:cNvSpPr>
          <p:nvPr>
            <p:ph type="title"/>
          </p:nvPr>
        </p:nvSpPr>
        <p:spPr/>
        <p:txBody>
          <a:bodyPr/>
          <a:lstStyle/>
          <a:p>
            <a:endParaRPr lang="en-US" altLang="en-US">
              <a:ea typeface="ＭＳ Ｐゴシック" panose="020B0600070205080204" pitchFamily="34" charset="-128"/>
            </a:endParaRPr>
          </a:p>
        </p:txBody>
      </p:sp>
      <p:pic>
        <p:nvPicPr>
          <p:cNvPr id="92162" name="Picture 3" descr="cntl-temp_surface-01-pm.png">
            <a:extLst>
              <a:ext uri="{FF2B5EF4-FFF2-40B4-BE49-F238E27FC236}">
                <a16:creationId xmlns:a16="http://schemas.microsoft.com/office/drawing/2014/main" id="{41184D69-04D4-B84A-845C-73D37A49DDE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02163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3" name="Picture 11" descr="cntl-temp_500-01-pm.png">
            <a:extLst>
              <a:ext uri="{FF2B5EF4-FFF2-40B4-BE49-F238E27FC236}">
                <a16:creationId xmlns:a16="http://schemas.microsoft.com/office/drawing/2014/main" id="{E37836D1-2233-4E49-B3BF-9AC8E4264C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802163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TextBox 2">
            <a:extLst>
              <a:ext uri="{FF2B5EF4-FFF2-40B4-BE49-F238E27FC236}">
                <a16:creationId xmlns:a16="http://schemas.microsoft.com/office/drawing/2014/main" id="{EDDD6FFC-FFD2-9B4A-9167-185F6FAB6A4A}"/>
              </a:ext>
            </a:extLst>
          </p:cNvPr>
          <p:cNvSpPr txBox="1">
            <a:spLocks noChangeArrowheads="1"/>
          </p:cNvSpPr>
          <p:nvPr/>
        </p:nvSpPr>
        <p:spPr bwMode="auto">
          <a:xfrm>
            <a:off x="6764338" y="5295900"/>
            <a:ext cx="2379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Build Your Own Earth</a:t>
            </a:r>
          </a:p>
        </p:txBody>
      </p:sp>
      <p:grpSp>
        <p:nvGrpSpPr>
          <p:cNvPr id="92165" name="Group 5">
            <a:extLst>
              <a:ext uri="{FF2B5EF4-FFF2-40B4-BE49-F238E27FC236}">
                <a16:creationId xmlns:a16="http://schemas.microsoft.com/office/drawing/2014/main" id="{05CCEB4C-5C0D-DF44-B26C-85879372631A}"/>
              </a:ext>
            </a:extLst>
          </p:cNvPr>
          <p:cNvGrpSpPr>
            <a:grpSpLocks/>
          </p:cNvGrpSpPr>
          <p:nvPr/>
        </p:nvGrpSpPr>
        <p:grpSpPr bwMode="auto">
          <a:xfrm>
            <a:off x="557213" y="788988"/>
            <a:ext cx="7359650" cy="620712"/>
            <a:chOff x="557869" y="723900"/>
            <a:chExt cx="7359117" cy="620096"/>
          </a:xfrm>
        </p:grpSpPr>
        <p:sp>
          <p:nvSpPr>
            <p:cNvPr id="7" name="Freeform 6">
              <a:extLst>
                <a:ext uri="{FF2B5EF4-FFF2-40B4-BE49-F238E27FC236}">
                  <a16:creationId xmlns:a16="http://schemas.microsoft.com/office/drawing/2014/main" id="{6C81D08C-BFEB-E146-AD65-30DDDB1AE34F}"/>
                </a:ext>
              </a:extLst>
            </p:cNvPr>
            <p:cNvSpPr>
              <a:spLocks/>
            </p:cNvSpPr>
            <p:nvPr/>
          </p:nvSpPr>
          <p:spPr bwMode="auto">
            <a:xfrm>
              <a:off x="557869" y="807954"/>
              <a:ext cx="7359117" cy="417099"/>
            </a:xfrm>
            <a:custGeom>
              <a:avLst/>
              <a:gdLst>
                <a:gd name="T0" fmla="*/ 0 w 7359117"/>
                <a:gd name="T1" fmla="*/ 367411 h 416875"/>
                <a:gd name="T2" fmla="*/ 284869 w 7359117"/>
                <a:gd name="T3" fmla="*/ 367411 h 416875"/>
                <a:gd name="T4" fmla="*/ 545999 w 7359117"/>
                <a:gd name="T5" fmla="*/ 343660 h 416875"/>
                <a:gd name="T6" fmla="*/ 581607 w 7359117"/>
                <a:gd name="T7" fmla="*/ 296158 h 416875"/>
                <a:gd name="T8" fmla="*/ 735911 w 7359117"/>
                <a:gd name="T9" fmla="*/ 213029 h 416875"/>
                <a:gd name="T10" fmla="*/ 961433 w 7359117"/>
                <a:gd name="T11" fmla="*/ 94274 h 416875"/>
                <a:gd name="T12" fmla="*/ 1151345 w 7359117"/>
                <a:gd name="T13" fmla="*/ 11145 h 416875"/>
                <a:gd name="T14" fmla="*/ 1388736 w 7359117"/>
                <a:gd name="T15" fmla="*/ 11145 h 416875"/>
                <a:gd name="T16" fmla="*/ 1590518 w 7359117"/>
                <a:gd name="T17" fmla="*/ 106149 h 416875"/>
                <a:gd name="T18" fmla="*/ 1697344 w 7359117"/>
                <a:gd name="T19" fmla="*/ 165527 h 416875"/>
                <a:gd name="T20" fmla="*/ 1887257 w 7359117"/>
                <a:gd name="T21" fmla="*/ 248656 h 416875"/>
                <a:gd name="T22" fmla="*/ 2207735 w 7359117"/>
                <a:gd name="T23" fmla="*/ 284283 h 416875"/>
                <a:gd name="T24" fmla="*/ 2658777 w 7359117"/>
                <a:gd name="T25" fmla="*/ 236780 h 416875"/>
                <a:gd name="T26" fmla="*/ 2801212 w 7359117"/>
                <a:gd name="T27" fmla="*/ 213029 h 416875"/>
                <a:gd name="T28" fmla="*/ 3133559 w 7359117"/>
                <a:gd name="T29" fmla="*/ 153652 h 416875"/>
                <a:gd name="T30" fmla="*/ 3477776 w 7359117"/>
                <a:gd name="T31" fmla="*/ 58647 h 416875"/>
                <a:gd name="T32" fmla="*/ 3643950 w 7359117"/>
                <a:gd name="T33" fmla="*/ 82398 h 416875"/>
                <a:gd name="T34" fmla="*/ 3774515 w 7359117"/>
                <a:gd name="T35" fmla="*/ 106149 h 416875"/>
                <a:gd name="T36" fmla="*/ 4083123 w 7359117"/>
                <a:gd name="T37" fmla="*/ 177402 h 416875"/>
                <a:gd name="T38" fmla="*/ 4308644 w 7359117"/>
                <a:gd name="T39" fmla="*/ 189278 h 416875"/>
                <a:gd name="T40" fmla="*/ 4652861 w 7359117"/>
                <a:gd name="T41" fmla="*/ 391162 h 416875"/>
                <a:gd name="T42" fmla="*/ 5020817 w 7359117"/>
                <a:gd name="T43" fmla="*/ 403037 h 416875"/>
                <a:gd name="T44" fmla="*/ 5780468 w 7359117"/>
                <a:gd name="T45" fmla="*/ 414913 h 416875"/>
                <a:gd name="T46" fmla="*/ 6457032 w 7359117"/>
                <a:gd name="T47" fmla="*/ 355536 h 416875"/>
                <a:gd name="T48" fmla="*/ 7359117 w 7359117"/>
                <a:gd name="T49" fmla="*/ 236780 h 4168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359117" h="416875">
                  <a:moveTo>
                    <a:pt x="0" y="367214"/>
                  </a:moveTo>
                  <a:cubicBezTo>
                    <a:pt x="96934" y="369192"/>
                    <a:pt x="193869" y="371170"/>
                    <a:pt x="284869" y="367214"/>
                  </a:cubicBezTo>
                  <a:cubicBezTo>
                    <a:pt x="375869" y="363258"/>
                    <a:pt x="496543" y="355344"/>
                    <a:pt x="545999" y="343475"/>
                  </a:cubicBezTo>
                  <a:cubicBezTo>
                    <a:pt x="595455" y="331606"/>
                    <a:pt x="549955" y="317759"/>
                    <a:pt x="581607" y="295999"/>
                  </a:cubicBezTo>
                  <a:cubicBezTo>
                    <a:pt x="613259" y="274239"/>
                    <a:pt x="735911" y="212915"/>
                    <a:pt x="735911" y="212915"/>
                  </a:cubicBezTo>
                  <a:cubicBezTo>
                    <a:pt x="799215" y="179286"/>
                    <a:pt x="892194" y="127852"/>
                    <a:pt x="961433" y="94223"/>
                  </a:cubicBezTo>
                  <a:cubicBezTo>
                    <a:pt x="1030672" y="60594"/>
                    <a:pt x="1080128" y="24986"/>
                    <a:pt x="1151345" y="11139"/>
                  </a:cubicBezTo>
                  <a:cubicBezTo>
                    <a:pt x="1222562" y="-2708"/>
                    <a:pt x="1315541" y="-4686"/>
                    <a:pt x="1388736" y="11139"/>
                  </a:cubicBezTo>
                  <a:cubicBezTo>
                    <a:pt x="1461931" y="26964"/>
                    <a:pt x="1539083" y="80375"/>
                    <a:pt x="1590518" y="106092"/>
                  </a:cubicBezTo>
                  <a:cubicBezTo>
                    <a:pt x="1641953" y="131808"/>
                    <a:pt x="1647888" y="141700"/>
                    <a:pt x="1697344" y="165438"/>
                  </a:cubicBezTo>
                  <a:cubicBezTo>
                    <a:pt x="1746800" y="189176"/>
                    <a:pt x="1802192" y="228740"/>
                    <a:pt x="1887257" y="248522"/>
                  </a:cubicBezTo>
                  <a:cubicBezTo>
                    <a:pt x="1972322" y="268304"/>
                    <a:pt x="2079148" y="286108"/>
                    <a:pt x="2207735" y="284130"/>
                  </a:cubicBezTo>
                  <a:cubicBezTo>
                    <a:pt x="2336322" y="282152"/>
                    <a:pt x="2559864" y="248522"/>
                    <a:pt x="2658777" y="236653"/>
                  </a:cubicBezTo>
                  <a:cubicBezTo>
                    <a:pt x="2757690" y="224784"/>
                    <a:pt x="2801212" y="212915"/>
                    <a:pt x="2801212" y="212915"/>
                  </a:cubicBezTo>
                  <a:cubicBezTo>
                    <a:pt x="2880342" y="199068"/>
                    <a:pt x="3020798" y="179285"/>
                    <a:pt x="3133559" y="153569"/>
                  </a:cubicBezTo>
                  <a:cubicBezTo>
                    <a:pt x="3246320" y="127853"/>
                    <a:pt x="3392711" y="70485"/>
                    <a:pt x="3477776" y="58616"/>
                  </a:cubicBezTo>
                  <a:lnTo>
                    <a:pt x="3643950" y="82354"/>
                  </a:lnTo>
                  <a:cubicBezTo>
                    <a:pt x="3693407" y="90267"/>
                    <a:pt x="3701320" y="90267"/>
                    <a:pt x="3774515" y="106092"/>
                  </a:cubicBezTo>
                  <a:cubicBezTo>
                    <a:pt x="3847710" y="121917"/>
                    <a:pt x="3994102" y="163460"/>
                    <a:pt x="4083123" y="177307"/>
                  </a:cubicBezTo>
                  <a:cubicBezTo>
                    <a:pt x="4172144" y="191154"/>
                    <a:pt x="4213688" y="153568"/>
                    <a:pt x="4308644" y="189176"/>
                  </a:cubicBezTo>
                  <a:cubicBezTo>
                    <a:pt x="4403600" y="224783"/>
                    <a:pt x="4534166" y="355344"/>
                    <a:pt x="4652861" y="390952"/>
                  </a:cubicBezTo>
                  <a:cubicBezTo>
                    <a:pt x="4771557" y="426560"/>
                    <a:pt x="5020817" y="402821"/>
                    <a:pt x="5020817" y="402821"/>
                  </a:cubicBezTo>
                  <a:cubicBezTo>
                    <a:pt x="5208752" y="406777"/>
                    <a:pt x="5541099" y="422603"/>
                    <a:pt x="5780468" y="414690"/>
                  </a:cubicBezTo>
                  <a:cubicBezTo>
                    <a:pt x="6019837" y="406777"/>
                    <a:pt x="6193924" y="385018"/>
                    <a:pt x="6457032" y="355345"/>
                  </a:cubicBezTo>
                  <a:cubicBezTo>
                    <a:pt x="6720140" y="325672"/>
                    <a:pt x="7359117" y="236653"/>
                    <a:pt x="7359117" y="236653"/>
                  </a:cubicBezTo>
                </a:path>
              </a:pathLst>
            </a:custGeom>
            <a:noFill/>
            <a:ln w="76200" cap="flat" cmpd="sng">
              <a:solidFill>
                <a:srgbClr val="0000FF"/>
              </a:solidFill>
              <a:prstDash val="solid"/>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pPr eaLnBrk="1" hangingPunct="1">
                <a:defRPr/>
              </a:pPr>
              <a:endParaRPr lang="en-US"/>
            </a:p>
          </p:txBody>
        </p:sp>
        <p:sp>
          <p:nvSpPr>
            <p:cNvPr id="8" name="Isosceles Triangle 7">
              <a:extLst>
                <a:ext uri="{FF2B5EF4-FFF2-40B4-BE49-F238E27FC236}">
                  <a16:creationId xmlns:a16="http://schemas.microsoft.com/office/drawing/2014/main" id="{0BAE7C4A-6BAF-F24C-87A9-7E96EC5674FE}"/>
                </a:ext>
              </a:extLst>
            </p:cNvPr>
            <p:cNvSpPr/>
            <p:nvPr/>
          </p:nvSpPr>
          <p:spPr>
            <a:xfrm>
              <a:off x="2057947" y="723900"/>
              <a:ext cx="457167" cy="380622"/>
            </a:xfrm>
            <a:prstGeom prst="triangle">
              <a:avLst/>
            </a:prstGeom>
            <a:solidFill>
              <a:srgbClr val="0000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9" name="Isosceles Triangle 8">
              <a:extLst>
                <a:ext uri="{FF2B5EF4-FFF2-40B4-BE49-F238E27FC236}">
                  <a16:creationId xmlns:a16="http://schemas.microsoft.com/office/drawing/2014/main" id="{EAD5568E-B750-2143-B2B0-DC43FFFF4EE4}"/>
                </a:ext>
              </a:extLst>
            </p:cNvPr>
            <p:cNvSpPr/>
            <p:nvPr/>
          </p:nvSpPr>
          <p:spPr>
            <a:xfrm rot="19642126" flipH="1">
              <a:off x="6228008" y="1041085"/>
              <a:ext cx="331763" cy="302911"/>
            </a:xfrm>
            <a:prstGeom prst="triangle">
              <a:avLst/>
            </a:prstGeom>
            <a:solidFill>
              <a:srgbClr val="0000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rgbClr val="FFFFFF"/>
                </a:solidFill>
              </a:endParaRPr>
            </a:p>
          </p:txBody>
        </p:sp>
      </p:grpSp>
      <p:sp>
        <p:nvSpPr>
          <p:cNvPr id="92166" name="TextBox 9">
            <a:extLst>
              <a:ext uri="{FF2B5EF4-FFF2-40B4-BE49-F238E27FC236}">
                <a16:creationId xmlns:a16="http://schemas.microsoft.com/office/drawing/2014/main" id="{26C16D27-7BAF-724B-A088-1CB880D6287D}"/>
              </a:ext>
            </a:extLst>
          </p:cNvPr>
          <p:cNvSpPr txBox="1">
            <a:spLocks noChangeArrowheads="1"/>
          </p:cNvSpPr>
          <p:nvPr/>
        </p:nvSpPr>
        <p:spPr bwMode="auto">
          <a:xfrm>
            <a:off x="5715000" y="4557713"/>
            <a:ext cx="1914525" cy="522287"/>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400">
                <a:solidFill>
                  <a:srgbClr val="FF0000"/>
                </a:solidFill>
                <a:cs typeface="Arial" panose="020B0604020202020204" pitchFamily="34" charset="0"/>
              </a:rPr>
              <a:t>about 5.5 km height</a:t>
            </a:r>
          </a:p>
          <a:p>
            <a:pPr eaLnBrk="1" hangingPunct="1">
              <a:spcBef>
                <a:spcPct val="0"/>
              </a:spcBef>
              <a:buFontTx/>
              <a:buNone/>
            </a:pPr>
            <a:r>
              <a:rPr lang="en-US" altLang="en-US" sz="1400">
                <a:solidFill>
                  <a:srgbClr val="FF0000"/>
                </a:solidFill>
                <a:cs typeface="Arial" panose="020B0604020202020204" pitchFamily="34" charset="0"/>
              </a:rPr>
              <a:t>in middle troposphere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5" name="Picture 2" descr="cntl-winds_250-01-pm.png">
            <a:extLst>
              <a:ext uri="{FF2B5EF4-FFF2-40B4-BE49-F238E27FC236}">
                <a16:creationId xmlns:a16="http://schemas.microsoft.com/office/drawing/2014/main" id="{E9899AA4-DD12-884E-8995-D55D78EA8B7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13" y="0"/>
            <a:ext cx="8021637"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6" name="TextBox 2">
            <a:extLst>
              <a:ext uri="{FF2B5EF4-FFF2-40B4-BE49-F238E27FC236}">
                <a16:creationId xmlns:a16="http://schemas.microsoft.com/office/drawing/2014/main" id="{4CA1D9AC-53E4-7949-AD4F-BF507F53FEC7}"/>
              </a:ext>
            </a:extLst>
          </p:cNvPr>
          <p:cNvSpPr txBox="1">
            <a:spLocks noChangeArrowheads="1"/>
          </p:cNvSpPr>
          <p:nvPr/>
        </p:nvSpPr>
        <p:spPr bwMode="auto">
          <a:xfrm>
            <a:off x="6764338" y="5295900"/>
            <a:ext cx="2379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Build Your Own Earth</a:t>
            </a:r>
          </a:p>
        </p:txBody>
      </p:sp>
      <p:grpSp>
        <p:nvGrpSpPr>
          <p:cNvPr id="93187" name="Group 7">
            <a:extLst>
              <a:ext uri="{FF2B5EF4-FFF2-40B4-BE49-F238E27FC236}">
                <a16:creationId xmlns:a16="http://schemas.microsoft.com/office/drawing/2014/main" id="{0287DB46-037C-8C4A-AB7C-863227C91DE2}"/>
              </a:ext>
            </a:extLst>
          </p:cNvPr>
          <p:cNvGrpSpPr>
            <a:grpSpLocks/>
          </p:cNvGrpSpPr>
          <p:nvPr/>
        </p:nvGrpSpPr>
        <p:grpSpPr bwMode="auto">
          <a:xfrm>
            <a:off x="557213" y="788988"/>
            <a:ext cx="7359650" cy="620712"/>
            <a:chOff x="557869" y="723900"/>
            <a:chExt cx="7359117" cy="620096"/>
          </a:xfrm>
        </p:grpSpPr>
        <p:sp>
          <p:nvSpPr>
            <p:cNvPr id="9" name="Freeform 8">
              <a:extLst>
                <a:ext uri="{FF2B5EF4-FFF2-40B4-BE49-F238E27FC236}">
                  <a16:creationId xmlns:a16="http://schemas.microsoft.com/office/drawing/2014/main" id="{2CF2B86F-5A49-B14D-8C47-D7676C708158}"/>
                </a:ext>
              </a:extLst>
            </p:cNvPr>
            <p:cNvSpPr>
              <a:spLocks/>
            </p:cNvSpPr>
            <p:nvPr/>
          </p:nvSpPr>
          <p:spPr bwMode="auto">
            <a:xfrm>
              <a:off x="557869" y="807954"/>
              <a:ext cx="7359117" cy="417099"/>
            </a:xfrm>
            <a:custGeom>
              <a:avLst/>
              <a:gdLst>
                <a:gd name="T0" fmla="*/ 0 w 7359117"/>
                <a:gd name="T1" fmla="*/ 367411 h 416875"/>
                <a:gd name="T2" fmla="*/ 284869 w 7359117"/>
                <a:gd name="T3" fmla="*/ 367411 h 416875"/>
                <a:gd name="T4" fmla="*/ 545999 w 7359117"/>
                <a:gd name="T5" fmla="*/ 343660 h 416875"/>
                <a:gd name="T6" fmla="*/ 581607 w 7359117"/>
                <a:gd name="T7" fmla="*/ 296158 h 416875"/>
                <a:gd name="T8" fmla="*/ 735911 w 7359117"/>
                <a:gd name="T9" fmla="*/ 213029 h 416875"/>
                <a:gd name="T10" fmla="*/ 961433 w 7359117"/>
                <a:gd name="T11" fmla="*/ 94274 h 416875"/>
                <a:gd name="T12" fmla="*/ 1151345 w 7359117"/>
                <a:gd name="T13" fmla="*/ 11145 h 416875"/>
                <a:gd name="T14" fmla="*/ 1388736 w 7359117"/>
                <a:gd name="T15" fmla="*/ 11145 h 416875"/>
                <a:gd name="T16" fmla="*/ 1590518 w 7359117"/>
                <a:gd name="T17" fmla="*/ 106149 h 416875"/>
                <a:gd name="T18" fmla="*/ 1697344 w 7359117"/>
                <a:gd name="T19" fmla="*/ 165527 h 416875"/>
                <a:gd name="T20" fmla="*/ 1887257 w 7359117"/>
                <a:gd name="T21" fmla="*/ 248656 h 416875"/>
                <a:gd name="T22" fmla="*/ 2207735 w 7359117"/>
                <a:gd name="T23" fmla="*/ 284283 h 416875"/>
                <a:gd name="T24" fmla="*/ 2658777 w 7359117"/>
                <a:gd name="T25" fmla="*/ 236780 h 416875"/>
                <a:gd name="T26" fmla="*/ 2801212 w 7359117"/>
                <a:gd name="T27" fmla="*/ 213029 h 416875"/>
                <a:gd name="T28" fmla="*/ 3133559 w 7359117"/>
                <a:gd name="T29" fmla="*/ 153652 h 416875"/>
                <a:gd name="T30" fmla="*/ 3477776 w 7359117"/>
                <a:gd name="T31" fmla="*/ 58647 h 416875"/>
                <a:gd name="T32" fmla="*/ 3643950 w 7359117"/>
                <a:gd name="T33" fmla="*/ 82398 h 416875"/>
                <a:gd name="T34" fmla="*/ 3774515 w 7359117"/>
                <a:gd name="T35" fmla="*/ 106149 h 416875"/>
                <a:gd name="T36" fmla="*/ 4083123 w 7359117"/>
                <a:gd name="T37" fmla="*/ 177402 h 416875"/>
                <a:gd name="T38" fmla="*/ 4308644 w 7359117"/>
                <a:gd name="T39" fmla="*/ 189278 h 416875"/>
                <a:gd name="T40" fmla="*/ 4652861 w 7359117"/>
                <a:gd name="T41" fmla="*/ 391162 h 416875"/>
                <a:gd name="T42" fmla="*/ 5020817 w 7359117"/>
                <a:gd name="T43" fmla="*/ 403037 h 416875"/>
                <a:gd name="T44" fmla="*/ 5780468 w 7359117"/>
                <a:gd name="T45" fmla="*/ 414913 h 416875"/>
                <a:gd name="T46" fmla="*/ 6457032 w 7359117"/>
                <a:gd name="T47" fmla="*/ 355536 h 416875"/>
                <a:gd name="T48" fmla="*/ 7359117 w 7359117"/>
                <a:gd name="T49" fmla="*/ 236780 h 4168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359117" h="416875">
                  <a:moveTo>
                    <a:pt x="0" y="367214"/>
                  </a:moveTo>
                  <a:cubicBezTo>
                    <a:pt x="96934" y="369192"/>
                    <a:pt x="193869" y="371170"/>
                    <a:pt x="284869" y="367214"/>
                  </a:cubicBezTo>
                  <a:cubicBezTo>
                    <a:pt x="375869" y="363258"/>
                    <a:pt x="496543" y="355344"/>
                    <a:pt x="545999" y="343475"/>
                  </a:cubicBezTo>
                  <a:cubicBezTo>
                    <a:pt x="595455" y="331606"/>
                    <a:pt x="549955" y="317759"/>
                    <a:pt x="581607" y="295999"/>
                  </a:cubicBezTo>
                  <a:cubicBezTo>
                    <a:pt x="613259" y="274239"/>
                    <a:pt x="735911" y="212915"/>
                    <a:pt x="735911" y="212915"/>
                  </a:cubicBezTo>
                  <a:cubicBezTo>
                    <a:pt x="799215" y="179286"/>
                    <a:pt x="892194" y="127852"/>
                    <a:pt x="961433" y="94223"/>
                  </a:cubicBezTo>
                  <a:cubicBezTo>
                    <a:pt x="1030672" y="60594"/>
                    <a:pt x="1080128" y="24986"/>
                    <a:pt x="1151345" y="11139"/>
                  </a:cubicBezTo>
                  <a:cubicBezTo>
                    <a:pt x="1222562" y="-2708"/>
                    <a:pt x="1315541" y="-4686"/>
                    <a:pt x="1388736" y="11139"/>
                  </a:cubicBezTo>
                  <a:cubicBezTo>
                    <a:pt x="1461931" y="26964"/>
                    <a:pt x="1539083" y="80375"/>
                    <a:pt x="1590518" y="106092"/>
                  </a:cubicBezTo>
                  <a:cubicBezTo>
                    <a:pt x="1641953" y="131808"/>
                    <a:pt x="1647888" y="141700"/>
                    <a:pt x="1697344" y="165438"/>
                  </a:cubicBezTo>
                  <a:cubicBezTo>
                    <a:pt x="1746800" y="189176"/>
                    <a:pt x="1802192" y="228740"/>
                    <a:pt x="1887257" y="248522"/>
                  </a:cubicBezTo>
                  <a:cubicBezTo>
                    <a:pt x="1972322" y="268304"/>
                    <a:pt x="2079148" y="286108"/>
                    <a:pt x="2207735" y="284130"/>
                  </a:cubicBezTo>
                  <a:cubicBezTo>
                    <a:pt x="2336322" y="282152"/>
                    <a:pt x="2559864" y="248522"/>
                    <a:pt x="2658777" y="236653"/>
                  </a:cubicBezTo>
                  <a:cubicBezTo>
                    <a:pt x="2757690" y="224784"/>
                    <a:pt x="2801212" y="212915"/>
                    <a:pt x="2801212" y="212915"/>
                  </a:cubicBezTo>
                  <a:cubicBezTo>
                    <a:pt x="2880342" y="199068"/>
                    <a:pt x="3020798" y="179285"/>
                    <a:pt x="3133559" y="153569"/>
                  </a:cubicBezTo>
                  <a:cubicBezTo>
                    <a:pt x="3246320" y="127853"/>
                    <a:pt x="3392711" y="70485"/>
                    <a:pt x="3477776" y="58616"/>
                  </a:cubicBezTo>
                  <a:lnTo>
                    <a:pt x="3643950" y="82354"/>
                  </a:lnTo>
                  <a:cubicBezTo>
                    <a:pt x="3693407" y="90267"/>
                    <a:pt x="3701320" y="90267"/>
                    <a:pt x="3774515" y="106092"/>
                  </a:cubicBezTo>
                  <a:cubicBezTo>
                    <a:pt x="3847710" y="121917"/>
                    <a:pt x="3994102" y="163460"/>
                    <a:pt x="4083123" y="177307"/>
                  </a:cubicBezTo>
                  <a:cubicBezTo>
                    <a:pt x="4172144" y="191154"/>
                    <a:pt x="4213688" y="153568"/>
                    <a:pt x="4308644" y="189176"/>
                  </a:cubicBezTo>
                  <a:cubicBezTo>
                    <a:pt x="4403600" y="224783"/>
                    <a:pt x="4534166" y="355344"/>
                    <a:pt x="4652861" y="390952"/>
                  </a:cubicBezTo>
                  <a:cubicBezTo>
                    <a:pt x="4771557" y="426560"/>
                    <a:pt x="5020817" y="402821"/>
                    <a:pt x="5020817" y="402821"/>
                  </a:cubicBezTo>
                  <a:cubicBezTo>
                    <a:pt x="5208752" y="406777"/>
                    <a:pt x="5541099" y="422603"/>
                    <a:pt x="5780468" y="414690"/>
                  </a:cubicBezTo>
                  <a:cubicBezTo>
                    <a:pt x="6019837" y="406777"/>
                    <a:pt x="6193924" y="385018"/>
                    <a:pt x="6457032" y="355345"/>
                  </a:cubicBezTo>
                  <a:cubicBezTo>
                    <a:pt x="6720140" y="325672"/>
                    <a:pt x="7359117" y="236653"/>
                    <a:pt x="7359117" y="236653"/>
                  </a:cubicBezTo>
                </a:path>
              </a:pathLst>
            </a:custGeom>
            <a:noFill/>
            <a:ln w="76200" cap="flat" cmpd="sng">
              <a:solidFill>
                <a:srgbClr val="0000FF"/>
              </a:solidFill>
              <a:prstDash val="solid"/>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pPr eaLnBrk="1" hangingPunct="1">
                <a:defRPr/>
              </a:pPr>
              <a:endParaRPr lang="en-US"/>
            </a:p>
          </p:txBody>
        </p:sp>
        <p:sp>
          <p:nvSpPr>
            <p:cNvPr id="10" name="Isosceles Triangle 9">
              <a:extLst>
                <a:ext uri="{FF2B5EF4-FFF2-40B4-BE49-F238E27FC236}">
                  <a16:creationId xmlns:a16="http://schemas.microsoft.com/office/drawing/2014/main" id="{FE86F825-B444-D348-9B10-97D533299299}"/>
                </a:ext>
              </a:extLst>
            </p:cNvPr>
            <p:cNvSpPr/>
            <p:nvPr/>
          </p:nvSpPr>
          <p:spPr>
            <a:xfrm>
              <a:off x="2057947" y="723900"/>
              <a:ext cx="457167" cy="380622"/>
            </a:xfrm>
            <a:prstGeom prst="triangle">
              <a:avLst/>
            </a:prstGeom>
            <a:solidFill>
              <a:srgbClr val="0000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1" name="Isosceles Triangle 10">
              <a:extLst>
                <a:ext uri="{FF2B5EF4-FFF2-40B4-BE49-F238E27FC236}">
                  <a16:creationId xmlns:a16="http://schemas.microsoft.com/office/drawing/2014/main" id="{B8FBEF05-5446-1340-B3A9-5E69290622FA}"/>
                </a:ext>
              </a:extLst>
            </p:cNvPr>
            <p:cNvSpPr/>
            <p:nvPr/>
          </p:nvSpPr>
          <p:spPr>
            <a:xfrm rot="19642126" flipH="1">
              <a:off x="6228008" y="1041085"/>
              <a:ext cx="331763" cy="302911"/>
            </a:xfrm>
            <a:prstGeom prst="triangle">
              <a:avLst/>
            </a:prstGeom>
            <a:solidFill>
              <a:srgbClr val="0000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rgbClr val="FFFFFF"/>
                </a:solidFil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3" name="Picture 2" descr="cntl-winds_250-01-pm.png">
            <a:extLst>
              <a:ext uri="{FF2B5EF4-FFF2-40B4-BE49-F238E27FC236}">
                <a16:creationId xmlns:a16="http://schemas.microsoft.com/office/drawing/2014/main" id="{EBD16951-4956-2B41-9C81-A938FD98F1A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13" y="0"/>
            <a:ext cx="8021637"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4" name="TextBox 2">
            <a:extLst>
              <a:ext uri="{FF2B5EF4-FFF2-40B4-BE49-F238E27FC236}">
                <a16:creationId xmlns:a16="http://schemas.microsoft.com/office/drawing/2014/main" id="{9460CBB4-35BA-B749-B2E3-A13AB7DB0ABC}"/>
              </a:ext>
            </a:extLst>
          </p:cNvPr>
          <p:cNvSpPr txBox="1">
            <a:spLocks noChangeArrowheads="1"/>
          </p:cNvSpPr>
          <p:nvPr/>
        </p:nvSpPr>
        <p:spPr bwMode="auto">
          <a:xfrm>
            <a:off x="6764338" y="5295900"/>
            <a:ext cx="2379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Build Your Own Earth</a:t>
            </a:r>
          </a:p>
        </p:txBody>
      </p:sp>
      <p:sp>
        <p:nvSpPr>
          <p:cNvPr id="6" name="Circular Arrow 5">
            <a:extLst>
              <a:ext uri="{FF2B5EF4-FFF2-40B4-BE49-F238E27FC236}">
                <a16:creationId xmlns:a16="http://schemas.microsoft.com/office/drawing/2014/main" id="{76A12637-1183-EB45-9D32-4A69953A1A3C}"/>
              </a:ext>
            </a:extLst>
          </p:cNvPr>
          <p:cNvSpPr>
            <a:spLocks/>
          </p:cNvSpPr>
          <p:nvPr/>
        </p:nvSpPr>
        <p:spPr bwMode="auto">
          <a:xfrm>
            <a:off x="1066800" y="495300"/>
            <a:ext cx="1524000" cy="1295400"/>
          </a:xfrm>
          <a:custGeom>
            <a:avLst/>
            <a:gdLst>
              <a:gd name="T0" fmla="*/ 80963 w 1524000"/>
              <a:gd name="T1" fmla="*/ 647700 h 1295400"/>
              <a:gd name="T2" fmla="*/ 679681 w 1524000"/>
              <a:gd name="T3" fmla="*/ 85117 h 1295400"/>
              <a:gd name="T4" fmla="*/ 1402910 w 1524000"/>
              <a:gd name="T5" fmla="*/ 456033 h 1295400"/>
              <a:gd name="T6" fmla="*/ 1475924 w 1524000"/>
              <a:gd name="T7" fmla="*/ 455067 h 1295400"/>
              <a:gd name="T8" fmla="*/ 1361995 w 1524000"/>
              <a:gd name="T9" fmla="*/ 639759 h 1295400"/>
              <a:gd name="T10" fmla="*/ 1152102 w 1524000"/>
              <a:gd name="T11" fmla="*/ 459353 h 1295400"/>
              <a:gd name="T12" fmla="*/ 1220887 w 1524000"/>
              <a:gd name="T13" fmla="*/ 458442 h 1295400"/>
              <a:gd name="T14" fmla="*/ 682739 w 1524000"/>
              <a:gd name="T15" fmla="*/ 247633 h 1295400"/>
              <a:gd name="T16" fmla="*/ 242887 w 1524000"/>
              <a:gd name="T17" fmla="*/ 647699 h 1295400"/>
              <a:gd name="T18" fmla="*/ 80963 w 1524000"/>
              <a:gd name="T19" fmla="*/ 647700 h 12954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24000" h="1295400">
                <a:moveTo>
                  <a:pt x="80963" y="647700"/>
                </a:moveTo>
                <a:cubicBezTo>
                  <a:pt x="80963" y="361193"/>
                  <a:pt x="337915" y="119749"/>
                  <a:pt x="679681" y="85117"/>
                </a:cubicBezTo>
                <a:cubicBezTo>
                  <a:pt x="995237" y="53141"/>
                  <a:pt x="1295403" y="207085"/>
                  <a:pt x="1402910" y="456033"/>
                </a:cubicBezTo>
                <a:lnTo>
                  <a:pt x="1475924" y="455067"/>
                </a:lnTo>
                <a:lnTo>
                  <a:pt x="1361995" y="639759"/>
                </a:lnTo>
                <a:lnTo>
                  <a:pt x="1152102" y="459353"/>
                </a:lnTo>
                <a:lnTo>
                  <a:pt x="1220887" y="458442"/>
                </a:lnTo>
                <a:cubicBezTo>
                  <a:pt x="1117445" y="305920"/>
                  <a:pt x="901402" y="221289"/>
                  <a:pt x="682739" y="247633"/>
                </a:cubicBezTo>
                <a:cubicBezTo>
                  <a:pt x="429648" y="278125"/>
                  <a:pt x="242887" y="447993"/>
                  <a:pt x="242887" y="647699"/>
                </a:cubicBezTo>
                <a:lnTo>
                  <a:pt x="80963" y="647700"/>
                </a:lnTo>
                <a:close/>
              </a:path>
            </a:pathLst>
          </a:custGeom>
          <a:solidFill>
            <a:srgbClr val="0000FF"/>
          </a:solidFill>
          <a:ln w="9525" cap="flat" cmpd="sng">
            <a:solidFill>
              <a:srgbClr val="0000FF"/>
            </a:solidFill>
            <a:prstDash val="solid"/>
            <a:round/>
            <a:headEnd/>
            <a:tailEnd/>
          </a:ln>
          <a:effectLst>
            <a:outerShdw blurRad="40000" dist="23000" dir="5400000" rotWithShape="0">
              <a:srgbClr val="000000">
                <a:alpha val="34999"/>
              </a:srgbClr>
            </a:outerShdw>
          </a:effectLst>
        </p:spPr>
        <p:txBody>
          <a:bodyPr anchor="ctr"/>
          <a:lstStyle/>
          <a:p>
            <a:pPr eaLnBrk="1" hangingPunct="1">
              <a:defRPr/>
            </a:pPr>
            <a:endParaRPr lang="en-US"/>
          </a:p>
        </p:txBody>
      </p:sp>
      <p:sp>
        <p:nvSpPr>
          <p:cNvPr id="14" name="Circular Arrow 13">
            <a:extLst>
              <a:ext uri="{FF2B5EF4-FFF2-40B4-BE49-F238E27FC236}">
                <a16:creationId xmlns:a16="http://schemas.microsoft.com/office/drawing/2014/main" id="{0B1F6A37-DF74-3644-98CF-6864195FD32B}"/>
              </a:ext>
            </a:extLst>
          </p:cNvPr>
          <p:cNvSpPr>
            <a:spLocks/>
          </p:cNvSpPr>
          <p:nvPr/>
        </p:nvSpPr>
        <p:spPr bwMode="auto">
          <a:xfrm>
            <a:off x="3581400" y="571500"/>
            <a:ext cx="1524000" cy="1295400"/>
          </a:xfrm>
          <a:custGeom>
            <a:avLst/>
            <a:gdLst>
              <a:gd name="T0" fmla="*/ 80963 w 1524000"/>
              <a:gd name="T1" fmla="*/ 647700 h 1295400"/>
              <a:gd name="T2" fmla="*/ 679681 w 1524000"/>
              <a:gd name="T3" fmla="*/ 85117 h 1295400"/>
              <a:gd name="T4" fmla="*/ 1402910 w 1524000"/>
              <a:gd name="T5" fmla="*/ 456033 h 1295400"/>
              <a:gd name="T6" fmla="*/ 1475924 w 1524000"/>
              <a:gd name="T7" fmla="*/ 455067 h 1295400"/>
              <a:gd name="T8" fmla="*/ 1361995 w 1524000"/>
              <a:gd name="T9" fmla="*/ 639759 h 1295400"/>
              <a:gd name="T10" fmla="*/ 1152102 w 1524000"/>
              <a:gd name="T11" fmla="*/ 459353 h 1295400"/>
              <a:gd name="T12" fmla="*/ 1220887 w 1524000"/>
              <a:gd name="T13" fmla="*/ 458442 h 1295400"/>
              <a:gd name="T14" fmla="*/ 682739 w 1524000"/>
              <a:gd name="T15" fmla="*/ 247633 h 1295400"/>
              <a:gd name="T16" fmla="*/ 242887 w 1524000"/>
              <a:gd name="T17" fmla="*/ 647699 h 1295400"/>
              <a:gd name="T18" fmla="*/ 80963 w 1524000"/>
              <a:gd name="T19" fmla="*/ 647700 h 12954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24000" h="1295400">
                <a:moveTo>
                  <a:pt x="80963" y="647700"/>
                </a:moveTo>
                <a:cubicBezTo>
                  <a:pt x="80963" y="361193"/>
                  <a:pt x="337915" y="119749"/>
                  <a:pt x="679681" y="85117"/>
                </a:cubicBezTo>
                <a:cubicBezTo>
                  <a:pt x="995237" y="53141"/>
                  <a:pt x="1295403" y="207085"/>
                  <a:pt x="1402910" y="456033"/>
                </a:cubicBezTo>
                <a:lnTo>
                  <a:pt x="1475924" y="455067"/>
                </a:lnTo>
                <a:lnTo>
                  <a:pt x="1361995" y="639759"/>
                </a:lnTo>
                <a:lnTo>
                  <a:pt x="1152102" y="459353"/>
                </a:lnTo>
                <a:lnTo>
                  <a:pt x="1220887" y="458442"/>
                </a:lnTo>
                <a:cubicBezTo>
                  <a:pt x="1117445" y="305920"/>
                  <a:pt x="901402" y="221289"/>
                  <a:pt x="682739" y="247633"/>
                </a:cubicBezTo>
                <a:cubicBezTo>
                  <a:pt x="429648" y="278125"/>
                  <a:pt x="242887" y="447993"/>
                  <a:pt x="242887" y="647699"/>
                </a:cubicBezTo>
                <a:lnTo>
                  <a:pt x="80963" y="647700"/>
                </a:lnTo>
                <a:close/>
              </a:path>
            </a:pathLst>
          </a:custGeom>
          <a:solidFill>
            <a:srgbClr val="0000FF"/>
          </a:solidFill>
          <a:ln w="9525" cap="flat" cmpd="sng">
            <a:solidFill>
              <a:srgbClr val="0000FF"/>
            </a:solidFill>
            <a:prstDash val="solid"/>
            <a:round/>
            <a:headEnd/>
            <a:tailEnd/>
          </a:ln>
          <a:effectLst>
            <a:outerShdw blurRad="40000" dist="23000" dir="5400000" rotWithShape="0">
              <a:srgbClr val="000000">
                <a:alpha val="34999"/>
              </a:srgbClr>
            </a:outerShdw>
          </a:effectLst>
        </p:spPr>
        <p:txBody>
          <a:bodyPr anchor="ctr"/>
          <a:lstStyle/>
          <a:p>
            <a:pPr eaLnBrk="1" hangingPunct="1">
              <a:defRPr/>
            </a:pPr>
            <a:endParaRPr lang="en-US"/>
          </a:p>
        </p:txBody>
      </p:sp>
      <p:sp>
        <p:nvSpPr>
          <p:cNvPr id="15" name="Circular Arrow 14">
            <a:extLst>
              <a:ext uri="{FF2B5EF4-FFF2-40B4-BE49-F238E27FC236}">
                <a16:creationId xmlns:a16="http://schemas.microsoft.com/office/drawing/2014/main" id="{AD26AF42-D621-794E-ADF2-C6B56A405D2A}"/>
              </a:ext>
            </a:extLst>
          </p:cNvPr>
          <p:cNvSpPr>
            <a:spLocks/>
          </p:cNvSpPr>
          <p:nvPr/>
        </p:nvSpPr>
        <p:spPr bwMode="auto">
          <a:xfrm>
            <a:off x="5257800" y="571500"/>
            <a:ext cx="1524000" cy="1295400"/>
          </a:xfrm>
          <a:custGeom>
            <a:avLst/>
            <a:gdLst>
              <a:gd name="T0" fmla="*/ 80963 w 1524000"/>
              <a:gd name="T1" fmla="*/ 647700 h 1295400"/>
              <a:gd name="T2" fmla="*/ 679681 w 1524000"/>
              <a:gd name="T3" fmla="*/ 85117 h 1295400"/>
              <a:gd name="T4" fmla="*/ 1402910 w 1524000"/>
              <a:gd name="T5" fmla="*/ 456033 h 1295400"/>
              <a:gd name="T6" fmla="*/ 1475924 w 1524000"/>
              <a:gd name="T7" fmla="*/ 455067 h 1295400"/>
              <a:gd name="T8" fmla="*/ 1361995 w 1524000"/>
              <a:gd name="T9" fmla="*/ 639759 h 1295400"/>
              <a:gd name="T10" fmla="*/ 1152102 w 1524000"/>
              <a:gd name="T11" fmla="*/ 459353 h 1295400"/>
              <a:gd name="T12" fmla="*/ 1220887 w 1524000"/>
              <a:gd name="T13" fmla="*/ 458442 h 1295400"/>
              <a:gd name="T14" fmla="*/ 682739 w 1524000"/>
              <a:gd name="T15" fmla="*/ 247633 h 1295400"/>
              <a:gd name="T16" fmla="*/ 242887 w 1524000"/>
              <a:gd name="T17" fmla="*/ 647699 h 1295400"/>
              <a:gd name="T18" fmla="*/ 80963 w 1524000"/>
              <a:gd name="T19" fmla="*/ 647700 h 12954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24000" h="1295400">
                <a:moveTo>
                  <a:pt x="80963" y="647700"/>
                </a:moveTo>
                <a:cubicBezTo>
                  <a:pt x="80963" y="361193"/>
                  <a:pt x="337915" y="119749"/>
                  <a:pt x="679681" y="85117"/>
                </a:cubicBezTo>
                <a:cubicBezTo>
                  <a:pt x="995237" y="53141"/>
                  <a:pt x="1295403" y="207085"/>
                  <a:pt x="1402910" y="456033"/>
                </a:cubicBezTo>
                <a:lnTo>
                  <a:pt x="1475924" y="455067"/>
                </a:lnTo>
                <a:lnTo>
                  <a:pt x="1361995" y="639759"/>
                </a:lnTo>
                <a:lnTo>
                  <a:pt x="1152102" y="459353"/>
                </a:lnTo>
                <a:lnTo>
                  <a:pt x="1220887" y="458442"/>
                </a:lnTo>
                <a:cubicBezTo>
                  <a:pt x="1117445" y="305920"/>
                  <a:pt x="901402" y="221289"/>
                  <a:pt x="682739" y="247633"/>
                </a:cubicBezTo>
                <a:cubicBezTo>
                  <a:pt x="429648" y="278125"/>
                  <a:pt x="242887" y="447993"/>
                  <a:pt x="242887" y="647699"/>
                </a:cubicBezTo>
                <a:lnTo>
                  <a:pt x="80963" y="647700"/>
                </a:lnTo>
                <a:close/>
              </a:path>
            </a:pathLst>
          </a:custGeom>
          <a:solidFill>
            <a:srgbClr val="0000FF"/>
          </a:solidFill>
          <a:ln w="9525" cap="flat" cmpd="sng">
            <a:solidFill>
              <a:srgbClr val="0000FF"/>
            </a:solidFill>
            <a:prstDash val="solid"/>
            <a:round/>
            <a:headEnd/>
            <a:tailEnd/>
          </a:ln>
          <a:effectLst>
            <a:outerShdw blurRad="40000" dist="23000" dir="5400000" rotWithShape="0">
              <a:srgbClr val="000000">
                <a:alpha val="34999"/>
              </a:srgbClr>
            </a:outerShdw>
          </a:effectLst>
        </p:spPr>
        <p:txBody>
          <a:bodyPr anchor="ctr"/>
          <a:lstStyle/>
          <a:p>
            <a:pPr eaLnBrk="1" hangingPunct="1">
              <a:defRPr/>
            </a:pP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1" name="Picture 2" descr="cntl-winds_250-01-pm.png">
            <a:extLst>
              <a:ext uri="{FF2B5EF4-FFF2-40B4-BE49-F238E27FC236}">
                <a16:creationId xmlns:a16="http://schemas.microsoft.com/office/drawing/2014/main" id="{DD1E79C7-B8A8-384E-90CD-7CFD48BAB2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13" y="0"/>
            <a:ext cx="8021637"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2" name="TextBox 2">
            <a:extLst>
              <a:ext uri="{FF2B5EF4-FFF2-40B4-BE49-F238E27FC236}">
                <a16:creationId xmlns:a16="http://schemas.microsoft.com/office/drawing/2014/main" id="{894357D9-4230-4048-B902-61EC4A69F322}"/>
              </a:ext>
            </a:extLst>
          </p:cNvPr>
          <p:cNvSpPr txBox="1">
            <a:spLocks noChangeArrowheads="1"/>
          </p:cNvSpPr>
          <p:nvPr/>
        </p:nvSpPr>
        <p:spPr bwMode="auto">
          <a:xfrm>
            <a:off x="6764338" y="5295900"/>
            <a:ext cx="2379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Build Your Own Earth</a:t>
            </a:r>
          </a:p>
        </p:txBody>
      </p:sp>
      <p:cxnSp>
        <p:nvCxnSpPr>
          <p:cNvPr id="3" name="Straight Connector 2">
            <a:extLst>
              <a:ext uri="{FF2B5EF4-FFF2-40B4-BE49-F238E27FC236}">
                <a16:creationId xmlns:a16="http://schemas.microsoft.com/office/drawing/2014/main" id="{31DDFC28-CA45-A048-8235-DA84B7B76E42}"/>
              </a:ext>
            </a:extLst>
          </p:cNvPr>
          <p:cNvCxnSpPr>
            <a:cxnSpLocks noChangeShapeType="1"/>
          </p:cNvCxnSpPr>
          <p:nvPr/>
        </p:nvCxnSpPr>
        <p:spPr bwMode="auto">
          <a:xfrm>
            <a:off x="533400" y="1104900"/>
            <a:ext cx="7391400" cy="0"/>
          </a:xfrm>
          <a:prstGeom prst="line">
            <a:avLst/>
          </a:prstGeom>
          <a:noFill/>
          <a:ln w="28575">
            <a:solidFill>
              <a:srgbClr val="3C8C93"/>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29" name="Picture 2" descr="cntl-winds_250-01-pm.png">
            <a:extLst>
              <a:ext uri="{FF2B5EF4-FFF2-40B4-BE49-F238E27FC236}">
                <a16:creationId xmlns:a16="http://schemas.microsoft.com/office/drawing/2014/main" id="{3DB38A39-0A66-6946-9664-9C0BF03B9D4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13" y="0"/>
            <a:ext cx="8021637"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0" name="TextBox 2">
            <a:extLst>
              <a:ext uri="{FF2B5EF4-FFF2-40B4-BE49-F238E27FC236}">
                <a16:creationId xmlns:a16="http://schemas.microsoft.com/office/drawing/2014/main" id="{A38CE34A-ACF6-F047-A7F0-0D9AE01410BD}"/>
              </a:ext>
            </a:extLst>
          </p:cNvPr>
          <p:cNvSpPr txBox="1">
            <a:spLocks noChangeArrowheads="1"/>
          </p:cNvSpPr>
          <p:nvPr/>
        </p:nvSpPr>
        <p:spPr bwMode="auto">
          <a:xfrm>
            <a:off x="6764338" y="5295900"/>
            <a:ext cx="2379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Build Your Own Earth</a:t>
            </a:r>
          </a:p>
        </p:txBody>
      </p:sp>
      <p:cxnSp>
        <p:nvCxnSpPr>
          <p:cNvPr id="11" name="Straight Connector 10">
            <a:extLst>
              <a:ext uri="{FF2B5EF4-FFF2-40B4-BE49-F238E27FC236}">
                <a16:creationId xmlns:a16="http://schemas.microsoft.com/office/drawing/2014/main" id="{407512F7-92D5-E54A-B3B6-F0535F938AAA}"/>
              </a:ext>
            </a:extLst>
          </p:cNvPr>
          <p:cNvCxnSpPr>
            <a:cxnSpLocks noChangeShapeType="1"/>
          </p:cNvCxnSpPr>
          <p:nvPr/>
        </p:nvCxnSpPr>
        <p:spPr bwMode="auto">
          <a:xfrm>
            <a:off x="533400" y="1104900"/>
            <a:ext cx="7391400" cy="0"/>
          </a:xfrm>
          <a:prstGeom prst="line">
            <a:avLst/>
          </a:prstGeom>
          <a:noFill/>
          <a:ln w="28575">
            <a:solidFill>
              <a:srgbClr val="3C8C93"/>
            </a:solidFill>
            <a:round/>
            <a:headEnd/>
            <a:tailEn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nvGrpSpPr>
          <p:cNvPr id="99332" name="Group 7">
            <a:extLst>
              <a:ext uri="{FF2B5EF4-FFF2-40B4-BE49-F238E27FC236}">
                <a16:creationId xmlns:a16="http://schemas.microsoft.com/office/drawing/2014/main" id="{003D91C4-B6D0-504F-9634-8FC6DAFD65B9}"/>
              </a:ext>
            </a:extLst>
          </p:cNvPr>
          <p:cNvGrpSpPr>
            <a:grpSpLocks/>
          </p:cNvGrpSpPr>
          <p:nvPr/>
        </p:nvGrpSpPr>
        <p:grpSpPr bwMode="auto">
          <a:xfrm>
            <a:off x="557213" y="788988"/>
            <a:ext cx="7359650" cy="620712"/>
            <a:chOff x="557869" y="723900"/>
            <a:chExt cx="7359117" cy="620096"/>
          </a:xfrm>
        </p:grpSpPr>
        <p:sp>
          <p:nvSpPr>
            <p:cNvPr id="8" name="Freeform 7">
              <a:extLst>
                <a:ext uri="{FF2B5EF4-FFF2-40B4-BE49-F238E27FC236}">
                  <a16:creationId xmlns:a16="http://schemas.microsoft.com/office/drawing/2014/main" id="{450B9A08-BEC1-0248-AFBF-140DE92CC610}"/>
                </a:ext>
              </a:extLst>
            </p:cNvPr>
            <p:cNvSpPr>
              <a:spLocks/>
            </p:cNvSpPr>
            <p:nvPr/>
          </p:nvSpPr>
          <p:spPr bwMode="auto">
            <a:xfrm>
              <a:off x="557869" y="807954"/>
              <a:ext cx="7359117" cy="417099"/>
            </a:xfrm>
            <a:custGeom>
              <a:avLst/>
              <a:gdLst>
                <a:gd name="T0" fmla="*/ 0 w 7359117"/>
                <a:gd name="T1" fmla="*/ 367411 h 416875"/>
                <a:gd name="T2" fmla="*/ 284869 w 7359117"/>
                <a:gd name="T3" fmla="*/ 367411 h 416875"/>
                <a:gd name="T4" fmla="*/ 545999 w 7359117"/>
                <a:gd name="T5" fmla="*/ 343660 h 416875"/>
                <a:gd name="T6" fmla="*/ 581607 w 7359117"/>
                <a:gd name="T7" fmla="*/ 296158 h 416875"/>
                <a:gd name="T8" fmla="*/ 735911 w 7359117"/>
                <a:gd name="T9" fmla="*/ 213029 h 416875"/>
                <a:gd name="T10" fmla="*/ 961433 w 7359117"/>
                <a:gd name="T11" fmla="*/ 94274 h 416875"/>
                <a:gd name="T12" fmla="*/ 1151345 w 7359117"/>
                <a:gd name="T13" fmla="*/ 11145 h 416875"/>
                <a:gd name="T14" fmla="*/ 1388736 w 7359117"/>
                <a:gd name="T15" fmla="*/ 11145 h 416875"/>
                <a:gd name="T16" fmla="*/ 1590518 w 7359117"/>
                <a:gd name="T17" fmla="*/ 106149 h 416875"/>
                <a:gd name="T18" fmla="*/ 1697344 w 7359117"/>
                <a:gd name="T19" fmla="*/ 165527 h 416875"/>
                <a:gd name="T20" fmla="*/ 1887257 w 7359117"/>
                <a:gd name="T21" fmla="*/ 248656 h 416875"/>
                <a:gd name="T22" fmla="*/ 2207735 w 7359117"/>
                <a:gd name="T23" fmla="*/ 284283 h 416875"/>
                <a:gd name="T24" fmla="*/ 2658777 w 7359117"/>
                <a:gd name="T25" fmla="*/ 236780 h 416875"/>
                <a:gd name="T26" fmla="*/ 2801212 w 7359117"/>
                <a:gd name="T27" fmla="*/ 213029 h 416875"/>
                <a:gd name="T28" fmla="*/ 3133559 w 7359117"/>
                <a:gd name="T29" fmla="*/ 153652 h 416875"/>
                <a:gd name="T30" fmla="*/ 3477776 w 7359117"/>
                <a:gd name="T31" fmla="*/ 58647 h 416875"/>
                <a:gd name="T32" fmla="*/ 3643950 w 7359117"/>
                <a:gd name="T33" fmla="*/ 82398 h 416875"/>
                <a:gd name="T34" fmla="*/ 3774515 w 7359117"/>
                <a:gd name="T35" fmla="*/ 106149 h 416875"/>
                <a:gd name="T36" fmla="*/ 4083123 w 7359117"/>
                <a:gd name="T37" fmla="*/ 177402 h 416875"/>
                <a:gd name="T38" fmla="*/ 4308644 w 7359117"/>
                <a:gd name="T39" fmla="*/ 189278 h 416875"/>
                <a:gd name="T40" fmla="*/ 4652861 w 7359117"/>
                <a:gd name="T41" fmla="*/ 391162 h 416875"/>
                <a:gd name="T42" fmla="*/ 5020817 w 7359117"/>
                <a:gd name="T43" fmla="*/ 403037 h 416875"/>
                <a:gd name="T44" fmla="*/ 5780468 w 7359117"/>
                <a:gd name="T45" fmla="*/ 414913 h 416875"/>
                <a:gd name="T46" fmla="*/ 6457032 w 7359117"/>
                <a:gd name="T47" fmla="*/ 355536 h 416875"/>
                <a:gd name="T48" fmla="*/ 7359117 w 7359117"/>
                <a:gd name="T49" fmla="*/ 236780 h 4168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7359117" h="416875">
                  <a:moveTo>
                    <a:pt x="0" y="367214"/>
                  </a:moveTo>
                  <a:cubicBezTo>
                    <a:pt x="96934" y="369192"/>
                    <a:pt x="193869" y="371170"/>
                    <a:pt x="284869" y="367214"/>
                  </a:cubicBezTo>
                  <a:cubicBezTo>
                    <a:pt x="375869" y="363258"/>
                    <a:pt x="496543" y="355344"/>
                    <a:pt x="545999" y="343475"/>
                  </a:cubicBezTo>
                  <a:cubicBezTo>
                    <a:pt x="595455" y="331606"/>
                    <a:pt x="549955" y="317759"/>
                    <a:pt x="581607" y="295999"/>
                  </a:cubicBezTo>
                  <a:cubicBezTo>
                    <a:pt x="613259" y="274239"/>
                    <a:pt x="735911" y="212915"/>
                    <a:pt x="735911" y="212915"/>
                  </a:cubicBezTo>
                  <a:cubicBezTo>
                    <a:pt x="799215" y="179286"/>
                    <a:pt x="892194" y="127852"/>
                    <a:pt x="961433" y="94223"/>
                  </a:cubicBezTo>
                  <a:cubicBezTo>
                    <a:pt x="1030672" y="60594"/>
                    <a:pt x="1080128" y="24986"/>
                    <a:pt x="1151345" y="11139"/>
                  </a:cubicBezTo>
                  <a:cubicBezTo>
                    <a:pt x="1222562" y="-2708"/>
                    <a:pt x="1315541" y="-4686"/>
                    <a:pt x="1388736" y="11139"/>
                  </a:cubicBezTo>
                  <a:cubicBezTo>
                    <a:pt x="1461931" y="26964"/>
                    <a:pt x="1539083" y="80375"/>
                    <a:pt x="1590518" y="106092"/>
                  </a:cubicBezTo>
                  <a:cubicBezTo>
                    <a:pt x="1641953" y="131808"/>
                    <a:pt x="1647888" y="141700"/>
                    <a:pt x="1697344" y="165438"/>
                  </a:cubicBezTo>
                  <a:cubicBezTo>
                    <a:pt x="1746800" y="189176"/>
                    <a:pt x="1802192" y="228740"/>
                    <a:pt x="1887257" y="248522"/>
                  </a:cubicBezTo>
                  <a:cubicBezTo>
                    <a:pt x="1972322" y="268304"/>
                    <a:pt x="2079148" y="286108"/>
                    <a:pt x="2207735" y="284130"/>
                  </a:cubicBezTo>
                  <a:cubicBezTo>
                    <a:pt x="2336322" y="282152"/>
                    <a:pt x="2559864" y="248522"/>
                    <a:pt x="2658777" y="236653"/>
                  </a:cubicBezTo>
                  <a:cubicBezTo>
                    <a:pt x="2757690" y="224784"/>
                    <a:pt x="2801212" y="212915"/>
                    <a:pt x="2801212" y="212915"/>
                  </a:cubicBezTo>
                  <a:cubicBezTo>
                    <a:pt x="2880342" y="199068"/>
                    <a:pt x="3020798" y="179285"/>
                    <a:pt x="3133559" y="153569"/>
                  </a:cubicBezTo>
                  <a:cubicBezTo>
                    <a:pt x="3246320" y="127853"/>
                    <a:pt x="3392711" y="70485"/>
                    <a:pt x="3477776" y="58616"/>
                  </a:cubicBezTo>
                  <a:lnTo>
                    <a:pt x="3643950" y="82354"/>
                  </a:lnTo>
                  <a:cubicBezTo>
                    <a:pt x="3693407" y="90267"/>
                    <a:pt x="3701320" y="90267"/>
                    <a:pt x="3774515" y="106092"/>
                  </a:cubicBezTo>
                  <a:cubicBezTo>
                    <a:pt x="3847710" y="121917"/>
                    <a:pt x="3994102" y="163460"/>
                    <a:pt x="4083123" y="177307"/>
                  </a:cubicBezTo>
                  <a:cubicBezTo>
                    <a:pt x="4172144" y="191154"/>
                    <a:pt x="4213688" y="153568"/>
                    <a:pt x="4308644" y="189176"/>
                  </a:cubicBezTo>
                  <a:cubicBezTo>
                    <a:pt x="4403600" y="224783"/>
                    <a:pt x="4534166" y="355344"/>
                    <a:pt x="4652861" y="390952"/>
                  </a:cubicBezTo>
                  <a:cubicBezTo>
                    <a:pt x="4771557" y="426560"/>
                    <a:pt x="5020817" y="402821"/>
                    <a:pt x="5020817" y="402821"/>
                  </a:cubicBezTo>
                  <a:cubicBezTo>
                    <a:pt x="5208752" y="406777"/>
                    <a:pt x="5541099" y="422603"/>
                    <a:pt x="5780468" y="414690"/>
                  </a:cubicBezTo>
                  <a:cubicBezTo>
                    <a:pt x="6019837" y="406777"/>
                    <a:pt x="6193924" y="385018"/>
                    <a:pt x="6457032" y="355345"/>
                  </a:cubicBezTo>
                  <a:cubicBezTo>
                    <a:pt x="6720140" y="325672"/>
                    <a:pt x="7359117" y="236653"/>
                    <a:pt x="7359117" y="236653"/>
                  </a:cubicBezTo>
                </a:path>
              </a:pathLst>
            </a:custGeom>
            <a:noFill/>
            <a:ln w="76200" cap="flat" cmpd="sng">
              <a:solidFill>
                <a:srgbClr val="0000FF"/>
              </a:solidFill>
              <a:prstDash val="solid"/>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pPr eaLnBrk="1" hangingPunct="1">
                <a:defRPr/>
              </a:pPr>
              <a:endParaRPr lang="en-US"/>
            </a:p>
          </p:txBody>
        </p:sp>
        <p:sp>
          <p:nvSpPr>
            <p:cNvPr id="9" name="Isosceles Triangle 8">
              <a:extLst>
                <a:ext uri="{FF2B5EF4-FFF2-40B4-BE49-F238E27FC236}">
                  <a16:creationId xmlns:a16="http://schemas.microsoft.com/office/drawing/2014/main" id="{CD61CB21-022D-254C-9E9F-789F76107146}"/>
                </a:ext>
              </a:extLst>
            </p:cNvPr>
            <p:cNvSpPr/>
            <p:nvPr/>
          </p:nvSpPr>
          <p:spPr>
            <a:xfrm>
              <a:off x="2057947" y="723900"/>
              <a:ext cx="457167" cy="380622"/>
            </a:xfrm>
            <a:prstGeom prst="triangle">
              <a:avLst/>
            </a:prstGeom>
            <a:solidFill>
              <a:srgbClr val="0000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0" name="Isosceles Triangle 9">
              <a:extLst>
                <a:ext uri="{FF2B5EF4-FFF2-40B4-BE49-F238E27FC236}">
                  <a16:creationId xmlns:a16="http://schemas.microsoft.com/office/drawing/2014/main" id="{239F2D03-D667-4E45-A6E2-352225C60CED}"/>
                </a:ext>
              </a:extLst>
            </p:cNvPr>
            <p:cNvSpPr/>
            <p:nvPr/>
          </p:nvSpPr>
          <p:spPr>
            <a:xfrm rot="19642126" flipH="1">
              <a:off x="6228008" y="1041085"/>
              <a:ext cx="331763" cy="302911"/>
            </a:xfrm>
            <a:prstGeom prst="triangle">
              <a:avLst/>
            </a:prstGeom>
            <a:solidFill>
              <a:srgbClr val="0000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rgbClr val="FFFFFF"/>
                </a:solidFill>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7" name="Picture 1" descr="cntl-winds_250-07-pm.png">
            <a:extLst>
              <a:ext uri="{FF2B5EF4-FFF2-40B4-BE49-F238E27FC236}">
                <a16:creationId xmlns:a16="http://schemas.microsoft.com/office/drawing/2014/main" id="{7C813E7E-1AED-2A4D-9A3A-1A84FBBE32A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50" y="0"/>
            <a:ext cx="802163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78" name="TextBox 2">
            <a:extLst>
              <a:ext uri="{FF2B5EF4-FFF2-40B4-BE49-F238E27FC236}">
                <a16:creationId xmlns:a16="http://schemas.microsoft.com/office/drawing/2014/main" id="{93791AB1-52FF-FB40-8380-4B2F7AB315BC}"/>
              </a:ext>
            </a:extLst>
          </p:cNvPr>
          <p:cNvSpPr txBox="1">
            <a:spLocks noChangeArrowheads="1"/>
          </p:cNvSpPr>
          <p:nvPr/>
        </p:nvSpPr>
        <p:spPr bwMode="auto">
          <a:xfrm>
            <a:off x="6764338" y="5295900"/>
            <a:ext cx="2379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Build Your Own Earth</a:t>
            </a:r>
          </a:p>
        </p:txBody>
      </p:sp>
      <p:grpSp>
        <p:nvGrpSpPr>
          <p:cNvPr id="101379" name="Group 7">
            <a:extLst>
              <a:ext uri="{FF2B5EF4-FFF2-40B4-BE49-F238E27FC236}">
                <a16:creationId xmlns:a16="http://schemas.microsoft.com/office/drawing/2014/main" id="{853B6226-F859-0D46-AF92-FDD169351312}"/>
              </a:ext>
            </a:extLst>
          </p:cNvPr>
          <p:cNvGrpSpPr>
            <a:grpSpLocks/>
          </p:cNvGrpSpPr>
          <p:nvPr/>
        </p:nvGrpSpPr>
        <p:grpSpPr bwMode="auto">
          <a:xfrm>
            <a:off x="557213" y="2160588"/>
            <a:ext cx="7372350" cy="357187"/>
            <a:chOff x="557869" y="2160850"/>
            <a:chExt cx="7370986" cy="356133"/>
          </a:xfrm>
        </p:grpSpPr>
        <p:sp>
          <p:nvSpPr>
            <p:cNvPr id="5" name="Freeform 4">
              <a:extLst>
                <a:ext uri="{FF2B5EF4-FFF2-40B4-BE49-F238E27FC236}">
                  <a16:creationId xmlns:a16="http://schemas.microsoft.com/office/drawing/2014/main" id="{B2820C6B-6C4D-BD49-AE87-F4E9508E225F}"/>
                </a:ext>
              </a:extLst>
            </p:cNvPr>
            <p:cNvSpPr>
              <a:spLocks/>
            </p:cNvSpPr>
            <p:nvPr/>
          </p:nvSpPr>
          <p:spPr bwMode="auto">
            <a:xfrm>
              <a:off x="557869" y="2350788"/>
              <a:ext cx="7370986" cy="166195"/>
            </a:xfrm>
            <a:custGeom>
              <a:avLst/>
              <a:gdLst>
                <a:gd name="T0" fmla="*/ 0 w 7370986"/>
                <a:gd name="T1" fmla="*/ 23640 h 166890"/>
                <a:gd name="T2" fmla="*/ 1091998 w 7370986"/>
                <a:gd name="T3" fmla="*/ 11821 h 166890"/>
                <a:gd name="T4" fmla="*/ 2053431 w 7370986"/>
                <a:gd name="T5" fmla="*/ 0 h 166890"/>
                <a:gd name="T6" fmla="*/ 2658777 w 7370986"/>
                <a:gd name="T7" fmla="*/ 11821 h 166890"/>
                <a:gd name="T8" fmla="*/ 3359081 w 7370986"/>
                <a:gd name="T9" fmla="*/ 47279 h 166890"/>
                <a:gd name="T10" fmla="*/ 3715167 w 7370986"/>
                <a:gd name="T11" fmla="*/ 82739 h 166890"/>
                <a:gd name="T12" fmla="*/ 4035645 w 7370986"/>
                <a:gd name="T13" fmla="*/ 94559 h 166890"/>
                <a:gd name="T14" fmla="*/ 4439209 w 7370986"/>
                <a:gd name="T15" fmla="*/ 47279 h 166890"/>
                <a:gd name="T16" fmla="*/ 4878382 w 7370986"/>
                <a:gd name="T17" fmla="*/ 94559 h 166890"/>
                <a:gd name="T18" fmla="*/ 5626163 w 7370986"/>
                <a:gd name="T19" fmla="*/ 165477 h 166890"/>
                <a:gd name="T20" fmla="*/ 6184032 w 7370986"/>
                <a:gd name="T21" fmla="*/ 47279 h 166890"/>
                <a:gd name="T22" fmla="*/ 6979291 w 7370986"/>
                <a:gd name="T23" fmla="*/ 47279 h 166890"/>
                <a:gd name="T24" fmla="*/ 7370986 w 7370986"/>
                <a:gd name="T25" fmla="*/ 35460 h 1668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370986" h="166890">
                  <a:moveTo>
                    <a:pt x="0" y="23739"/>
                  </a:moveTo>
                  <a:lnTo>
                    <a:pt x="1091998" y="11870"/>
                  </a:lnTo>
                  <a:lnTo>
                    <a:pt x="2053431" y="0"/>
                  </a:lnTo>
                  <a:cubicBezTo>
                    <a:pt x="2314561" y="0"/>
                    <a:pt x="2441169" y="3957"/>
                    <a:pt x="2658777" y="11870"/>
                  </a:cubicBezTo>
                  <a:cubicBezTo>
                    <a:pt x="2876385" y="19783"/>
                    <a:pt x="3183016" y="35608"/>
                    <a:pt x="3359081" y="47477"/>
                  </a:cubicBezTo>
                  <a:cubicBezTo>
                    <a:pt x="3535146" y="59346"/>
                    <a:pt x="3602406" y="75172"/>
                    <a:pt x="3715167" y="83085"/>
                  </a:cubicBezTo>
                  <a:cubicBezTo>
                    <a:pt x="3827928" y="90998"/>
                    <a:pt x="3914971" y="100889"/>
                    <a:pt x="4035645" y="94954"/>
                  </a:cubicBezTo>
                  <a:cubicBezTo>
                    <a:pt x="4156319" y="89019"/>
                    <a:pt x="4298753" y="47477"/>
                    <a:pt x="4439209" y="47477"/>
                  </a:cubicBezTo>
                  <a:cubicBezTo>
                    <a:pt x="4579665" y="47477"/>
                    <a:pt x="4878382" y="94954"/>
                    <a:pt x="4878382" y="94954"/>
                  </a:cubicBezTo>
                  <a:cubicBezTo>
                    <a:pt x="5076208" y="114736"/>
                    <a:pt x="5408555" y="174082"/>
                    <a:pt x="5626163" y="166169"/>
                  </a:cubicBezTo>
                  <a:cubicBezTo>
                    <a:pt x="5843771" y="158256"/>
                    <a:pt x="5958511" y="67259"/>
                    <a:pt x="6184032" y="47477"/>
                  </a:cubicBezTo>
                  <a:cubicBezTo>
                    <a:pt x="6409553" y="27695"/>
                    <a:pt x="6781465" y="49455"/>
                    <a:pt x="6979291" y="47477"/>
                  </a:cubicBezTo>
                  <a:cubicBezTo>
                    <a:pt x="7177117" y="45499"/>
                    <a:pt x="7370986" y="35608"/>
                    <a:pt x="7370986" y="35608"/>
                  </a:cubicBezTo>
                </a:path>
              </a:pathLst>
            </a:custGeom>
            <a:noFill/>
            <a:ln w="76200" cap="flat" cmpd="sng">
              <a:solidFill>
                <a:srgbClr val="0000FF"/>
              </a:solidFill>
              <a:prstDash val="solid"/>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pPr eaLnBrk="1" hangingPunct="1">
                <a:defRPr/>
              </a:pPr>
              <a:endParaRPr lang="en-US"/>
            </a:p>
          </p:txBody>
        </p:sp>
        <p:sp>
          <p:nvSpPr>
            <p:cNvPr id="6" name="Isosceles Triangle 5">
              <a:extLst>
                <a:ext uri="{FF2B5EF4-FFF2-40B4-BE49-F238E27FC236}">
                  <a16:creationId xmlns:a16="http://schemas.microsoft.com/office/drawing/2014/main" id="{70062EC7-3786-1F45-BE2D-EB41022CB847}"/>
                </a:ext>
              </a:extLst>
            </p:cNvPr>
            <p:cNvSpPr/>
            <p:nvPr/>
          </p:nvSpPr>
          <p:spPr>
            <a:xfrm rot="19454658">
              <a:off x="2311731" y="2160850"/>
              <a:ext cx="328552" cy="326060"/>
            </a:xfrm>
            <a:prstGeom prst="triangle">
              <a:avLst/>
            </a:prstGeom>
            <a:solidFill>
              <a:srgbClr val="0000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7" name="Isosceles Triangle 6">
              <a:extLst>
                <a:ext uri="{FF2B5EF4-FFF2-40B4-BE49-F238E27FC236}">
                  <a16:creationId xmlns:a16="http://schemas.microsoft.com/office/drawing/2014/main" id="{982CBD42-FD60-0B49-9577-31C458BE4B51}"/>
                </a:ext>
              </a:extLst>
            </p:cNvPr>
            <p:cNvSpPr/>
            <p:nvPr/>
          </p:nvSpPr>
          <p:spPr>
            <a:xfrm rot="19642126" flipH="1">
              <a:off x="6608299" y="2183009"/>
              <a:ext cx="333313" cy="303901"/>
            </a:xfrm>
            <a:prstGeom prst="triangle">
              <a:avLst/>
            </a:prstGeom>
            <a:solidFill>
              <a:srgbClr val="0000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rgbClr val="FFFFFF"/>
                </a:solidFill>
              </a:endParaRPr>
            </a:p>
          </p:txBody>
        </p:sp>
      </p:grpSp>
      <p:sp>
        <p:nvSpPr>
          <p:cNvPr id="101380" name="TextBox 7">
            <a:extLst>
              <a:ext uri="{FF2B5EF4-FFF2-40B4-BE49-F238E27FC236}">
                <a16:creationId xmlns:a16="http://schemas.microsoft.com/office/drawing/2014/main" id="{5188B708-5E32-604F-8BC4-1635B8B548F2}"/>
              </a:ext>
            </a:extLst>
          </p:cNvPr>
          <p:cNvSpPr txBox="1">
            <a:spLocks noChangeArrowheads="1"/>
          </p:cNvSpPr>
          <p:nvPr/>
        </p:nvSpPr>
        <p:spPr bwMode="auto">
          <a:xfrm>
            <a:off x="4495800" y="4778375"/>
            <a:ext cx="4024313" cy="52387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400">
                <a:solidFill>
                  <a:srgbClr val="FF0000"/>
                </a:solidFill>
                <a:cs typeface="Arial" panose="020B0604020202020204" pitchFamily="34" charset="0"/>
              </a:rPr>
              <a:t>Southern Hemisphere jet is more straight</a:t>
            </a:r>
          </a:p>
          <a:p>
            <a:pPr eaLnBrk="1" hangingPunct="1">
              <a:spcBef>
                <a:spcPct val="0"/>
              </a:spcBef>
              <a:buFontTx/>
              <a:buNone/>
            </a:pPr>
            <a:r>
              <a:rPr lang="en-US" altLang="en-US" sz="1400">
                <a:solidFill>
                  <a:srgbClr val="FF0000"/>
                </a:solidFill>
                <a:cs typeface="Arial" panose="020B0604020202020204" pitchFamily="34" charset="0"/>
              </a:rPr>
              <a:t>Polar jet stream is stronger in winter hemisphere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1">
            <a:extLst>
              <a:ext uri="{FF2B5EF4-FFF2-40B4-BE49-F238E27FC236}">
                <a16:creationId xmlns:a16="http://schemas.microsoft.com/office/drawing/2014/main" id="{A84A1E2C-FA6F-894B-B601-B7DD1939F4BF}"/>
              </a:ext>
            </a:extLst>
          </p:cNvPr>
          <p:cNvSpPr>
            <a:spLocks noGrp="1" noChangeArrowheads="1"/>
          </p:cNvSpPr>
          <p:nvPr>
            <p:ph type="title"/>
          </p:nvPr>
        </p:nvSpPr>
        <p:spPr/>
        <p:txBody>
          <a:bodyPr/>
          <a:lstStyle/>
          <a:p>
            <a:endParaRPr lang="en-US" altLang="en-US">
              <a:ea typeface="ＭＳ Ｐゴシック" panose="020B0600070205080204" pitchFamily="34" charset="-128"/>
            </a:endParaRPr>
          </a:p>
        </p:txBody>
      </p:sp>
      <p:pic>
        <p:nvPicPr>
          <p:cNvPr id="103426" name="Picture 3" descr="cntl-temp_surface-07-pm.png">
            <a:extLst>
              <a:ext uri="{FF2B5EF4-FFF2-40B4-BE49-F238E27FC236}">
                <a16:creationId xmlns:a16="http://schemas.microsoft.com/office/drawing/2014/main" id="{0CE22027-4F91-7243-9BF2-8F03154CC1F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02163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27" name="Picture 12" descr="cntl-temp_500-07-pm.png">
            <a:extLst>
              <a:ext uri="{FF2B5EF4-FFF2-40B4-BE49-F238E27FC236}">
                <a16:creationId xmlns:a16="http://schemas.microsoft.com/office/drawing/2014/main" id="{71F99208-54AB-734C-A7C9-F1F9096359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802163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extBox 2">
            <a:extLst>
              <a:ext uri="{FF2B5EF4-FFF2-40B4-BE49-F238E27FC236}">
                <a16:creationId xmlns:a16="http://schemas.microsoft.com/office/drawing/2014/main" id="{FEB288D0-86FB-264B-8B02-A2AE391D6D0D}"/>
              </a:ext>
            </a:extLst>
          </p:cNvPr>
          <p:cNvSpPr txBox="1">
            <a:spLocks noChangeArrowheads="1"/>
          </p:cNvSpPr>
          <p:nvPr/>
        </p:nvSpPr>
        <p:spPr bwMode="auto">
          <a:xfrm>
            <a:off x="6764338" y="5295900"/>
            <a:ext cx="23796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Build Your Own Earth</a:t>
            </a:r>
          </a:p>
        </p:txBody>
      </p:sp>
      <p:grpSp>
        <p:nvGrpSpPr>
          <p:cNvPr id="103429" name="Group 6">
            <a:extLst>
              <a:ext uri="{FF2B5EF4-FFF2-40B4-BE49-F238E27FC236}">
                <a16:creationId xmlns:a16="http://schemas.microsoft.com/office/drawing/2014/main" id="{2D2F8C3E-966A-6345-BB03-454B9FCFEF7F}"/>
              </a:ext>
            </a:extLst>
          </p:cNvPr>
          <p:cNvGrpSpPr>
            <a:grpSpLocks/>
          </p:cNvGrpSpPr>
          <p:nvPr/>
        </p:nvGrpSpPr>
        <p:grpSpPr bwMode="auto">
          <a:xfrm>
            <a:off x="557213" y="2160588"/>
            <a:ext cx="7372350" cy="357187"/>
            <a:chOff x="557869" y="2160850"/>
            <a:chExt cx="7370986" cy="356133"/>
          </a:xfrm>
        </p:grpSpPr>
        <p:sp>
          <p:nvSpPr>
            <p:cNvPr id="8" name="Freeform 7">
              <a:extLst>
                <a:ext uri="{FF2B5EF4-FFF2-40B4-BE49-F238E27FC236}">
                  <a16:creationId xmlns:a16="http://schemas.microsoft.com/office/drawing/2014/main" id="{97144B0A-349D-C141-AE44-4412974A35CD}"/>
                </a:ext>
              </a:extLst>
            </p:cNvPr>
            <p:cNvSpPr>
              <a:spLocks/>
            </p:cNvSpPr>
            <p:nvPr/>
          </p:nvSpPr>
          <p:spPr bwMode="auto">
            <a:xfrm>
              <a:off x="557869" y="2350788"/>
              <a:ext cx="7370986" cy="166195"/>
            </a:xfrm>
            <a:custGeom>
              <a:avLst/>
              <a:gdLst>
                <a:gd name="T0" fmla="*/ 0 w 7370986"/>
                <a:gd name="T1" fmla="*/ 23640 h 166890"/>
                <a:gd name="T2" fmla="*/ 1091998 w 7370986"/>
                <a:gd name="T3" fmla="*/ 11821 h 166890"/>
                <a:gd name="T4" fmla="*/ 2053431 w 7370986"/>
                <a:gd name="T5" fmla="*/ 0 h 166890"/>
                <a:gd name="T6" fmla="*/ 2658777 w 7370986"/>
                <a:gd name="T7" fmla="*/ 11821 h 166890"/>
                <a:gd name="T8" fmla="*/ 3359081 w 7370986"/>
                <a:gd name="T9" fmla="*/ 47279 h 166890"/>
                <a:gd name="T10" fmla="*/ 3715167 w 7370986"/>
                <a:gd name="T11" fmla="*/ 82739 h 166890"/>
                <a:gd name="T12" fmla="*/ 4035645 w 7370986"/>
                <a:gd name="T13" fmla="*/ 94559 h 166890"/>
                <a:gd name="T14" fmla="*/ 4439209 w 7370986"/>
                <a:gd name="T15" fmla="*/ 47279 h 166890"/>
                <a:gd name="T16" fmla="*/ 4878382 w 7370986"/>
                <a:gd name="T17" fmla="*/ 94559 h 166890"/>
                <a:gd name="T18" fmla="*/ 5626163 w 7370986"/>
                <a:gd name="T19" fmla="*/ 165477 h 166890"/>
                <a:gd name="T20" fmla="*/ 6184032 w 7370986"/>
                <a:gd name="T21" fmla="*/ 47279 h 166890"/>
                <a:gd name="T22" fmla="*/ 6979291 w 7370986"/>
                <a:gd name="T23" fmla="*/ 47279 h 166890"/>
                <a:gd name="T24" fmla="*/ 7370986 w 7370986"/>
                <a:gd name="T25" fmla="*/ 35460 h 1668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370986" h="166890">
                  <a:moveTo>
                    <a:pt x="0" y="23739"/>
                  </a:moveTo>
                  <a:lnTo>
                    <a:pt x="1091998" y="11870"/>
                  </a:lnTo>
                  <a:lnTo>
                    <a:pt x="2053431" y="0"/>
                  </a:lnTo>
                  <a:cubicBezTo>
                    <a:pt x="2314561" y="0"/>
                    <a:pt x="2441169" y="3957"/>
                    <a:pt x="2658777" y="11870"/>
                  </a:cubicBezTo>
                  <a:cubicBezTo>
                    <a:pt x="2876385" y="19783"/>
                    <a:pt x="3183016" y="35608"/>
                    <a:pt x="3359081" y="47477"/>
                  </a:cubicBezTo>
                  <a:cubicBezTo>
                    <a:pt x="3535146" y="59346"/>
                    <a:pt x="3602406" y="75172"/>
                    <a:pt x="3715167" y="83085"/>
                  </a:cubicBezTo>
                  <a:cubicBezTo>
                    <a:pt x="3827928" y="90998"/>
                    <a:pt x="3914971" y="100889"/>
                    <a:pt x="4035645" y="94954"/>
                  </a:cubicBezTo>
                  <a:cubicBezTo>
                    <a:pt x="4156319" y="89019"/>
                    <a:pt x="4298753" y="47477"/>
                    <a:pt x="4439209" y="47477"/>
                  </a:cubicBezTo>
                  <a:cubicBezTo>
                    <a:pt x="4579665" y="47477"/>
                    <a:pt x="4878382" y="94954"/>
                    <a:pt x="4878382" y="94954"/>
                  </a:cubicBezTo>
                  <a:cubicBezTo>
                    <a:pt x="5076208" y="114736"/>
                    <a:pt x="5408555" y="174082"/>
                    <a:pt x="5626163" y="166169"/>
                  </a:cubicBezTo>
                  <a:cubicBezTo>
                    <a:pt x="5843771" y="158256"/>
                    <a:pt x="5958511" y="67259"/>
                    <a:pt x="6184032" y="47477"/>
                  </a:cubicBezTo>
                  <a:cubicBezTo>
                    <a:pt x="6409553" y="27695"/>
                    <a:pt x="6781465" y="49455"/>
                    <a:pt x="6979291" y="47477"/>
                  </a:cubicBezTo>
                  <a:cubicBezTo>
                    <a:pt x="7177117" y="45499"/>
                    <a:pt x="7370986" y="35608"/>
                    <a:pt x="7370986" y="35608"/>
                  </a:cubicBezTo>
                </a:path>
              </a:pathLst>
            </a:custGeom>
            <a:noFill/>
            <a:ln w="76200" cap="flat" cmpd="sng">
              <a:solidFill>
                <a:srgbClr val="0000FF"/>
              </a:solidFill>
              <a:prstDash val="solid"/>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pPr eaLnBrk="1" hangingPunct="1">
                <a:defRPr/>
              </a:pPr>
              <a:endParaRPr lang="en-US"/>
            </a:p>
          </p:txBody>
        </p:sp>
        <p:sp>
          <p:nvSpPr>
            <p:cNvPr id="9" name="Isosceles Triangle 8">
              <a:extLst>
                <a:ext uri="{FF2B5EF4-FFF2-40B4-BE49-F238E27FC236}">
                  <a16:creationId xmlns:a16="http://schemas.microsoft.com/office/drawing/2014/main" id="{9FEEB679-9FEF-BE4F-A3D1-C38647583754}"/>
                </a:ext>
              </a:extLst>
            </p:cNvPr>
            <p:cNvSpPr/>
            <p:nvPr/>
          </p:nvSpPr>
          <p:spPr>
            <a:xfrm rot="19454658">
              <a:off x="2311731" y="2160850"/>
              <a:ext cx="328552" cy="326060"/>
            </a:xfrm>
            <a:prstGeom prst="triangle">
              <a:avLst/>
            </a:prstGeom>
            <a:solidFill>
              <a:srgbClr val="0000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0" name="Isosceles Triangle 9">
              <a:extLst>
                <a:ext uri="{FF2B5EF4-FFF2-40B4-BE49-F238E27FC236}">
                  <a16:creationId xmlns:a16="http://schemas.microsoft.com/office/drawing/2014/main" id="{58B319BD-60C3-5D4A-AF5B-EF271B314F66}"/>
                </a:ext>
              </a:extLst>
            </p:cNvPr>
            <p:cNvSpPr/>
            <p:nvPr/>
          </p:nvSpPr>
          <p:spPr>
            <a:xfrm rot="19642126" flipH="1">
              <a:off x="6608299" y="2183009"/>
              <a:ext cx="333313" cy="303901"/>
            </a:xfrm>
            <a:prstGeom prst="triangle">
              <a:avLst/>
            </a:prstGeom>
            <a:solidFill>
              <a:srgbClr val="0000FF"/>
            </a:solidFill>
            <a:ln>
              <a:solidFill>
                <a:srgbClr val="3366FF"/>
              </a:solid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solidFill>
                  <a:srgbClr val="FFFFFF"/>
                </a:solidFil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63D09"/>
        </a:solidFill>
        <a:effectLst/>
      </p:bgPr>
    </p:bg>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4C36A756-5200-014A-ABC9-288F296D26A0}"/>
              </a:ext>
            </a:extLst>
          </p:cNvPr>
          <p:cNvSpPr txBox="1"/>
          <p:nvPr/>
        </p:nvSpPr>
        <p:spPr>
          <a:xfrm>
            <a:off x="228600" y="800100"/>
            <a:ext cx="8610600" cy="3403600"/>
          </a:xfrm>
          <a:prstGeom prst="rect">
            <a:avLst/>
          </a:prstGeom>
          <a:noFill/>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110000"/>
              </a:lnSpc>
              <a:defRPr/>
            </a:pPr>
            <a:endParaRPr lang="en-US" altLang="en-US" sz="2800" dirty="0">
              <a:solidFill>
                <a:srgbClr val="FFFFFF"/>
              </a:solidFill>
              <a:effectLst>
                <a:outerShdw blurRad="38100" dist="38100" dir="2700000" algn="tl">
                  <a:srgbClr val="000000"/>
                </a:outerShdw>
              </a:effectLst>
              <a:latin typeface="Helvetica" pitchFamily="2" charset="0"/>
            </a:endParaRPr>
          </a:p>
          <a:p>
            <a:pPr eaLnBrk="1" hangingPunct="1">
              <a:lnSpc>
                <a:spcPct val="110000"/>
              </a:lnSpc>
              <a:defRPr/>
            </a:pPr>
            <a:r>
              <a:rPr lang="en-US" altLang="en-US" sz="2800" dirty="0">
                <a:solidFill>
                  <a:srgbClr val="FFFFFF"/>
                </a:solidFill>
                <a:effectLst>
                  <a:outerShdw blurRad="38100" dist="38100" dir="2700000" algn="tl">
                    <a:srgbClr val="000000"/>
                  </a:outerShdw>
                </a:effectLst>
                <a:latin typeface="Helvetica" pitchFamily="2" charset="0"/>
              </a:rPr>
              <a:t>The jet stream separates polar air from tropical air.</a:t>
            </a:r>
          </a:p>
          <a:p>
            <a:pPr eaLnBrk="1" hangingPunct="1">
              <a:lnSpc>
                <a:spcPct val="110000"/>
              </a:lnSpc>
              <a:defRPr/>
            </a:pPr>
            <a:endParaRPr lang="en-US" altLang="en-US" sz="2800" dirty="0">
              <a:solidFill>
                <a:srgbClr val="FFFFFF"/>
              </a:solidFill>
              <a:effectLst>
                <a:outerShdw blurRad="38100" dist="38100" dir="2700000" algn="tl">
                  <a:srgbClr val="000000"/>
                </a:outerShdw>
              </a:effectLst>
              <a:latin typeface="Helvetica" pitchFamily="2" charset="0"/>
            </a:endParaRPr>
          </a:p>
          <a:p>
            <a:pPr eaLnBrk="1" hangingPunct="1">
              <a:lnSpc>
                <a:spcPct val="110000"/>
              </a:lnSpc>
              <a:defRPr/>
            </a:pPr>
            <a:r>
              <a:rPr lang="en-US" altLang="en-US" sz="2800" dirty="0">
                <a:solidFill>
                  <a:srgbClr val="FFFFFF"/>
                </a:solidFill>
                <a:effectLst>
                  <a:outerShdw blurRad="38100" dist="38100" dir="2700000" algn="tl">
                    <a:srgbClr val="000000"/>
                  </a:outerShdw>
                </a:effectLst>
                <a:latin typeface="Helvetica" pitchFamily="2" charset="0"/>
              </a:rPr>
              <a:t>The jet stream is stronger in the winter hemisphere.</a:t>
            </a:r>
          </a:p>
          <a:p>
            <a:pPr eaLnBrk="1" hangingPunct="1">
              <a:lnSpc>
                <a:spcPct val="110000"/>
              </a:lnSpc>
              <a:defRPr/>
            </a:pPr>
            <a:endParaRPr lang="en-US" altLang="en-US" sz="2800" dirty="0">
              <a:solidFill>
                <a:srgbClr val="FFFFFF"/>
              </a:solidFill>
              <a:effectLst>
                <a:outerShdw blurRad="38100" dist="38100" dir="2700000" algn="tl">
                  <a:srgbClr val="000000"/>
                </a:outerShdw>
              </a:effectLst>
              <a:latin typeface="Helvetica" pitchFamily="2" charset="0"/>
            </a:endParaRPr>
          </a:p>
          <a:p>
            <a:pPr eaLnBrk="1" hangingPunct="1">
              <a:lnSpc>
                <a:spcPct val="110000"/>
              </a:lnSpc>
              <a:defRPr/>
            </a:pPr>
            <a:r>
              <a:rPr lang="en-US" altLang="en-US" sz="2800" dirty="0">
                <a:solidFill>
                  <a:srgbClr val="FFFFFF"/>
                </a:solidFill>
                <a:effectLst>
                  <a:outerShdw blurRad="38100" dist="38100" dir="2700000" algn="tl">
                    <a:srgbClr val="000000"/>
                  </a:outerShdw>
                </a:effectLst>
                <a:latin typeface="Helvetica" pitchFamily="2" charset="0"/>
              </a:rPr>
              <a:t>The jet stream ridges over wide mountain ranges and troughs downstream of them.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106498" name="TextBox 4">
            <a:extLst>
              <a:ext uri="{FF2B5EF4-FFF2-40B4-BE49-F238E27FC236}">
                <a16:creationId xmlns:a16="http://schemas.microsoft.com/office/drawing/2014/main" id="{694ED110-E5DB-9243-975D-4EAC27B8F8CF}"/>
              </a:ext>
            </a:extLst>
          </p:cNvPr>
          <p:cNvSpPr txBox="1">
            <a:spLocks noChangeArrowheads="1"/>
          </p:cNvSpPr>
          <p:nvPr/>
        </p:nvSpPr>
        <p:spPr bwMode="auto">
          <a:xfrm>
            <a:off x="1143000" y="2019300"/>
            <a:ext cx="66754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effectLst>
                  <a:outerShdw blurRad="50800" dist="38100" dir="2700000" algn="tl" rotWithShape="0">
                    <a:prstClr val="black">
                      <a:alpha val="40000"/>
                    </a:prstClr>
                  </a:outerShdw>
                </a:effectLst>
                <a:cs typeface="Arial" panose="020B0604020202020204" pitchFamily="34" charset="0"/>
              </a:rPr>
              <a:t>How we measure humidity in the air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extBox 2">
            <a:extLst>
              <a:ext uri="{FF2B5EF4-FFF2-40B4-BE49-F238E27FC236}">
                <a16:creationId xmlns:a16="http://schemas.microsoft.com/office/drawing/2014/main" id="{8740EEA9-0386-B74F-8C94-9A9F00E2CD7E}"/>
              </a:ext>
            </a:extLst>
          </p:cNvPr>
          <p:cNvSpPr txBox="1">
            <a:spLocks noChangeArrowheads="1"/>
          </p:cNvSpPr>
          <p:nvPr/>
        </p:nvSpPr>
        <p:spPr bwMode="auto">
          <a:xfrm>
            <a:off x="381000" y="266700"/>
            <a:ext cx="8597900"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The saturation vapor pressure (</a:t>
            </a:r>
            <a:r>
              <a:rPr lang="en-US" altLang="en-US" sz="1800" i="1"/>
              <a:t>e</a:t>
            </a:r>
            <a:r>
              <a:rPr lang="en-US" altLang="en-US" sz="1800" baseline="-25000"/>
              <a:t>s</a:t>
            </a:r>
            <a:r>
              <a:rPr lang="en-US" altLang="en-US" sz="1800">
                <a:solidFill>
                  <a:srgbClr val="000000"/>
                </a:solidFill>
                <a:cs typeface="Arial" panose="020B0604020202020204" pitchFamily="34" charset="0"/>
              </a:rPr>
              <a:t>) tells us how much water vapor would be in the </a:t>
            </a:r>
          </a:p>
          <a:p>
            <a:pPr eaLnBrk="1" hangingPunct="1">
              <a:spcBef>
                <a:spcPct val="0"/>
              </a:spcBef>
              <a:buFontTx/>
              <a:buNone/>
            </a:pPr>
            <a:r>
              <a:rPr lang="en-US" altLang="en-US" sz="1800">
                <a:solidFill>
                  <a:srgbClr val="000000"/>
                </a:solidFill>
                <a:cs typeface="Arial" panose="020B0604020202020204" pitchFamily="34" charset="0"/>
              </a:rPr>
              <a:t>atmosphere at equilibrium in a closed container.</a:t>
            </a:r>
          </a:p>
        </p:txBody>
      </p:sp>
      <p:pic>
        <p:nvPicPr>
          <p:cNvPr id="107522" name="Picture 2" descr="graph of Clausius Clapeyron Equation. Curve going up as temperature increase">
            <a:extLst>
              <a:ext uri="{FF2B5EF4-FFF2-40B4-BE49-F238E27FC236}">
                <a16:creationId xmlns:a16="http://schemas.microsoft.com/office/drawing/2014/main" id="{71447C71-F4FA-8347-A0A3-18E0F5F18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8" y="1028700"/>
            <a:ext cx="6772275" cy="4686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E83DD628-E494-C74A-ACF3-4D2FACBD083A}"/>
              </a:ext>
            </a:extLst>
          </p:cNvPr>
          <p:cNvSpPr/>
          <p:nvPr/>
        </p:nvSpPr>
        <p:spPr>
          <a:xfrm>
            <a:off x="381000" y="2476500"/>
            <a:ext cx="304800" cy="1905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7524" name="TextBox 4">
            <a:extLst>
              <a:ext uri="{FF2B5EF4-FFF2-40B4-BE49-F238E27FC236}">
                <a16:creationId xmlns:a16="http://schemas.microsoft.com/office/drawing/2014/main" id="{315B09DC-E500-6D43-84B4-7291D3BB2511}"/>
              </a:ext>
            </a:extLst>
          </p:cNvPr>
          <p:cNvSpPr txBox="1">
            <a:spLocks noChangeArrowheads="1"/>
          </p:cNvSpPr>
          <p:nvPr/>
        </p:nvSpPr>
        <p:spPr bwMode="auto">
          <a:xfrm rot="-5400000">
            <a:off x="-1499393" y="3031331"/>
            <a:ext cx="391795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cs typeface="Arial" panose="020B0604020202020204" pitchFamily="34" charset="0"/>
              </a:rPr>
              <a:t>saturation vapor pressure (</a:t>
            </a:r>
            <a:r>
              <a:rPr lang="en-US" altLang="en-US" sz="1800" i="1">
                <a:cs typeface="Arial" panose="020B0604020202020204" pitchFamily="34" charset="0"/>
              </a:rPr>
              <a:t>e</a:t>
            </a:r>
            <a:r>
              <a:rPr lang="en-US" altLang="en-US" sz="1800" baseline="-25000">
                <a:cs typeface="Arial" panose="020B0604020202020204" pitchFamily="34" charset="0"/>
              </a:rPr>
              <a:t>s</a:t>
            </a:r>
            <a:r>
              <a:rPr lang="en-US" altLang="en-US" sz="1800">
                <a:cs typeface="Arial" panose="020B0604020202020204" pitchFamily="34" charset="0"/>
              </a:rPr>
              <a:t>, hPa)</a:t>
            </a:r>
          </a:p>
        </p:txBody>
      </p:sp>
      <p:sp>
        <p:nvSpPr>
          <p:cNvPr id="107525" name="TextBox 6">
            <a:extLst>
              <a:ext uri="{FF2B5EF4-FFF2-40B4-BE49-F238E27FC236}">
                <a16:creationId xmlns:a16="http://schemas.microsoft.com/office/drawing/2014/main" id="{3F822518-560A-7F4A-A678-438B311772BE}"/>
              </a:ext>
            </a:extLst>
          </p:cNvPr>
          <p:cNvSpPr txBox="1">
            <a:spLocks noChangeArrowheads="1"/>
          </p:cNvSpPr>
          <p:nvPr/>
        </p:nvSpPr>
        <p:spPr bwMode="auto">
          <a:xfrm>
            <a:off x="7223049" y="2654042"/>
            <a:ext cx="1898277"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dirty="0">
                <a:cs typeface="Arial" panose="020B0604020202020204" pitchFamily="34" charset="0"/>
              </a:rPr>
              <a:t>Recall mean </a:t>
            </a:r>
          </a:p>
          <a:p>
            <a:pPr>
              <a:spcBef>
                <a:spcPct val="0"/>
              </a:spcBef>
              <a:buFontTx/>
              <a:buNone/>
            </a:pPr>
            <a:r>
              <a:rPr lang="en-US" altLang="en-US" sz="1600" dirty="0">
                <a:cs typeface="Arial" panose="020B0604020202020204" pitchFamily="34" charset="0"/>
              </a:rPr>
              <a:t>sea-level</a:t>
            </a:r>
          </a:p>
          <a:p>
            <a:pPr>
              <a:spcBef>
                <a:spcPct val="0"/>
              </a:spcBef>
              <a:buFontTx/>
              <a:buNone/>
            </a:pPr>
            <a:r>
              <a:rPr lang="en-US" altLang="en-US" sz="1600" dirty="0">
                <a:cs typeface="Arial" panose="020B0604020202020204" pitchFamily="34" charset="0"/>
              </a:rPr>
              <a:t>pressure is</a:t>
            </a:r>
          </a:p>
          <a:p>
            <a:pPr>
              <a:spcBef>
                <a:spcPct val="0"/>
              </a:spcBef>
              <a:buFontTx/>
              <a:buNone/>
            </a:pPr>
            <a:r>
              <a:rPr lang="en-US" altLang="en-US" sz="1600" dirty="0">
                <a:cs typeface="Arial" panose="020B0604020202020204" pitchFamily="34" charset="0"/>
              </a:rPr>
              <a:t>1013.25 </a:t>
            </a:r>
            <a:r>
              <a:rPr lang="en-US" altLang="en-US" sz="1600" dirty="0" err="1">
                <a:cs typeface="Arial" panose="020B0604020202020204" pitchFamily="34" charset="0"/>
              </a:rPr>
              <a:t>hPa</a:t>
            </a:r>
            <a:r>
              <a:rPr lang="en-US" altLang="en-US" sz="1600" dirty="0">
                <a:cs typeface="Arial" panose="020B0604020202020204" pitchFamily="34" charset="0"/>
              </a:rPr>
              <a:t>.</a:t>
            </a:r>
          </a:p>
          <a:p>
            <a:pPr>
              <a:spcBef>
                <a:spcPct val="0"/>
              </a:spcBef>
              <a:buFontTx/>
              <a:buNone/>
            </a:pPr>
            <a:endParaRPr lang="en-US" altLang="en-US" sz="1600" dirty="0">
              <a:cs typeface="Arial" panose="020B0604020202020204" pitchFamily="34" charset="0"/>
            </a:endParaRPr>
          </a:p>
          <a:p>
            <a:pPr>
              <a:spcBef>
                <a:spcPct val="0"/>
              </a:spcBef>
              <a:buFontTx/>
              <a:buNone/>
            </a:pPr>
            <a:r>
              <a:rPr lang="en-US" altLang="en-US" sz="1600" dirty="0">
                <a:cs typeface="Arial" panose="020B0604020202020204" pitchFamily="34" charset="0"/>
              </a:rPr>
              <a:t>So, 30 </a:t>
            </a:r>
            <a:r>
              <a:rPr lang="en-US" altLang="en-US" sz="1600" dirty="0" err="1">
                <a:cs typeface="Arial" panose="020B0604020202020204" pitchFamily="34" charset="0"/>
              </a:rPr>
              <a:t>hPa</a:t>
            </a:r>
            <a:r>
              <a:rPr lang="en-US" altLang="en-US" sz="1600" dirty="0">
                <a:cs typeface="Arial" panose="020B0604020202020204" pitchFamily="34" charset="0"/>
              </a:rPr>
              <a:t> of</a:t>
            </a:r>
          </a:p>
          <a:p>
            <a:pPr>
              <a:spcBef>
                <a:spcPct val="0"/>
              </a:spcBef>
              <a:buFontTx/>
              <a:buNone/>
            </a:pPr>
            <a:r>
              <a:rPr lang="en-US" altLang="en-US" sz="1600" dirty="0">
                <a:cs typeface="Arial" panose="020B0604020202020204" pitchFamily="34" charset="0"/>
              </a:rPr>
              <a:t>water vapor</a:t>
            </a:r>
          </a:p>
          <a:p>
            <a:pPr>
              <a:spcBef>
                <a:spcPct val="0"/>
              </a:spcBef>
              <a:buFontTx/>
              <a:buNone/>
            </a:pPr>
            <a:r>
              <a:rPr lang="en-US" altLang="en-US" sz="1600" dirty="0">
                <a:cs typeface="Arial" panose="020B0604020202020204" pitchFamily="34" charset="0"/>
              </a:rPr>
              <a:t>would be about</a:t>
            </a:r>
          </a:p>
          <a:p>
            <a:pPr>
              <a:spcBef>
                <a:spcPct val="0"/>
              </a:spcBef>
              <a:buFontTx/>
              <a:buNone/>
            </a:pPr>
            <a:r>
              <a:rPr lang="en-US" altLang="en-US" sz="1600" dirty="0">
                <a:cs typeface="Arial" panose="020B0604020202020204" pitchFamily="34" charset="0"/>
              </a:rPr>
              <a:t>3% of the mass</a:t>
            </a:r>
          </a:p>
          <a:p>
            <a:pPr>
              <a:spcBef>
                <a:spcPct val="0"/>
              </a:spcBef>
              <a:buFontTx/>
              <a:buNone/>
            </a:pPr>
            <a:r>
              <a:rPr lang="en-US" altLang="en-US" sz="1600" dirty="0">
                <a:cs typeface="Arial" panose="020B0604020202020204" pitchFamily="34" charset="0"/>
              </a:rPr>
              <a:t>of the atmosphere.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extBox 2">
            <a:extLst>
              <a:ext uri="{FF2B5EF4-FFF2-40B4-BE49-F238E27FC236}">
                <a16:creationId xmlns:a16="http://schemas.microsoft.com/office/drawing/2014/main" id="{8740EEA9-0386-B74F-8C94-9A9F00E2CD7E}"/>
              </a:ext>
            </a:extLst>
          </p:cNvPr>
          <p:cNvSpPr txBox="1">
            <a:spLocks noChangeArrowheads="1"/>
          </p:cNvSpPr>
          <p:nvPr/>
        </p:nvSpPr>
        <p:spPr bwMode="auto">
          <a:xfrm>
            <a:off x="381000" y="266700"/>
            <a:ext cx="8597900"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The saturation vapor pressure (</a:t>
            </a:r>
            <a:r>
              <a:rPr lang="en-US" altLang="en-US" sz="1800" i="1"/>
              <a:t>e</a:t>
            </a:r>
            <a:r>
              <a:rPr lang="en-US" altLang="en-US" sz="1800" baseline="-25000"/>
              <a:t>s</a:t>
            </a:r>
            <a:r>
              <a:rPr lang="en-US" altLang="en-US" sz="1800">
                <a:solidFill>
                  <a:srgbClr val="000000"/>
                </a:solidFill>
                <a:cs typeface="Arial" panose="020B0604020202020204" pitchFamily="34" charset="0"/>
              </a:rPr>
              <a:t>) tells us how much water vapor would be in the </a:t>
            </a:r>
          </a:p>
          <a:p>
            <a:pPr eaLnBrk="1" hangingPunct="1">
              <a:spcBef>
                <a:spcPct val="0"/>
              </a:spcBef>
              <a:buFontTx/>
              <a:buNone/>
            </a:pPr>
            <a:r>
              <a:rPr lang="en-US" altLang="en-US" sz="1800">
                <a:solidFill>
                  <a:srgbClr val="000000"/>
                </a:solidFill>
                <a:cs typeface="Arial" panose="020B0604020202020204" pitchFamily="34" charset="0"/>
              </a:rPr>
              <a:t>atmosphere at equilibrium in a closed container.</a:t>
            </a:r>
          </a:p>
        </p:txBody>
      </p:sp>
      <p:pic>
        <p:nvPicPr>
          <p:cNvPr id="107522" name="Picture 2" descr="graph of Clausius Clapeyron Equation. Curve going up as temperature increase">
            <a:extLst>
              <a:ext uri="{FF2B5EF4-FFF2-40B4-BE49-F238E27FC236}">
                <a16:creationId xmlns:a16="http://schemas.microsoft.com/office/drawing/2014/main" id="{71447C71-F4FA-8347-A0A3-18E0F5F18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8" y="1028700"/>
            <a:ext cx="6772275" cy="4686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E83DD628-E494-C74A-ACF3-4D2FACBD083A}"/>
              </a:ext>
            </a:extLst>
          </p:cNvPr>
          <p:cNvSpPr/>
          <p:nvPr/>
        </p:nvSpPr>
        <p:spPr>
          <a:xfrm>
            <a:off x="381000" y="2476500"/>
            <a:ext cx="304800" cy="1905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7524" name="TextBox 4">
            <a:extLst>
              <a:ext uri="{FF2B5EF4-FFF2-40B4-BE49-F238E27FC236}">
                <a16:creationId xmlns:a16="http://schemas.microsoft.com/office/drawing/2014/main" id="{315B09DC-E500-6D43-84B4-7291D3BB2511}"/>
              </a:ext>
            </a:extLst>
          </p:cNvPr>
          <p:cNvSpPr txBox="1">
            <a:spLocks noChangeArrowheads="1"/>
          </p:cNvSpPr>
          <p:nvPr/>
        </p:nvSpPr>
        <p:spPr bwMode="auto">
          <a:xfrm rot="-5400000">
            <a:off x="-1499393" y="3031331"/>
            <a:ext cx="391795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cs typeface="Arial" panose="020B0604020202020204" pitchFamily="34" charset="0"/>
              </a:rPr>
              <a:t>saturation vapor pressure (</a:t>
            </a:r>
            <a:r>
              <a:rPr lang="en-US" altLang="en-US" sz="1800" i="1">
                <a:cs typeface="Arial" panose="020B0604020202020204" pitchFamily="34" charset="0"/>
              </a:rPr>
              <a:t>e</a:t>
            </a:r>
            <a:r>
              <a:rPr lang="en-US" altLang="en-US" sz="1800" baseline="-25000">
                <a:cs typeface="Arial" panose="020B0604020202020204" pitchFamily="34" charset="0"/>
              </a:rPr>
              <a:t>s</a:t>
            </a:r>
            <a:r>
              <a:rPr lang="en-US" altLang="en-US" sz="1800">
                <a:cs typeface="Arial" panose="020B0604020202020204" pitchFamily="34" charset="0"/>
              </a:rPr>
              <a:t>, hPa)</a:t>
            </a:r>
          </a:p>
        </p:txBody>
      </p:sp>
      <p:sp>
        <p:nvSpPr>
          <p:cNvPr id="10" name="TextBox 6">
            <a:extLst>
              <a:ext uri="{FF2B5EF4-FFF2-40B4-BE49-F238E27FC236}">
                <a16:creationId xmlns:a16="http://schemas.microsoft.com/office/drawing/2014/main" id="{E630F13B-E2C1-8F4B-AAC2-D323347CDFF7}"/>
              </a:ext>
            </a:extLst>
          </p:cNvPr>
          <p:cNvSpPr txBox="1">
            <a:spLocks noChangeArrowheads="1"/>
          </p:cNvSpPr>
          <p:nvPr/>
        </p:nvSpPr>
        <p:spPr bwMode="auto">
          <a:xfrm>
            <a:off x="7223049" y="2654042"/>
            <a:ext cx="1898277"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dirty="0">
                <a:cs typeface="Arial" panose="020B0604020202020204" pitchFamily="34" charset="0"/>
              </a:rPr>
              <a:t>Recall mean </a:t>
            </a:r>
          </a:p>
          <a:p>
            <a:pPr>
              <a:spcBef>
                <a:spcPct val="0"/>
              </a:spcBef>
              <a:buFontTx/>
              <a:buNone/>
            </a:pPr>
            <a:r>
              <a:rPr lang="en-US" altLang="en-US" sz="1600" dirty="0">
                <a:cs typeface="Arial" panose="020B0604020202020204" pitchFamily="34" charset="0"/>
              </a:rPr>
              <a:t>sea-level</a:t>
            </a:r>
          </a:p>
          <a:p>
            <a:pPr>
              <a:spcBef>
                <a:spcPct val="0"/>
              </a:spcBef>
              <a:buFontTx/>
              <a:buNone/>
            </a:pPr>
            <a:r>
              <a:rPr lang="en-US" altLang="en-US" sz="1600" dirty="0">
                <a:cs typeface="Arial" panose="020B0604020202020204" pitchFamily="34" charset="0"/>
              </a:rPr>
              <a:t>pressure is</a:t>
            </a:r>
          </a:p>
          <a:p>
            <a:pPr>
              <a:spcBef>
                <a:spcPct val="0"/>
              </a:spcBef>
              <a:buFontTx/>
              <a:buNone/>
            </a:pPr>
            <a:r>
              <a:rPr lang="en-US" altLang="en-US" sz="1600" dirty="0">
                <a:cs typeface="Arial" panose="020B0604020202020204" pitchFamily="34" charset="0"/>
              </a:rPr>
              <a:t>1013.25 </a:t>
            </a:r>
            <a:r>
              <a:rPr lang="en-US" altLang="en-US" sz="1600" dirty="0" err="1">
                <a:cs typeface="Arial" panose="020B0604020202020204" pitchFamily="34" charset="0"/>
              </a:rPr>
              <a:t>hPa</a:t>
            </a:r>
            <a:r>
              <a:rPr lang="en-US" altLang="en-US" sz="1600" dirty="0">
                <a:cs typeface="Arial" panose="020B0604020202020204" pitchFamily="34" charset="0"/>
              </a:rPr>
              <a:t>.</a:t>
            </a:r>
          </a:p>
          <a:p>
            <a:pPr>
              <a:spcBef>
                <a:spcPct val="0"/>
              </a:spcBef>
              <a:buFontTx/>
              <a:buNone/>
            </a:pPr>
            <a:endParaRPr lang="en-US" altLang="en-US" sz="1600" dirty="0">
              <a:cs typeface="Arial" panose="020B0604020202020204" pitchFamily="34" charset="0"/>
            </a:endParaRPr>
          </a:p>
          <a:p>
            <a:pPr>
              <a:spcBef>
                <a:spcPct val="0"/>
              </a:spcBef>
              <a:buFontTx/>
              <a:buNone/>
            </a:pPr>
            <a:r>
              <a:rPr lang="en-US" altLang="en-US" sz="1600" dirty="0">
                <a:cs typeface="Arial" panose="020B0604020202020204" pitchFamily="34" charset="0"/>
              </a:rPr>
              <a:t>So, 30 </a:t>
            </a:r>
            <a:r>
              <a:rPr lang="en-US" altLang="en-US" sz="1600" dirty="0" err="1">
                <a:cs typeface="Arial" panose="020B0604020202020204" pitchFamily="34" charset="0"/>
              </a:rPr>
              <a:t>hPa</a:t>
            </a:r>
            <a:r>
              <a:rPr lang="en-US" altLang="en-US" sz="1600" dirty="0">
                <a:cs typeface="Arial" panose="020B0604020202020204" pitchFamily="34" charset="0"/>
              </a:rPr>
              <a:t> of</a:t>
            </a:r>
          </a:p>
          <a:p>
            <a:pPr>
              <a:spcBef>
                <a:spcPct val="0"/>
              </a:spcBef>
              <a:buFontTx/>
              <a:buNone/>
            </a:pPr>
            <a:r>
              <a:rPr lang="en-US" altLang="en-US" sz="1600" dirty="0">
                <a:cs typeface="Arial" panose="020B0604020202020204" pitchFamily="34" charset="0"/>
              </a:rPr>
              <a:t>water vapor</a:t>
            </a:r>
          </a:p>
          <a:p>
            <a:pPr>
              <a:spcBef>
                <a:spcPct val="0"/>
              </a:spcBef>
              <a:buFontTx/>
              <a:buNone/>
            </a:pPr>
            <a:r>
              <a:rPr lang="en-US" altLang="en-US" sz="1600" dirty="0">
                <a:cs typeface="Arial" panose="020B0604020202020204" pitchFamily="34" charset="0"/>
              </a:rPr>
              <a:t>would be about</a:t>
            </a:r>
          </a:p>
          <a:p>
            <a:pPr>
              <a:spcBef>
                <a:spcPct val="0"/>
              </a:spcBef>
              <a:buFontTx/>
              <a:buNone/>
            </a:pPr>
            <a:r>
              <a:rPr lang="en-US" altLang="en-US" sz="1600" dirty="0">
                <a:cs typeface="Arial" panose="020B0604020202020204" pitchFamily="34" charset="0"/>
              </a:rPr>
              <a:t>3% of the mass</a:t>
            </a:r>
          </a:p>
          <a:p>
            <a:pPr>
              <a:spcBef>
                <a:spcPct val="0"/>
              </a:spcBef>
              <a:buFontTx/>
              <a:buNone/>
            </a:pPr>
            <a:r>
              <a:rPr lang="en-US" altLang="en-US" sz="1600" dirty="0">
                <a:cs typeface="Arial" panose="020B0604020202020204" pitchFamily="34" charset="0"/>
              </a:rPr>
              <a:t>of the atmosphere.</a:t>
            </a:r>
          </a:p>
        </p:txBody>
      </p:sp>
      <p:sp>
        <p:nvSpPr>
          <p:cNvPr id="2" name="Oval 1">
            <a:extLst>
              <a:ext uri="{FF2B5EF4-FFF2-40B4-BE49-F238E27FC236}">
                <a16:creationId xmlns:a16="http://schemas.microsoft.com/office/drawing/2014/main" id="{0D408882-0A96-904A-84E0-01A9B3EA8716}"/>
              </a:ext>
            </a:extLst>
          </p:cNvPr>
          <p:cNvSpPr/>
          <p:nvPr/>
        </p:nvSpPr>
        <p:spPr>
          <a:xfrm>
            <a:off x="5181600" y="3931314"/>
            <a:ext cx="152400" cy="152400"/>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9FEED89-869A-124E-B90C-94BFB4E6F2F8}"/>
              </a:ext>
            </a:extLst>
          </p:cNvPr>
          <p:cNvSpPr txBox="1">
            <a:spLocks noChangeArrowheads="1"/>
          </p:cNvSpPr>
          <p:nvPr/>
        </p:nvSpPr>
        <p:spPr bwMode="auto">
          <a:xfrm>
            <a:off x="5298180" y="3457626"/>
            <a:ext cx="152157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dirty="0">
                <a:cs typeface="Arial" panose="020B0604020202020204" pitchFamily="34" charset="0"/>
              </a:rPr>
              <a:t>actual vapor</a:t>
            </a:r>
          </a:p>
          <a:p>
            <a:pPr>
              <a:spcBef>
                <a:spcPct val="0"/>
              </a:spcBef>
              <a:buFontTx/>
              <a:buNone/>
            </a:pPr>
            <a:r>
              <a:rPr lang="en-US" altLang="en-US" sz="1600" dirty="0">
                <a:cs typeface="Arial" panose="020B0604020202020204" pitchFamily="34" charset="0"/>
              </a:rPr>
              <a:t>pressure and</a:t>
            </a:r>
          </a:p>
          <a:p>
            <a:pPr>
              <a:spcBef>
                <a:spcPct val="0"/>
              </a:spcBef>
              <a:buFontTx/>
              <a:buNone/>
            </a:pPr>
            <a:r>
              <a:rPr lang="en-US" altLang="en-US" sz="1600" dirty="0">
                <a:cs typeface="Arial" panose="020B0604020202020204" pitchFamily="34" charset="0"/>
              </a:rPr>
              <a:t>temperature of</a:t>
            </a:r>
          </a:p>
          <a:p>
            <a:pPr>
              <a:spcBef>
                <a:spcPct val="0"/>
              </a:spcBef>
              <a:buFontTx/>
              <a:buNone/>
            </a:pPr>
            <a:r>
              <a:rPr lang="en-US" altLang="en-US" sz="1600" dirty="0">
                <a:cs typeface="Arial" panose="020B0604020202020204" pitchFamily="34" charset="0"/>
              </a:rPr>
              <a:t>an air parcel</a:t>
            </a:r>
          </a:p>
        </p:txBody>
      </p:sp>
    </p:spTree>
    <p:extLst>
      <p:ext uri="{BB962C8B-B14F-4D97-AF65-F5344CB8AC3E}">
        <p14:creationId xmlns:p14="http://schemas.microsoft.com/office/powerpoint/2010/main" val="1346262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extBox 2">
            <a:extLst>
              <a:ext uri="{FF2B5EF4-FFF2-40B4-BE49-F238E27FC236}">
                <a16:creationId xmlns:a16="http://schemas.microsoft.com/office/drawing/2014/main" id="{8740EEA9-0386-B74F-8C94-9A9F00E2CD7E}"/>
              </a:ext>
            </a:extLst>
          </p:cNvPr>
          <p:cNvSpPr txBox="1">
            <a:spLocks noChangeArrowheads="1"/>
          </p:cNvSpPr>
          <p:nvPr/>
        </p:nvSpPr>
        <p:spPr bwMode="auto">
          <a:xfrm>
            <a:off x="381000" y="266700"/>
            <a:ext cx="8597900"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The saturation vapor pressure (</a:t>
            </a:r>
            <a:r>
              <a:rPr lang="en-US" altLang="en-US" sz="1800" i="1"/>
              <a:t>e</a:t>
            </a:r>
            <a:r>
              <a:rPr lang="en-US" altLang="en-US" sz="1800" baseline="-25000"/>
              <a:t>s</a:t>
            </a:r>
            <a:r>
              <a:rPr lang="en-US" altLang="en-US" sz="1800">
                <a:solidFill>
                  <a:srgbClr val="000000"/>
                </a:solidFill>
                <a:cs typeface="Arial" panose="020B0604020202020204" pitchFamily="34" charset="0"/>
              </a:rPr>
              <a:t>) tells us how much water vapor would be in the </a:t>
            </a:r>
          </a:p>
          <a:p>
            <a:pPr eaLnBrk="1" hangingPunct="1">
              <a:spcBef>
                <a:spcPct val="0"/>
              </a:spcBef>
              <a:buFontTx/>
              <a:buNone/>
            </a:pPr>
            <a:r>
              <a:rPr lang="en-US" altLang="en-US" sz="1800">
                <a:solidFill>
                  <a:srgbClr val="000000"/>
                </a:solidFill>
                <a:cs typeface="Arial" panose="020B0604020202020204" pitchFamily="34" charset="0"/>
              </a:rPr>
              <a:t>atmosphere at equilibrium in a closed container.</a:t>
            </a:r>
          </a:p>
        </p:txBody>
      </p:sp>
      <p:pic>
        <p:nvPicPr>
          <p:cNvPr id="107522" name="Picture 2" descr="graph of Clausius Clapeyron Equation. Curve going up as temperature increase">
            <a:extLst>
              <a:ext uri="{FF2B5EF4-FFF2-40B4-BE49-F238E27FC236}">
                <a16:creationId xmlns:a16="http://schemas.microsoft.com/office/drawing/2014/main" id="{71447C71-F4FA-8347-A0A3-18E0F5F18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8" y="1028700"/>
            <a:ext cx="6772275" cy="4686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E83DD628-E494-C74A-ACF3-4D2FACBD083A}"/>
              </a:ext>
            </a:extLst>
          </p:cNvPr>
          <p:cNvSpPr/>
          <p:nvPr/>
        </p:nvSpPr>
        <p:spPr>
          <a:xfrm>
            <a:off x="381000" y="2476500"/>
            <a:ext cx="304800" cy="1905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7524" name="TextBox 4">
            <a:extLst>
              <a:ext uri="{FF2B5EF4-FFF2-40B4-BE49-F238E27FC236}">
                <a16:creationId xmlns:a16="http://schemas.microsoft.com/office/drawing/2014/main" id="{315B09DC-E500-6D43-84B4-7291D3BB2511}"/>
              </a:ext>
            </a:extLst>
          </p:cNvPr>
          <p:cNvSpPr txBox="1">
            <a:spLocks noChangeArrowheads="1"/>
          </p:cNvSpPr>
          <p:nvPr/>
        </p:nvSpPr>
        <p:spPr bwMode="auto">
          <a:xfrm rot="-5400000">
            <a:off x="-1499393" y="3031331"/>
            <a:ext cx="391795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cs typeface="Arial" panose="020B0604020202020204" pitchFamily="34" charset="0"/>
              </a:rPr>
              <a:t>saturation vapor pressure (</a:t>
            </a:r>
            <a:r>
              <a:rPr lang="en-US" altLang="en-US" sz="1800" i="1">
                <a:cs typeface="Arial" panose="020B0604020202020204" pitchFamily="34" charset="0"/>
              </a:rPr>
              <a:t>e</a:t>
            </a:r>
            <a:r>
              <a:rPr lang="en-US" altLang="en-US" sz="1800" baseline="-25000">
                <a:cs typeface="Arial" panose="020B0604020202020204" pitchFamily="34" charset="0"/>
              </a:rPr>
              <a:t>s</a:t>
            </a:r>
            <a:r>
              <a:rPr lang="en-US" altLang="en-US" sz="1800">
                <a:cs typeface="Arial" panose="020B0604020202020204" pitchFamily="34" charset="0"/>
              </a:rPr>
              <a:t>, hPa)</a:t>
            </a:r>
          </a:p>
        </p:txBody>
      </p:sp>
      <p:sp>
        <p:nvSpPr>
          <p:cNvPr id="7" name="TextBox 6">
            <a:extLst>
              <a:ext uri="{FF2B5EF4-FFF2-40B4-BE49-F238E27FC236}">
                <a16:creationId xmlns:a16="http://schemas.microsoft.com/office/drawing/2014/main" id="{9FC13487-1B54-3943-BCB1-C898B37A5725}"/>
              </a:ext>
            </a:extLst>
          </p:cNvPr>
          <p:cNvSpPr txBox="1">
            <a:spLocks noChangeArrowheads="1"/>
          </p:cNvSpPr>
          <p:nvPr/>
        </p:nvSpPr>
        <p:spPr bwMode="auto">
          <a:xfrm>
            <a:off x="1752600" y="2214890"/>
            <a:ext cx="308610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800" dirty="0">
                <a:cs typeface="Arial" panose="020B0604020202020204" pitchFamily="34" charset="0"/>
              </a:rPr>
              <a:t>supersaturated air</a:t>
            </a:r>
          </a:p>
        </p:txBody>
      </p:sp>
      <p:sp>
        <p:nvSpPr>
          <p:cNvPr id="8" name="TextBox 7">
            <a:extLst>
              <a:ext uri="{FF2B5EF4-FFF2-40B4-BE49-F238E27FC236}">
                <a16:creationId xmlns:a16="http://schemas.microsoft.com/office/drawing/2014/main" id="{2F40EDF1-A321-0243-A0E7-3D3ACC03D1EF}"/>
              </a:ext>
            </a:extLst>
          </p:cNvPr>
          <p:cNvSpPr txBox="1">
            <a:spLocks noChangeArrowheads="1"/>
          </p:cNvSpPr>
          <p:nvPr/>
        </p:nvSpPr>
        <p:spPr bwMode="auto">
          <a:xfrm rot="18956507">
            <a:off x="3657600" y="3162679"/>
            <a:ext cx="21852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800" dirty="0">
                <a:cs typeface="Arial" panose="020B0604020202020204" pitchFamily="34" charset="0"/>
              </a:rPr>
              <a:t>saturated air</a:t>
            </a:r>
          </a:p>
        </p:txBody>
      </p:sp>
      <p:sp>
        <p:nvSpPr>
          <p:cNvPr id="9" name="TextBox 8">
            <a:extLst>
              <a:ext uri="{FF2B5EF4-FFF2-40B4-BE49-F238E27FC236}">
                <a16:creationId xmlns:a16="http://schemas.microsoft.com/office/drawing/2014/main" id="{DCAB6910-8139-0641-BB7A-976A5A374F10}"/>
              </a:ext>
            </a:extLst>
          </p:cNvPr>
          <p:cNvSpPr txBox="1">
            <a:spLocks noChangeArrowheads="1"/>
          </p:cNvSpPr>
          <p:nvPr/>
        </p:nvSpPr>
        <p:spPr bwMode="auto">
          <a:xfrm>
            <a:off x="4191000" y="4520319"/>
            <a:ext cx="25859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800" dirty="0">
                <a:cs typeface="Arial" panose="020B0604020202020204" pitchFamily="34" charset="0"/>
              </a:rPr>
              <a:t>unsaturated air</a:t>
            </a:r>
          </a:p>
        </p:txBody>
      </p:sp>
      <p:sp>
        <p:nvSpPr>
          <p:cNvPr id="10" name="TextBox 6">
            <a:extLst>
              <a:ext uri="{FF2B5EF4-FFF2-40B4-BE49-F238E27FC236}">
                <a16:creationId xmlns:a16="http://schemas.microsoft.com/office/drawing/2014/main" id="{E630F13B-E2C1-8F4B-AAC2-D323347CDFF7}"/>
              </a:ext>
            </a:extLst>
          </p:cNvPr>
          <p:cNvSpPr txBox="1">
            <a:spLocks noChangeArrowheads="1"/>
          </p:cNvSpPr>
          <p:nvPr/>
        </p:nvSpPr>
        <p:spPr bwMode="auto">
          <a:xfrm>
            <a:off x="7223049" y="2654042"/>
            <a:ext cx="1898277"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dirty="0">
                <a:cs typeface="Arial" panose="020B0604020202020204" pitchFamily="34" charset="0"/>
              </a:rPr>
              <a:t>Recall mean </a:t>
            </a:r>
          </a:p>
          <a:p>
            <a:pPr>
              <a:spcBef>
                <a:spcPct val="0"/>
              </a:spcBef>
              <a:buFontTx/>
              <a:buNone/>
            </a:pPr>
            <a:r>
              <a:rPr lang="en-US" altLang="en-US" sz="1600" dirty="0">
                <a:cs typeface="Arial" panose="020B0604020202020204" pitchFamily="34" charset="0"/>
              </a:rPr>
              <a:t>sea-level</a:t>
            </a:r>
          </a:p>
          <a:p>
            <a:pPr>
              <a:spcBef>
                <a:spcPct val="0"/>
              </a:spcBef>
              <a:buFontTx/>
              <a:buNone/>
            </a:pPr>
            <a:r>
              <a:rPr lang="en-US" altLang="en-US" sz="1600" dirty="0">
                <a:cs typeface="Arial" panose="020B0604020202020204" pitchFamily="34" charset="0"/>
              </a:rPr>
              <a:t>pressure is</a:t>
            </a:r>
          </a:p>
          <a:p>
            <a:pPr>
              <a:spcBef>
                <a:spcPct val="0"/>
              </a:spcBef>
              <a:buFontTx/>
              <a:buNone/>
            </a:pPr>
            <a:r>
              <a:rPr lang="en-US" altLang="en-US" sz="1600" dirty="0">
                <a:cs typeface="Arial" panose="020B0604020202020204" pitchFamily="34" charset="0"/>
              </a:rPr>
              <a:t>1013.25 </a:t>
            </a:r>
            <a:r>
              <a:rPr lang="en-US" altLang="en-US" sz="1600" dirty="0" err="1">
                <a:cs typeface="Arial" panose="020B0604020202020204" pitchFamily="34" charset="0"/>
              </a:rPr>
              <a:t>hPa</a:t>
            </a:r>
            <a:r>
              <a:rPr lang="en-US" altLang="en-US" sz="1600" dirty="0">
                <a:cs typeface="Arial" panose="020B0604020202020204" pitchFamily="34" charset="0"/>
              </a:rPr>
              <a:t>.</a:t>
            </a:r>
          </a:p>
          <a:p>
            <a:pPr>
              <a:spcBef>
                <a:spcPct val="0"/>
              </a:spcBef>
              <a:buFontTx/>
              <a:buNone/>
            </a:pPr>
            <a:endParaRPr lang="en-US" altLang="en-US" sz="1600" dirty="0">
              <a:cs typeface="Arial" panose="020B0604020202020204" pitchFamily="34" charset="0"/>
            </a:endParaRPr>
          </a:p>
          <a:p>
            <a:pPr>
              <a:spcBef>
                <a:spcPct val="0"/>
              </a:spcBef>
              <a:buFontTx/>
              <a:buNone/>
            </a:pPr>
            <a:r>
              <a:rPr lang="en-US" altLang="en-US" sz="1600" dirty="0">
                <a:cs typeface="Arial" panose="020B0604020202020204" pitchFamily="34" charset="0"/>
              </a:rPr>
              <a:t>So, 30 </a:t>
            </a:r>
            <a:r>
              <a:rPr lang="en-US" altLang="en-US" sz="1600" dirty="0" err="1">
                <a:cs typeface="Arial" panose="020B0604020202020204" pitchFamily="34" charset="0"/>
              </a:rPr>
              <a:t>hPa</a:t>
            </a:r>
            <a:r>
              <a:rPr lang="en-US" altLang="en-US" sz="1600" dirty="0">
                <a:cs typeface="Arial" panose="020B0604020202020204" pitchFamily="34" charset="0"/>
              </a:rPr>
              <a:t> of</a:t>
            </a:r>
          </a:p>
          <a:p>
            <a:pPr>
              <a:spcBef>
                <a:spcPct val="0"/>
              </a:spcBef>
              <a:buFontTx/>
              <a:buNone/>
            </a:pPr>
            <a:r>
              <a:rPr lang="en-US" altLang="en-US" sz="1600" dirty="0">
                <a:cs typeface="Arial" panose="020B0604020202020204" pitchFamily="34" charset="0"/>
              </a:rPr>
              <a:t>water vapor</a:t>
            </a:r>
          </a:p>
          <a:p>
            <a:pPr>
              <a:spcBef>
                <a:spcPct val="0"/>
              </a:spcBef>
              <a:buFontTx/>
              <a:buNone/>
            </a:pPr>
            <a:r>
              <a:rPr lang="en-US" altLang="en-US" sz="1600" dirty="0">
                <a:cs typeface="Arial" panose="020B0604020202020204" pitchFamily="34" charset="0"/>
              </a:rPr>
              <a:t>would be about</a:t>
            </a:r>
          </a:p>
          <a:p>
            <a:pPr>
              <a:spcBef>
                <a:spcPct val="0"/>
              </a:spcBef>
              <a:buFontTx/>
              <a:buNone/>
            </a:pPr>
            <a:r>
              <a:rPr lang="en-US" altLang="en-US" sz="1600" dirty="0">
                <a:cs typeface="Arial" panose="020B0604020202020204" pitchFamily="34" charset="0"/>
              </a:rPr>
              <a:t>3% of the mass</a:t>
            </a:r>
          </a:p>
          <a:p>
            <a:pPr>
              <a:spcBef>
                <a:spcPct val="0"/>
              </a:spcBef>
              <a:buFontTx/>
              <a:buNone/>
            </a:pPr>
            <a:r>
              <a:rPr lang="en-US" altLang="en-US" sz="1600" dirty="0">
                <a:cs typeface="Arial" panose="020B0604020202020204" pitchFamily="34" charset="0"/>
              </a:rPr>
              <a:t>of the atmosphere.</a:t>
            </a:r>
          </a:p>
        </p:txBody>
      </p:sp>
      <p:sp>
        <p:nvSpPr>
          <p:cNvPr id="11" name="Oval 10">
            <a:extLst>
              <a:ext uri="{FF2B5EF4-FFF2-40B4-BE49-F238E27FC236}">
                <a16:creationId xmlns:a16="http://schemas.microsoft.com/office/drawing/2014/main" id="{43E087E8-422B-7A42-B2D2-75DFAB73AF60}"/>
              </a:ext>
            </a:extLst>
          </p:cNvPr>
          <p:cNvSpPr/>
          <p:nvPr/>
        </p:nvSpPr>
        <p:spPr>
          <a:xfrm>
            <a:off x="5181600" y="3931314"/>
            <a:ext cx="152400" cy="152400"/>
          </a:xfrm>
          <a:prstGeom prst="ellipse">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68CF8F9-B343-E849-850C-92084628DF48}"/>
              </a:ext>
            </a:extLst>
          </p:cNvPr>
          <p:cNvSpPr txBox="1">
            <a:spLocks noChangeArrowheads="1"/>
          </p:cNvSpPr>
          <p:nvPr/>
        </p:nvSpPr>
        <p:spPr bwMode="auto">
          <a:xfrm>
            <a:off x="5298180" y="3457626"/>
            <a:ext cx="152157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dirty="0">
                <a:cs typeface="Arial" panose="020B0604020202020204" pitchFamily="34" charset="0"/>
              </a:rPr>
              <a:t>actual vapor</a:t>
            </a:r>
          </a:p>
          <a:p>
            <a:pPr>
              <a:spcBef>
                <a:spcPct val="0"/>
              </a:spcBef>
              <a:buFontTx/>
              <a:buNone/>
            </a:pPr>
            <a:r>
              <a:rPr lang="en-US" altLang="en-US" sz="1600" dirty="0">
                <a:cs typeface="Arial" panose="020B0604020202020204" pitchFamily="34" charset="0"/>
              </a:rPr>
              <a:t>pressure and</a:t>
            </a:r>
          </a:p>
          <a:p>
            <a:pPr>
              <a:spcBef>
                <a:spcPct val="0"/>
              </a:spcBef>
              <a:buFontTx/>
              <a:buNone/>
            </a:pPr>
            <a:r>
              <a:rPr lang="en-US" altLang="en-US" sz="1600" dirty="0">
                <a:cs typeface="Arial" panose="020B0604020202020204" pitchFamily="34" charset="0"/>
              </a:rPr>
              <a:t>temperature of</a:t>
            </a:r>
          </a:p>
          <a:p>
            <a:pPr>
              <a:spcBef>
                <a:spcPct val="0"/>
              </a:spcBef>
              <a:buFontTx/>
              <a:buNone/>
            </a:pPr>
            <a:r>
              <a:rPr lang="en-US" altLang="en-US" sz="1600" dirty="0">
                <a:cs typeface="Arial" panose="020B0604020202020204" pitchFamily="34" charset="0"/>
              </a:rPr>
              <a:t>an air parcel</a:t>
            </a:r>
          </a:p>
        </p:txBody>
      </p:sp>
    </p:spTree>
    <p:extLst>
      <p:ext uri="{BB962C8B-B14F-4D97-AF65-F5344CB8AC3E}">
        <p14:creationId xmlns:p14="http://schemas.microsoft.com/office/powerpoint/2010/main" val="8092504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extBox 2">
            <a:extLst>
              <a:ext uri="{FF2B5EF4-FFF2-40B4-BE49-F238E27FC236}">
                <a16:creationId xmlns:a16="http://schemas.microsoft.com/office/drawing/2014/main" id="{D023E290-3376-684D-814A-8FAB93122560}"/>
              </a:ext>
            </a:extLst>
          </p:cNvPr>
          <p:cNvSpPr txBox="1">
            <a:spLocks noChangeArrowheads="1"/>
          </p:cNvSpPr>
          <p:nvPr/>
        </p:nvSpPr>
        <p:spPr bwMode="auto">
          <a:xfrm>
            <a:off x="152400" y="342900"/>
            <a:ext cx="894715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2400" b="1" dirty="0">
                <a:solidFill>
                  <a:srgbClr val="000000"/>
                </a:solidFill>
                <a:cs typeface="Arial" panose="020B0604020202020204" pitchFamily="34" charset="0"/>
              </a:rPr>
              <a:t>We can measure the amount of water vapor (i.e., humidity) </a:t>
            </a:r>
          </a:p>
          <a:p>
            <a:pPr eaLnBrk="1" hangingPunct="1">
              <a:spcBef>
                <a:spcPct val="0"/>
              </a:spcBef>
              <a:buFontTx/>
              <a:buNone/>
            </a:pPr>
            <a:r>
              <a:rPr lang="en-US" altLang="en-US" sz="2400" b="1" dirty="0">
                <a:solidFill>
                  <a:srgbClr val="000000"/>
                </a:solidFill>
                <a:cs typeface="Arial" panose="020B0604020202020204" pitchFamily="34" charset="0"/>
              </a:rPr>
              <a:t>in the air in an </a:t>
            </a:r>
            <a:r>
              <a:rPr lang="en-US" altLang="en-US" sz="2400" b="1" dirty="0">
                <a:solidFill>
                  <a:srgbClr val="00B050"/>
                </a:solidFill>
                <a:cs typeface="Arial" panose="020B0604020202020204" pitchFamily="34" charset="0"/>
              </a:rPr>
              <a:t>absolute</a:t>
            </a:r>
            <a:r>
              <a:rPr lang="en-US" altLang="en-US" sz="2400" b="1" dirty="0">
                <a:solidFill>
                  <a:srgbClr val="000000"/>
                </a:solidFill>
                <a:cs typeface="Arial" panose="020B0604020202020204" pitchFamily="34" charset="0"/>
              </a:rPr>
              <a:t> or </a:t>
            </a:r>
            <a:r>
              <a:rPr lang="en-US" altLang="en-US" sz="2400" b="1" dirty="0">
                <a:solidFill>
                  <a:srgbClr val="00B050"/>
                </a:solidFill>
                <a:cs typeface="Arial" panose="020B0604020202020204" pitchFamily="34" charset="0"/>
              </a:rPr>
              <a:t>relative</a:t>
            </a:r>
            <a:r>
              <a:rPr lang="en-US" altLang="en-US" sz="2400" b="1" dirty="0">
                <a:solidFill>
                  <a:srgbClr val="000000"/>
                </a:solidFill>
                <a:cs typeface="Arial" panose="020B0604020202020204" pitchFamily="34" charset="0"/>
              </a:rPr>
              <a:t> sense.</a:t>
            </a:r>
          </a:p>
          <a:p>
            <a:pPr eaLnBrk="1" hangingPunct="1">
              <a:spcBef>
                <a:spcPct val="0"/>
              </a:spcBef>
              <a:buFontTx/>
              <a:buNone/>
            </a:pPr>
            <a:endParaRPr lang="en-US" altLang="en-US" sz="1800" dirty="0">
              <a:solidFill>
                <a:srgbClr val="000000"/>
              </a:solidFill>
              <a:cs typeface="Arial" panose="020B0604020202020204" pitchFamily="34" charset="0"/>
            </a:endParaRPr>
          </a:p>
          <a:p>
            <a:pPr eaLnBrk="1" hangingPunct="1">
              <a:spcBef>
                <a:spcPct val="0"/>
              </a:spcBef>
              <a:buFontTx/>
              <a:buNone/>
            </a:pPr>
            <a:endParaRPr lang="en-US" altLang="en-US" sz="1800" dirty="0">
              <a:solidFill>
                <a:srgbClr val="000000"/>
              </a:solidFill>
              <a:cs typeface="Arial" panose="020B0604020202020204" pitchFamily="34" charset="0"/>
            </a:endParaRPr>
          </a:p>
          <a:p>
            <a:pPr eaLnBrk="1" hangingPunct="1">
              <a:spcBef>
                <a:spcPct val="0"/>
              </a:spcBef>
              <a:buFontTx/>
              <a:buNone/>
            </a:pPr>
            <a:r>
              <a:rPr lang="en-US" altLang="en-US" sz="1800" b="1" dirty="0">
                <a:solidFill>
                  <a:srgbClr val="00B050"/>
                </a:solidFill>
                <a:cs typeface="Arial" panose="020B0604020202020204" pitchFamily="34" charset="0"/>
              </a:rPr>
              <a:t>Absolute</a:t>
            </a:r>
            <a:r>
              <a:rPr lang="en-US" altLang="en-US" sz="1800" b="1" dirty="0">
                <a:solidFill>
                  <a:srgbClr val="000000"/>
                </a:solidFill>
                <a:cs typeface="Arial" panose="020B0604020202020204" pitchFamily="34" charset="0"/>
              </a:rPr>
              <a:t> amounts of water vapor in the air:</a:t>
            </a:r>
          </a:p>
          <a:p>
            <a:pPr eaLnBrk="1" hangingPunct="1">
              <a:spcBef>
                <a:spcPct val="0"/>
              </a:spcBef>
              <a:buFontTx/>
              <a:buNone/>
            </a:pPr>
            <a:endParaRPr lang="en-US" altLang="en-US" sz="1800" dirty="0">
              <a:solidFill>
                <a:srgbClr val="000000"/>
              </a:solidFill>
              <a:cs typeface="Arial" panose="020B0604020202020204" pitchFamily="34" charset="0"/>
            </a:endParaRPr>
          </a:p>
          <a:p>
            <a:pPr eaLnBrk="1" hangingPunct="1">
              <a:spcBef>
                <a:spcPct val="0"/>
              </a:spcBef>
              <a:buFontTx/>
              <a:buNone/>
            </a:pPr>
            <a:r>
              <a:rPr lang="en-US" altLang="en-US" sz="1800" i="1" dirty="0">
                <a:solidFill>
                  <a:srgbClr val="FF0000"/>
                </a:solidFill>
                <a:cs typeface="Arial" panose="020B0604020202020204" pitchFamily="34" charset="0"/>
              </a:rPr>
              <a:t>Vapor pressure </a:t>
            </a:r>
            <a:r>
              <a:rPr lang="en-US" altLang="en-US" sz="1800" dirty="0">
                <a:solidFill>
                  <a:srgbClr val="000000"/>
                </a:solidFill>
                <a:cs typeface="Arial" panose="020B0604020202020204" pitchFamily="34" charset="0"/>
              </a:rPr>
              <a:t>(</a:t>
            </a:r>
            <a:r>
              <a:rPr lang="en-US" altLang="en-US" sz="1800" i="1" dirty="0">
                <a:solidFill>
                  <a:srgbClr val="000000"/>
                </a:solidFill>
                <a:cs typeface="Arial" panose="020B0604020202020204" pitchFamily="34" charset="0"/>
              </a:rPr>
              <a:t>e</a:t>
            </a:r>
            <a:r>
              <a:rPr lang="en-US" altLang="en-US" sz="1800" dirty="0">
                <a:solidFill>
                  <a:srgbClr val="000000"/>
                </a:solidFill>
                <a:cs typeface="Arial" panose="020B0604020202020204" pitchFamily="34" charset="0"/>
              </a:rPr>
              <a:t>) is the partial pressure of water vapor in the atmosphere (</a:t>
            </a:r>
            <a:r>
              <a:rPr lang="en-US" altLang="en-US" sz="1800" dirty="0" err="1">
                <a:solidFill>
                  <a:srgbClr val="000000"/>
                </a:solidFill>
                <a:cs typeface="Arial" panose="020B0604020202020204" pitchFamily="34" charset="0"/>
              </a:rPr>
              <a:t>hPa</a:t>
            </a:r>
            <a:r>
              <a:rPr lang="en-US" altLang="en-US" sz="1800" dirty="0">
                <a:solidFill>
                  <a:srgbClr val="000000"/>
                </a:solidFill>
                <a:cs typeface="Arial" panose="020B0604020202020204" pitchFamily="34" charset="0"/>
              </a:rPr>
              <a:t>).</a:t>
            </a:r>
          </a:p>
          <a:p>
            <a:pPr eaLnBrk="1" hangingPunct="1">
              <a:spcBef>
                <a:spcPct val="0"/>
              </a:spcBef>
              <a:buFontTx/>
              <a:buNone/>
            </a:pPr>
            <a:endParaRPr lang="en-US" altLang="en-US" sz="1800" dirty="0">
              <a:solidFill>
                <a:srgbClr val="000000"/>
              </a:solidFill>
              <a:cs typeface="Arial" panose="020B0604020202020204" pitchFamily="34" charset="0"/>
            </a:endParaRPr>
          </a:p>
          <a:p>
            <a:pPr eaLnBrk="1" hangingPunct="1">
              <a:spcBef>
                <a:spcPct val="0"/>
              </a:spcBef>
              <a:buFontTx/>
              <a:buNone/>
            </a:pPr>
            <a:r>
              <a:rPr lang="en-US" altLang="en-US" sz="1800" i="1" dirty="0">
                <a:solidFill>
                  <a:srgbClr val="FF0000"/>
                </a:solidFill>
                <a:cs typeface="Arial" panose="020B0604020202020204" pitchFamily="34" charset="0"/>
              </a:rPr>
              <a:t>Dewpoint temperature</a:t>
            </a:r>
            <a:r>
              <a:rPr lang="en-US" altLang="en-US" sz="1800" dirty="0">
                <a:solidFill>
                  <a:srgbClr val="000000"/>
                </a:solidFill>
                <a:cs typeface="Arial" panose="020B0604020202020204" pitchFamily="34" charset="0"/>
              </a:rPr>
              <a:t> (</a:t>
            </a:r>
            <a:r>
              <a:rPr lang="en-US" altLang="en-US" sz="1800" i="1" dirty="0">
                <a:solidFill>
                  <a:srgbClr val="000000"/>
                </a:solidFill>
                <a:cs typeface="Arial" panose="020B0604020202020204" pitchFamily="34" charset="0"/>
              </a:rPr>
              <a:t>T</a:t>
            </a:r>
            <a:r>
              <a:rPr lang="en-US" altLang="en-US" sz="1800" baseline="-25000" dirty="0">
                <a:solidFill>
                  <a:srgbClr val="000000"/>
                </a:solidFill>
                <a:cs typeface="Arial" panose="020B0604020202020204" pitchFamily="34" charset="0"/>
              </a:rPr>
              <a:t>d</a:t>
            </a:r>
            <a:r>
              <a:rPr lang="en-US" altLang="en-US" sz="1800" dirty="0">
                <a:solidFill>
                  <a:srgbClr val="000000"/>
                </a:solidFill>
                <a:cs typeface="Arial" panose="020B0604020202020204" pitchFamily="34" charset="0"/>
              </a:rPr>
              <a:t>) is the temperature to which you would have to cool the </a:t>
            </a:r>
          </a:p>
          <a:p>
            <a:pPr eaLnBrk="1" hangingPunct="1">
              <a:spcBef>
                <a:spcPct val="0"/>
              </a:spcBef>
              <a:buFontTx/>
              <a:buNone/>
            </a:pPr>
            <a:r>
              <a:rPr lang="en-US" altLang="en-US" sz="1800" dirty="0">
                <a:solidFill>
                  <a:srgbClr val="000000"/>
                </a:solidFill>
                <a:cs typeface="Arial" panose="020B0604020202020204" pitchFamily="34" charset="0"/>
              </a:rPr>
              <a:t>air to reach saturation (i.e., the temperature at which dew would form).</a:t>
            </a:r>
          </a:p>
          <a:p>
            <a:pPr eaLnBrk="1" hangingPunct="1">
              <a:spcBef>
                <a:spcPct val="0"/>
              </a:spcBef>
              <a:buFontTx/>
              <a:buNone/>
            </a:pPr>
            <a:endParaRPr lang="en-US" altLang="en-US" sz="1800" dirty="0">
              <a:solidFill>
                <a:srgbClr val="000000"/>
              </a:solidFill>
              <a:cs typeface="Arial" panose="020B0604020202020204" pitchFamily="34" charset="0"/>
            </a:endParaRPr>
          </a:p>
          <a:p>
            <a:pPr eaLnBrk="1" hangingPunct="1">
              <a:spcBef>
                <a:spcPct val="0"/>
              </a:spcBef>
              <a:buFontTx/>
              <a:buNone/>
            </a:pPr>
            <a:endParaRPr lang="en-US" altLang="en-US" sz="1800" b="1" dirty="0">
              <a:solidFill>
                <a:srgbClr val="000000"/>
              </a:solidFill>
              <a:cs typeface="Arial" panose="020B0604020202020204" pitchFamily="34" charset="0"/>
            </a:endParaRPr>
          </a:p>
          <a:p>
            <a:pPr eaLnBrk="1" hangingPunct="1">
              <a:spcBef>
                <a:spcPct val="0"/>
              </a:spcBef>
              <a:buFontTx/>
              <a:buNone/>
            </a:pPr>
            <a:r>
              <a:rPr lang="en-US" altLang="en-US" sz="1800" b="1" dirty="0">
                <a:solidFill>
                  <a:srgbClr val="00B050"/>
                </a:solidFill>
                <a:cs typeface="Arial" panose="020B0604020202020204" pitchFamily="34" charset="0"/>
              </a:rPr>
              <a:t>Relative</a:t>
            </a:r>
            <a:r>
              <a:rPr lang="en-US" altLang="en-US" sz="1800" b="1" dirty="0">
                <a:solidFill>
                  <a:srgbClr val="000000"/>
                </a:solidFill>
                <a:cs typeface="Arial" panose="020B0604020202020204" pitchFamily="34" charset="0"/>
              </a:rPr>
              <a:t> to equilibrium (or saturation) vapor pressure:</a:t>
            </a:r>
          </a:p>
          <a:p>
            <a:pPr eaLnBrk="1" hangingPunct="1">
              <a:spcBef>
                <a:spcPct val="0"/>
              </a:spcBef>
              <a:buFontTx/>
              <a:buNone/>
            </a:pPr>
            <a:endParaRPr lang="en-US" altLang="en-US" sz="1800" dirty="0">
              <a:solidFill>
                <a:srgbClr val="000000"/>
              </a:solidFill>
              <a:cs typeface="Arial" panose="020B0604020202020204" pitchFamily="34" charset="0"/>
            </a:endParaRPr>
          </a:p>
          <a:p>
            <a:pPr eaLnBrk="1" hangingPunct="1">
              <a:spcBef>
                <a:spcPct val="0"/>
              </a:spcBef>
              <a:buFontTx/>
              <a:buNone/>
            </a:pPr>
            <a:r>
              <a:rPr lang="en-US" altLang="en-US" sz="1800" i="1" dirty="0">
                <a:solidFill>
                  <a:srgbClr val="FF0000"/>
                </a:solidFill>
                <a:cs typeface="Arial" panose="020B0604020202020204" pitchFamily="34" charset="0"/>
              </a:rPr>
              <a:t>Relative humidity</a:t>
            </a:r>
            <a:r>
              <a:rPr lang="en-US" altLang="en-US" sz="1800" dirty="0">
                <a:solidFill>
                  <a:srgbClr val="000000"/>
                </a:solidFill>
                <a:cs typeface="Arial" panose="020B0604020202020204" pitchFamily="34" charset="0"/>
              </a:rPr>
              <a:t> = actual vapor pressure/saturation vapor pressure * 100</a:t>
            </a:r>
          </a:p>
          <a:p>
            <a:pPr eaLnBrk="1" hangingPunct="1">
              <a:spcBef>
                <a:spcPct val="0"/>
              </a:spcBef>
              <a:buFontTx/>
              <a:buNone/>
            </a:pPr>
            <a:endParaRPr lang="en-US" altLang="en-US" sz="1800" dirty="0">
              <a:solidFill>
                <a:srgbClr val="000000"/>
              </a:solidFill>
              <a:cs typeface="Arial" panose="020B0604020202020204" pitchFamily="34" charset="0"/>
            </a:endParaRPr>
          </a:p>
          <a:p>
            <a:pPr eaLnBrk="1" hangingPunct="1">
              <a:spcBef>
                <a:spcPct val="0"/>
              </a:spcBef>
              <a:buFontTx/>
              <a:buNone/>
            </a:pPr>
            <a:endParaRPr lang="en-US" altLang="en-US" sz="1800" dirty="0">
              <a:solidFill>
                <a:srgbClr val="000000"/>
              </a:solidFill>
              <a:cs typeface="Arial" panose="020B0604020202020204" pitchFamily="34" charset="0"/>
            </a:endParaRPr>
          </a:p>
          <a:p>
            <a:pPr eaLnBrk="1" hangingPunct="1">
              <a:spcBef>
                <a:spcPct val="0"/>
              </a:spcBef>
              <a:buFontTx/>
              <a:buNone/>
            </a:pPr>
            <a:endParaRPr lang="en-US" altLang="en-US" sz="1800" dirty="0">
              <a:solidFill>
                <a:srgbClr val="000000"/>
              </a:solidFill>
              <a:cs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extBox 2">
            <a:extLst>
              <a:ext uri="{FF2B5EF4-FFF2-40B4-BE49-F238E27FC236}">
                <a16:creationId xmlns:a16="http://schemas.microsoft.com/office/drawing/2014/main" id="{E591B5A2-A907-E54F-B0D9-2351C9D706F5}"/>
              </a:ext>
            </a:extLst>
          </p:cNvPr>
          <p:cNvSpPr txBox="1">
            <a:spLocks noChangeArrowheads="1"/>
          </p:cNvSpPr>
          <p:nvPr/>
        </p:nvSpPr>
        <p:spPr bwMode="auto">
          <a:xfrm>
            <a:off x="381000" y="266700"/>
            <a:ext cx="8597900"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The saturation vapor pressure (</a:t>
            </a:r>
            <a:r>
              <a:rPr lang="en-US" altLang="en-US" sz="1800" i="1"/>
              <a:t>e</a:t>
            </a:r>
            <a:r>
              <a:rPr lang="en-US" altLang="en-US" sz="1800" baseline="-25000"/>
              <a:t>s</a:t>
            </a:r>
            <a:r>
              <a:rPr lang="en-US" altLang="en-US" sz="1800">
                <a:solidFill>
                  <a:srgbClr val="000000"/>
                </a:solidFill>
                <a:cs typeface="Arial" panose="020B0604020202020204" pitchFamily="34" charset="0"/>
              </a:rPr>
              <a:t>) tells us how much water vapor would be in the </a:t>
            </a:r>
          </a:p>
          <a:p>
            <a:pPr eaLnBrk="1" hangingPunct="1">
              <a:spcBef>
                <a:spcPct val="0"/>
              </a:spcBef>
              <a:buFontTx/>
              <a:buNone/>
            </a:pPr>
            <a:r>
              <a:rPr lang="en-US" altLang="en-US" sz="1800">
                <a:solidFill>
                  <a:srgbClr val="000000"/>
                </a:solidFill>
                <a:cs typeface="Arial" panose="020B0604020202020204" pitchFamily="34" charset="0"/>
              </a:rPr>
              <a:t>atmosphere at equilibrium in a closed container.</a:t>
            </a:r>
          </a:p>
        </p:txBody>
      </p:sp>
      <p:pic>
        <p:nvPicPr>
          <p:cNvPr id="109570" name="Picture 2" descr="graph of Clausius Clapeyron Equation. Curve going up as temperature increase">
            <a:extLst>
              <a:ext uri="{FF2B5EF4-FFF2-40B4-BE49-F238E27FC236}">
                <a16:creationId xmlns:a16="http://schemas.microsoft.com/office/drawing/2014/main" id="{85EC9482-CCBB-2745-94FF-201FF8A869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8" y="1028700"/>
            <a:ext cx="6772275" cy="4686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E83DD628-E494-C74A-ACF3-4D2FACBD083A}"/>
              </a:ext>
            </a:extLst>
          </p:cNvPr>
          <p:cNvSpPr/>
          <p:nvPr/>
        </p:nvSpPr>
        <p:spPr>
          <a:xfrm>
            <a:off x="296863" y="2489200"/>
            <a:ext cx="304800" cy="1905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9572" name="TextBox 4">
            <a:extLst>
              <a:ext uri="{FF2B5EF4-FFF2-40B4-BE49-F238E27FC236}">
                <a16:creationId xmlns:a16="http://schemas.microsoft.com/office/drawing/2014/main" id="{39BB88C0-A0E2-E140-BC24-023C6B000A83}"/>
              </a:ext>
            </a:extLst>
          </p:cNvPr>
          <p:cNvSpPr txBox="1">
            <a:spLocks noChangeArrowheads="1"/>
          </p:cNvSpPr>
          <p:nvPr/>
        </p:nvSpPr>
        <p:spPr bwMode="auto">
          <a:xfrm rot="-5400000">
            <a:off x="-1499393" y="3031331"/>
            <a:ext cx="391795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cs typeface="Arial" panose="020B0604020202020204" pitchFamily="34" charset="0"/>
              </a:rPr>
              <a:t>saturation vapor pressure (</a:t>
            </a:r>
            <a:r>
              <a:rPr lang="en-US" altLang="en-US" sz="1800" i="1">
                <a:cs typeface="Arial" panose="020B0604020202020204" pitchFamily="34" charset="0"/>
              </a:rPr>
              <a:t>e</a:t>
            </a:r>
            <a:r>
              <a:rPr lang="en-US" altLang="en-US" sz="1800" baseline="-25000">
                <a:cs typeface="Arial" panose="020B0604020202020204" pitchFamily="34" charset="0"/>
              </a:rPr>
              <a:t>s</a:t>
            </a:r>
            <a:r>
              <a:rPr lang="en-US" altLang="en-US" sz="1800">
                <a:cs typeface="Arial" panose="020B0604020202020204" pitchFamily="34" charset="0"/>
              </a:rPr>
              <a:t>, hPa)</a:t>
            </a:r>
          </a:p>
        </p:txBody>
      </p:sp>
      <p:sp>
        <p:nvSpPr>
          <p:cNvPr id="109573" name="TextBox 6">
            <a:extLst>
              <a:ext uri="{FF2B5EF4-FFF2-40B4-BE49-F238E27FC236}">
                <a16:creationId xmlns:a16="http://schemas.microsoft.com/office/drawing/2014/main" id="{5EF6540E-49D6-EA4D-9FF9-CF4CE1F98FFC}"/>
              </a:ext>
            </a:extLst>
          </p:cNvPr>
          <p:cNvSpPr txBox="1">
            <a:spLocks noChangeArrowheads="1"/>
          </p:cNvSpPr>
          <p:nvPr/>
        </p:nvSpPr>
        <p:spPr bwMode="auto">
          <a:xfrm>
            <a:off x="7467600" y="4097338"/>
            <a:ext cx="140493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Recall mean </a:t>
            </a:r>
          </a:p>
          <a:p>
            <a:pPr>
              <a:spcBef>
                <a:spcPct val="0"/>
              </a:spcBef>
              <a:buFontTx/>
              <a:buNone/>
            </a:pPr>
            <a:r>
              <a:rPr lang="en-US" altLang="en-US" sz="1600">
                <a:cs typeface="Arial" panose="020B0604020202020204" pitchFamily="34" charset="0"/>
              </a:rPr>
              <a:t>sea-level</a:t>
            </a:r>
          </a:p>
          <a:p>
            <a:pPr>
              <a:spcBef>
                <a:spcPct val="0"/>
              </a:spcBef>
              <a:buFontTx/>
              <a:buNone/>
            </a:pPr>
            <a:r>
              <a:rPr lang="en-US" altLang="en-US" sz="1600">
                <a:cs typeface="Arial" panose="020B0604020202020204" pitchFamily="34" charset="0"/>
              </a:rPr>
              <a:t>pressure is</a:t>
            </a:r>
          </a:p>
          <a:p>
            <a:pPr>
              <a:spcBef>
                <a:spcPct val="0"/>
              </a:spcBef>
              <a:buFontTx/>
              <a:buNone/>
            </a:pPr>
            <a:r>
              <a:rPr lang="en-US" altLang="en-US" sz="1600">
                <a:cs typeface="Arial" panose="020B0604020202020204" pitchFamily="34" charset="0"/>
              </a:rPr>
              <a:t>1013.25 hPa.</a:t>
            </a:r>
          </a:p>
        </p:txBody>
      </p:sp>
      <p:cxnSp>
        <p:nvCxnSpPr>
          <p:cNvPr id="9" name="Straight Connector 8">
            <a:extLst>
              <a:ext uri="{FF2B5EF4-FFF2-40B4-BE49-F238E27FC236}">
                <a16:creationId xmlns:a16="http://schemas.microsoft.com/office/drawing/2014/main" id="{7132565A-D5DF-6642-98B8-DE50E5B16C42}"/>
              </a:ext>
            </a:extLst>
          </p:cNvPr>
          <p:cNvCxnSpPr>
            <a:cxnSpLocks/>
          </p:cNvCxnSpPr>
          <p:nvPr/>
        </p:nvCxnSpPr>
        <p:spPr>
          <a:xfrm flipV="1">
            <a:off x="5029200" y="3543300"/>
            <a:ext cx="0" cy="1676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A8ABFC3-D853-E040-8C24-B7E78F5521CC}"/>
              </a:ext>
            </a:extLst>
          </p:cNvPr>
          <p:cNvCxnSpPr>
            <a:cxnSpLocks/>
          </p:cNvCxnSpPr>
          <p:nvPr/>
        </p:nvCxnSpPr>
        <p:spPr>
          <a:xfrm>
            <a:off x="990600" y="3543300"/>
            <a:ext cx="4038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D404330-D022-BC42-A807-9580185C43B1}"/>
              </a:ext>
            </a:extLst>
          </p:cNvPr>
          <p:cNvCxnSpPr>
            <a:cxnSpLocks/>
          </p:cNvCxnSpPr>
          <p:nvPr/>
        </p:nvCxnSpPr>
        <p:spPr>
          <a:xfrm>
            <a:off x="990600" y="4381500"/>
            <a:ext cx="2971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0FC850C-6028-1240-A898-95CB23E07FD6}"/>
              </a:ext>
            </a:extLst>
          </p:cNvPr>
          <p:cNvCxnSpPr>
            <a:cxnSpLocks/>
          </p:cNvCxnSpPr>
          <p:nvPr/>
        </p:nvCxnSpPr>
        <p:spPr>
          <a:xfrm flipV="1">
            <a:off x="3946525" y="4411663"/>
            <a:ext cx="0" cy="808037"/>
          </a:xfrm>
          <a:prstGeom prst="line">
            <a:avLst/>
          </a:prstGeom>
        </p:spPr>
        <p:style>
          <a:lnRef idx="2">
            <a:schemeClr val="accent1"/>
          </a:lnRef>
          <a:fillRef idx="0">
            <a:schemeClr val="accent1"/>
          </a:fillRef>
          <a:effectRef idx="1">
            <a:schemeClr val="accent1"/>
          </a:effectRef>
          <a:fontRef idx="minor">
            <a:schemeClr val="tx1"/>
          </a:fontRef>
        </p:style>
      </p:cxnSp>
      <p:sp>
        <p:nvSpPr>
          <p:cNvPr id="2" name="Oval 1">
            <a:extLst>
              <a:ext uri="{FF2B5EF4-FFF2-40B4-BE49-F238E27FC236}">
                <a16:creationId xmlns:a16="http://schemas.microsoft.com/office/drawing/2014/main" id="{E57C9B42-1A6B-8A46-AB2E-3378560015E4}"/>
              </a:ext>
            </a:extLst>
          </p:cNvPr>
          <p:cNvSpPr/>
          <p:nvPr/>
        </p:nvSpPr>
        <p:spPr>
          <a:xfrm>
            <a:off x="4953000" y="4329113"/>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Oval 13">
            <a:extLst>
              <a:ext uri="{FF2B5EF4-FFF2-40B4-BE49-F238E27FC236}">
                <a16:creationId xmlns:a16="http://schemas.microsoft.com/office/drawing/2014/main" id="{F3573713-6B2D-5043-A621-AC570AC946F6}"/>
              </a:ext>
            </a:extLst>
          </p:cNvPr>
          <p:cNvSpPr/>
          <p:nvPr/>
        </p:nvSpPr>
        <p:spPr>
          <a:xfrm>
            <a:off x="4953000" y="3519488"/>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Oval 14">
            <a:extLst>
              <a:ext uri="{FF2B5EF4-FFF2-40B4-BE49-F238E27FC236}">
                <a16:creationId xmlns:a16="http://schemas.microsoft.com/office/drawing/2014/main" id="{B53BDE2E-9C71-F342-8412-B75DD815C29D}"/>
              </a:ext>
            </a:extLst>
          </p:cNvPr>
          <p:cNvSpPr/>
          <p:nvPr/>
        </p:nvSpPr>
        <p:spPr>
          <a:xfrm>
            <a:off x="3848100" y="4341813"/>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9581" name="TextBox 2">
            <a:extLst>
              <a:ext uri="{FF2B5EF4-FFF2-40B4-BE49-F238E27FC236}">
                <a16:creationId xmlns:a16="http://schemas.microsoft.com/office/drawing/2014/main" id="{929F7C55-1221-9446-AB03-996CB476A612}"/>
              </a:ext>
            </a:extLst>
          </p:cNvPr>
          <p:cNvSpPr txBox="1">
            <a:spLocks noChangeArrowheads="1"/>
          </p:cNvSpPr>
          <p:nvPr/>
        </p:nvSpPr>
        <p:spPr bwMode="auto">
          <a:xfrm>
            <a:off x="5105400" y="4164013"/>
            <a:ext cx="355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cs typeface="Arial" panose="020B0604020202020204" pitchFamily="34" charset="0"/>
              </a:rPr>
              <a:t>1</a:t>
            </a:r>
          </a:p>
        </p:txBody>
      </p:sp>
      <p:sp>
        <p:nvSpPr>
          <p:cNvPr id="109582" name="TextBox 16">
            <a:extLst>
              <a:ext uri="{FF2B5EF4-FFF2-40B4-BE49-F238E27FC236}">
                <a16:creationId xmlns:a16="http://schemas.microsoft.com/office/drawing/2014/main" id="{F4FF028A-2062-724D-A831-66D9608D7795}"/>
              </a:ext>
            </a:extLst>
          </p:cNvPr>
          <p:cNvSpPr txBox="1">
            <a:spLocks noChangeArrowheads="1"/>
          </p:cNvSpPr>
          <p:nvPr/>
        </p:nvSpPr>
        <p:spPr bwMode="auto">
          <a:xfrm>
            <a:off x="5084763" y="3313113"/>
            <a:ext cx="3571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cs typeface="Arial" panose="020B0604020202020204" pitchFamily="34" charset="0"/>
              </a:rPr>
              <a:t>2</a:t>
            </a:r>
          </a:p>
        </p:txBody>
      </p:sp>
      <p:sp>
        <p:nvSpPr>
          <p:cNvPr id="109583" name="TextBox 18">
            <a:extLst>
              <a:ext uri="{FF2B5EF4-FFF2-40B4-BE49-F238E27FC236}">
                <a16:creationId xmlns:a16="http://schemas.microsoft.com/office/drawing/2014/main" id="{5FBD60DE-C6B8-254E-A0E3-B9F0C2335A6C}"/>
              </a:ext>
            </a:extLst>
          </p:cNvPr>
          <p:cNvSpPr txBox="1">
            <a:spLocks noChangeArrowheads="1"/>
          </p:cNvSpPr>
          <p:nvPr/>
        </p:nvSpPr>
        <p:spPr bwMode="auto">
          <a:xfrm>
            <a:off x="4056063" y="4175125"/>
            <a:ext cx="35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cs typeface="Arial" panose="020B0604020202020204" pitchFamily="34" charset="0"/>
              </a:rPr>
              <a:t>3</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extBox 2">
            <a:extLst>
              <a:ext uri="{FF2B5EF4-FFF2-40B4-BE49-F238E27FC236}">
                <a16:creationId xmlns:a16="http://schemas.microsoft.com/office/drawing/2014/main" id="{0E411CF9-CAF1-7C4D-AF5F-3187032CA30D}"/>
              </a:ext>
            </a:extLst>
          </p:cNvPr>
          <p:cNvSpPr txBox="1">
            <a:spLocks noChangeArrowheads="1"/>
          </p:cNvSpPr>
          <p:nvPr/>
        </p:nvSpPr>
        <p:spPr bwMode="auto">
          <a:xfrm>
            <a:off x="381000" y="266700"/>
            <a:ext cx="8597900"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The saturation vapor pressure (</a:t>
            </a:r>
            <a:r>
              <a:rPr lang="en-US" altLang="en-US" sz="1800" i="1"/>
              <a:t>e</a:t>
            </a:r>
            <a:r>
              <a:rPr lang="en-US" altLang="en-US" sz="1800" baseline="-25000"/>
              <a:t>s</a:t>
            </a:r>
            <a:r>
              <a:rPr lang="en-US" altLang="en-US" sz="1800">
                <a:solidFill>
                  <a:srgbClr val="000000"/>
                </a:solidFill>
                <a:cs typeface="Arial" panose="020B0604020202020204" pitchFamily="34" charset="0"/>
              </a:rPr>
              <a:t>) tells us how much water vapor would be in the </a:t>
            </a:r>
          </a:p>
          <a:p>
            <a:pPr eaLnBrk="1" hangingPunct="1">
              <a:spcBef>
                <a:spcPct val="0"/>
              </a:spcBef>
              <a:buFontTx/>
              <a:buNone/>
            </a:pPr>
            <a:r>
              <a:rPr lang="en-US" altLang="en-US" sz="1800">
                <a:solidFill>
                  <a:srgbClr val="000000"/>
                </a:solidFill>
                <a:cs typeface="Arial" panose="020B0604020202020204" pitchFamily="34" charset="0"/>
              </a:rPr>
              <a:t>atmosphere at equilibrium in a closed container.</a:t>
            </a:r>
          </a:p>
        </p:txBody>
      </p:sp>
      <p:pic>
        <p:nvPicPr>
          <p:cNvPr id="110594" name="Picture 2" descr="graph of Clausius Clapeyron Equation. Curve going up as temperature increase">
            <a:extLst>
              <a:ext uri="{FF2B5EF4-FFF2-40B4-BE49-F238E27FC236}">
                <a16:creationId xmlns:a16="http://schemas.microsoft.com/office/drawing/2014/main" id="{C42DA735-E881-4F46-8371-1925CAA38E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8" y="1028700"/>
            <a:ext cx="6772275" cy="4686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E83DD628-E494-C74A-ACF3-4D2FACBD083A}"/>
              </a:ext>
            </a:extLst>
          </p:cNvPr>
          <p:cNvSpPr/>
          <p:nvPr/>
        </p:nvSpPr>
        <p:spPr>
          <a:xfrm>
            <a:off x="381000" y="2476500"/>
            <a:ext cx="304800" cy="1905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0596" name="TextBox 4">
            <a:extLst>
              <a:ext uri="{FF2B5EF4-FFF2-40B4-BE49-F238E27FC236}">
                <a16:creationId xmlns:a16="http://schemas.microsoft.com/office/drawing/2014/main" id="{A2586D81-190E-F246-8F9B-34FF932C4ECF}"/>
              </a:ext>
            </a:extLst>
          </p:cNvPr>
          <p:cNvSpPr txBox="1">
            <a:spLocks noChangeArrowheads="1"/>
          </p:cNvSpPr>
          <p:nvPr/>
        </p:nvSpPr>
        <p:spPr bwMode="auto">
          <a:xfrm rot="-5400000">
            <a:off x="-1499393" y="3031331"/>
            <a:ext cx="391795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cs typeface="Arial" panose="020B0604020202020204" pitchFamily="34" charset="0"/>
              </a:rPr>
              <a:t>saturation vapor pressure (</a:t>
            </a:r>
            <a:r>
              <a:rPr lang="en-US" altLang="en-US" sz="1800" i="1">
                <a:cs typeface="Arial" panose="020B0604020202020204" pitchFamily="34" charset="0"/>
              </a:rPr>
              <a:t>e</a:t>
            </a:r>
            <a:r>
              <a:rPr lang="en-US" altLang="en-US" sz="1800" baseline="-25000">
                <a:cs typeface="Arial" panose="020B0604020202020204" pitchFamily="34" charset="0"/>
              </a:rPr>
              <a:t>s</a:t>
            </a:r>
            <a:r>
              <a:rPr lang="en-US" altLang="en-US" sz="1800">
                <a:cs typeface="Arial" panose="020B0604020202020204" pitchFamily="34" charset="0"/>
              </a:rPr>
              <a:t>, hPa)</a:t>
            </a:r>
          </a:p>
        </p:txBody>
      </p:sp>
      <p:sp>
        <p:nvSpPr>
          <p:cNvPr id="110597" name="TextBox 6">
            <a:extLst>
              <a:ext uri="{FF2B5EF4-FFF2-40B4-BE49-F238E27FC236}">
                <a16:creationId xmlns:a16="http://schemas.microsoft.com/office/drawing/2014/main" id="{03388E70-468A-7F48-B9A9-65F77D5E95EE}"/>
              </a:ext>
            </a:extLst>
          </p:cNvPr>
          <p:cNvSpPr txBox="1">
            <a:spLocks noChangeArrowheads="1"/>
          </p:cNvSpPr>
          <p:nvPr/>
        </p:nvSpPr>
        <p:spPr bwMode="auto">
          <a:xfrm>
            <a:off x="7467600" y="4097338"/>
            <a:ext cx="140493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Recall mean </a:t>
            </a:r>
          </a:p>
          <a:p>
            <a:pPr>
              <a:spcBef>
                <a:spcPct val="0"/>
              </a:spcBef>
              <a:buFontTx/>
              <a:buNone/>
            </a:pPr>
            <a:r>
              <a:rPr lang="en-US" altLang="en-US" sz="1600">
                <a:cs typeface="Arial" panose="020B0604020202020204" pitchFamily="34" charset="0"/>
              </a:rPr>
              <a:t>sea-level</a:t>
            </a:r>
          </a:p>
          <a:p>
            <a:pPr>
              <a:spcBef>
                <a:spcPct val="0"/>
              </a:spcBef>
              <a:buFontTx/>
              <a:buNone/>
            </a:pPr>
            <a:r>
              <a:rPr lang="en-US" altLang="en-US" sz="1600">
                <a:cs typeface="Arial" panose="020B0604020202020204" pitchFamily="34" charset="0"/>
              </a:rPr>
              <a:t>pressure is</a:t>
            </a:r>
          </a:p>
          <a:p>
            <a:pPr>
              <a:spcBef>
                <a:spcPct val="0"/>
              </a:spcBef>
              <a:buFontTx/>
              <a:buNone/>
            </a:pPr>
            <a:r>
              <a:rPr lang="en-US" altLang="en-US" sz="1600">
                <a:cs typeface="Arial" panose="020B0604020202020204" pitchFamily="34" charset="0"/>
              </a:rPr>
              <a:t>1013.25 hPa.</a:t>
            </a:r>
          </a:p>
        </p:txBody>
      </p:sp>
      <p:cxnSp>
        <p:nvCxnSpPr>
          <p:cNvPr id="9" name="Straight Connector 8">
            <a:extLst>
              <a:ext uri="{FF2B5EF4-FFF2-40B4-BE49-F238E27FC236}">
                <a16:creationId xmlns:a16="http://schemas.microsoft.com/office/drawing/2014/main" id="{7132565A-D5DF-6642-98B8-DE50E5B16C42}"/>
              </a:ext>
            </a:extLst>
          </p:cNvPr>
          <p:cNvCxnSpPr>
            <a:cxnSpLocks/>
          </p:cNvCxnSpPr>
          <p:nvPr/>
        </p:nvCxnSpPr>
        <p:spPr>
          <a:xfrm flipV="1">
            <a:off x="5029200" y="3543300"/>
            <a:ext cx="0" cy="1676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A8ABFC3-D853-E040-8C24-B7E78F5521CC}"/>
              </a:ext>
            </a:extLst>
          </p:cNvPr>
          <p:cNvCxnSpPr>
            <a:cxnSpLocks/>
          </p:cNvCxnSpPr>
          <p:nvPr/>
        </p:nvCxnSpPr>
        <p:spPr>
          <a:xfrm>
            <a:off x="990600" y="3543300"/>
            <a:ext cx="4038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D404330-D022-BC42-A807-9580185C43B1}"/>
              </a:ext>
            </a:extLst>
          </p:cNvPr>
          <p:cNvCxnSpPr>
            <a:cxnSpLocks/>
          </p:cNvCxnSpPr>
          <p:nvPr/>
        </p:nvCxnSpPr>
        <p:spPr>
          <a:xfrm>
            <a:off x="990600" y="4381500"/>
            <a:ext cx="2971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0FC850C-6028-1240-A898-95CB23E07FD6}"/>
              </a:ext>
            </a:extLst>
          </p:cNvPr>
          <p:cNvCxnSpPr>
            <a:cxnSpLocks/>
          </p:cNvCxnSpPr>
          <p:nvPr/>
        </p:nvCxnSpPr>
        <p:spPr>
          <a:xfrm flipV="1">
            <a:off x="3946525" y="4411663"/>
            <a:ext cx="0" cy="808037"/>
          </a:xfrm>
          <a:prstGeom prst="line">
            <a:avLst/>
          </a:prstGeom>
        </p:spPr>
        <p:style>
          <a:lnRef idx="2">
            <a:schemeClr val="accent1"/>
          </a:lnRef>
          <a:fillRef idx="0">
            <a:schemeClr val="accent1"/>
          </a:fillRef>
          <a:effectRef idx="1">
            <a:schemeClr val="accent1"/>
          </a:effectRef>
          <a:fontRef idx="minor">
            <a:schemeClr val="tx1"/>
          </a:fontRef>
        </p:style>
      </p:cxnSp>
      <p:sp>
        <p:nvSpPr>
          <p:cNvPr id="2" name="Oval 1">
            <a:extLst>
              <a:ext uri="{FF2B5EF4-FFF2-40B4-BE49-F238E27FC236}">
                <a16:creationId xmlns:a16="http://schemas.microsoft.com/office/drawing/2014/main" id="{E57C9B42-1A6B-8A46-AB2E-3378560015E4}"/>
              </a:ext>
            </a:extLst>
          </p:cNvPr>
          <p:cNvSpPr/>
          <p:nvPr/>
        </p:nvSpPr>
        <p:spPr>
          <a:xfrm>
            <a:off x="4953000" y="4329113"/>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Oval 13">
            <a:extLst>
              <a:ext uri="{FF2B5EF4-FFF2-40B4-BE49-F238E27FC236}">
                <a16:creationId xmlns:a16="http://schemas.microsoft.com/office/drawing/2014/main" id="{F3573713-6B2D-5043-A621-AC570AC946F6}"/>
              </a:ext>
            </a:extLst>
          </p:cNvPr>
          <p:cNvSpPr/>
          <p:nvPr/>
        </p:nvSpPr>
        <p:spPr>
          <a:xfrm>
            <a:off x="4953000" y="3519488"/>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Oval 14">
            <a:extLst>
              <a:ext uri="{FF2B5EF4-FFF2-40B4-BE49-F238E27FC236}">
                <a16:creationId xmlns:a16="http://schemas.microsoft.com/office/drawing/2014/main" id="{B53BDE2E-9C71-F342-8412-B75DD815C29D}"/>
              </a:ext>
            </a:extLst>
          </p:cNvPr>
          <p:cNvSpPr/>
          <p:nvPr/>
        </p:nvSpPr>
        <p:spPr>
          <a:xfrm>
            <a:off x="3848100" y="4341813"/>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 name="Right Arrow 16">
            <a:extLst>
              <a:ext uri="{FF2B5EF4-FFF2-40B4-BE49-F238E27FC236}">
                <a16:creationId xmlns:a16="http://schemas.microsoft.com/office/drawing/2014/main" id="{6A270287-22AA-7A40-AC45-44FC714F4107}"/>
              </a:ext>
            </a:extLst>
          </p:cNvPr>
          <p:cNvSpPr/>
          <p:nvPr/>
        </p:nvSpPr>
        <p:spPr>
          <a:xfrm rot="16200000">
            <a:off x="4859337" y="3790156"/>
            <a:ext cx="914400" cy="30480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FAFB7E7D-3C70-1A43-9757-3B8D01AF10CE}"/>
              </a:ext>
            </a:extLst>
          </p:cNvPr>
          <p:cNvSpPr/>
          <p:nvPr/>
        </p:nvSpPr>
        <p:spPr>
          <a:xfrm rot="10800000">
            <a:off x="4009232" y="4229100"/>
            <a:ext cx="914400" cy="30480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extBox 2">
            <a:extLst>
              <a:ext uri="{FF2B5EF4-FFF2-40B4-BE49-F238E27FC236}">
                <a16:creationId xmlns:a16="http://schemas.microsoft.com/office/drawing/2014/main" id="{0E411CF9-CAF1-7C4D-AF5F-3187032CA30D}"/>
              </a:ext>
            </a:extLst>
          </p:cNvPr>
          <p:cNvSpPr txBox="1">
            <a:spLocks noChangeArrowheads="1"/>
          </p:cNvSpPr>
          <p:nvPr/>
        </p:nvSpPr>
        <p:spPr bwMode="auto">
          <a:xfrm>
            <a:off x="381000" y="266700"/>
            <a:ext cx="8597900"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The saturation vapor pressure (</a:t>
            </a:r>
            <a:r>
              <a:rPr lang="en-US" altLang="en-US" sz="1800" i="1"/>
              <a:t>e</a:t>
            </a:r>
            <a:r>
              <a:rPr lang="en-US" altLang="en-US" sz="1800" baseline="-25000"/>
              <a:t>s</a:t>
            </a:r>
            <a:r>
              <a:rPr lang="en-US" altLang="en-US" sz="1800">
                <a:solidFill>
                  <a:srgbClr val="000000"/>
                </a:solidFill>
                <a:cs typeface="Arial" panose="020B0604020202020204" pitchFamily="34" charset="0"/>
              </a:rPr>
              <a:t>) tells us how much water vapor would be in the </a:t>
            </a:r>
          </a:p>
          <a:p>
            <a:pPr eaLnBrk="1" hangingPunct="1">
              <a:spcBef>
                <a:spcPct val="0"/>
              </a:spcBef>
              <a:buFontTx/>
              <a:buNone/>
            </a:pPr>
            <a:r>
              <a:rPr lang="en-US" altLang="en-US" sz="1800">
                <a:solidFill>
                  <a:srgbClr val="000000"/>
                </a:solidFill>
                <a:cs typeface="Arial" panose="020B0604020202020204" pitchFamily="34" charset="0"/>
              </a:rPr>
              <a:t>atmosphere at equilibrium in a closed container.</a:t>
            </a:r>
          </a:p>
        </p:txBody>
      </p:sp>
      <p:pic>
        <p:nvPicPr>
          <p:cNvPr id="110594" name="Picture 2" descr="graph of Clausius Clapeyron Equation. Curve going up as temperature increase">
            <a:extLst>
              <a:ext uri="{FF2B5EF4-FFF2-40B4-BE49-F238E27FC236}">
                <a16:creationId xmlns:a16="http://schemas.microsoft.com/office/drawing/2014/main" id="{C42DA735-E881-4F46-8371-1925CAA38E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8" y="1028700"/>
            <a:ext cx="6772275" cy="4686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E83DD628-E494-C74A-ACF3-4D2FACBD083A}"/>
              </a:ext>
            </a:extLst>
          </p:cNvPr>
          <p:cNvSpPr/>
          <p:nvPr/>
        </p:nvSpPr>
        <p:spPr>
          <a:xfrm>
            <a:off x="381000" y="2476500"/>
            <a:ext cx="304800" cy="1905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0596" name="TextBox 4">
            <a:extLst>
              <a:ext uri="{FF2B5EF4-FFF2-40B4-BE49-F238E27FC236}">
                <a16:creationId xmlns:a16="http://schemas.microsoft.com/office/drawing/2014/main" id="{A2586D81-190E-F246-8F9B-34FF932C4ECF}"/>
              </a:ext>
            </a:extLst>
          </p:cNvPr>
          <p:cNvSpPr txBox="1">
            <a:spLocks noChangeArrowheads="1"/>
          </p:cNvSpPr>
          <p:nvPr/>
        </p:nvSpPr>
        <p:spPr bwMode="auto">
          <a:xfrm rot="-5400000">
            <a:off x="-1499393" y="3031331"/>
            <a:ext cx="391795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cs typeface="Arial" panose="020B0604020202020204" pitchFamily="34" charset="0"/>
              </a:rPr>
              <a:t>saturation vapor pressure (</a:t>
            </a:r>
            <a:r>
              <a:rPr lang="en-US" altLang="en-US" sz="1800" i="1">
                <a:cs typeface="Arial" panose="020B0604020202020204" pitchFamily="34" charset="0"/>
              </a:rPr>
              <a:t>e</a:t>
            </a:r>
            <a:r>
              <a:rPr lang="en-US" altLang="en-US" sz="1800" baseline="-25000">
                <a:cs typeface="Arial" panose="020B0604020202020204" pitchFamily="34" charset="0"/>
              </a:rPr>
              <a:t>s</a:t>
            </a:r>
            <a:r>
              <a:rPr lang="en-US" altLang="en-US" sz="1800">
                <a:cs typeface="Arial" panose="020B0604020202020204" pitchFamily="34" charset="0"/>
              </a:rPr>
              <a:t>, hPa)</a:t>
            </a:r>
          </a:p>
        </p:txBody>
      </p:sp>
      <p:sp>
        <p:nvSpPr>
          <p:cNvPr id="110597" name="TextBox 6">
            <a:extLst>
              <a:ext uri="{FF2B5EF4-FFF2-40B4-BE49-F238E27FC236}">
                <a16:creationId xmlns:a16="http://schemas.microsoft.com/office/drawing/2014/main" id="{03388E70-468A-7F48-B9A9-65F77D5E95EE}"/>
              </a:ext>
            </a:extLst>
          </p:cNvPr>
          <p:cNvSpPr txBox="1">
            <a:spLocks noChangeArrowheads="1"/>
          </p:cNvSpPr>
          <p:nvPr/>
        </p:nvSpPr>
        <p:spPr bwMode="auto">
          <a:xfrm>
            <a:off x="7467600" y="4097338"/>
            <a:ext cx="1404938"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a:cs typeface="Arial" panose="020B0604020202020204" pitchFamily="34" charset="0"/>
              </a:rPr>
              <a:t>Recall mean </a:t>
            </a:r>
          </a:p>
          <a:p>
            <a:pPr>
              <a:spcBef>
                <a:spcPct val="0"/>
              </a:spcBef>
              <a:buFontTx/>
              <a:buNone/>
            </a:pPr>
            <a:r>
              <a:rPr lang="en-US" altLang="en-US" sz="1600">
                <a:cs typeface="Arial" panose="020B0604020202020204" pitchFamily="34" charset="0"/>
              </a:rPr>
              <a:t>sea-level</a:t>
            </a:r>
          </a:p>
          <a:p>
            <a:pPr>
              <a:spcBef>
                <a:spcPct val="0"/>
              </a:spcBef>
              <a:buFontTx/>
              <a:buNone/>
            </a:pPr>
            <a:r>
              <a:rPr lang="en-US" altLang="en-US" sz="1600">
                <a:cs typeface="Arial" panose="020B0604020202020204" pitchFamily="34" charset="0"/>
              </a:rPr>
              <a:t>pressure is</a:t>
            </a:r>
          </a:p>
          <a:p>
            <a:pPr>
              <a:spcBef>
                <a:spcPct val="0"/>
              </a:spcBef>
              <a:buFontTx/>
              <a:buNone/>
            </a:pPr>
            <a:r>
              <a:rPr lang="en-US" altLang="en-US" sz="1600">
                <a:cs typeface="Arial" panose="020B0604020202020204" pitchFamily="34" charset="0"/>
              </a:rPr>
              <a:t>1013.25 hPa.</a:t>
            </a:r>
          </a:p>
        </p:txBody>
      </p:sp>
      <p:cxnSp>
        <p:nvCxnSpPr>
          <p:cNvPr id="9" name="Straight Connector 8">
            <a:extLst>
              <a:ext uri="{FF2B5EF4-FFF2-40B4-BE49-F238E27FC236}">
                <a16:creationId xmlns:a16="http://schemas.microsoft.com/office/drawing/2014/main" id="{7132565A-D5DF-6642-98B8-DE50E5B16C42}"/>
              </a:ext>
            </a:extLst>
          </p:cNvPr>
          <p:cNvCxnSpPr>
            <a:cxnSpLocks/>
          </p:cNvCxnSpPr>
          <p:nvPr/>
        </p:nvCxnSpPr>
        <p:spPr>
          <a:xfrm flipV="1">
            <a:off x="5029200" y="3543300"/>
            <a:ext cx="0" cy="1676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A8ABFC3-D853-E040-8C24-B7E78F5521CC}"/>
              </a:ext>
            </a:extLst>
          </p:cNvPr>
          <p:cNvCxnSpPr>
            <a:cxnSpLocks/>
          </p:cNvCxnSpPr>
          <p:nvPr/>
        </p:nvCxnSpPr>
        <p:spPr>
          <a:xfrm>
            <a:off x="990600" y="3543300"/>
            <a:ext cx="4038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D404330-D022-BC42-A807-9580185C43B1}"/>
              </a:ext>
            </a:extLst>
          </p:cNvPr>
          <p:cNvCxnSpPr>
            <a:cxnSpLocks/>
          </p:cNvCxnSpPr>
          <p:nvPr/>
        </p:nvCxnSpPr>
        <p:spPr>
          <a:xfrm>
            <a:off x="990600" y="4381500"/>
            <a:ext cx="2971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0FC850C-6028-1240-A898-95CB23E07FD6}"/>
              </a:ext>
            </a:extLst>
          </p:cNvPr>
          <p:cNvCxnSpPr>
            <a:cxnSpLocks/>
          </p:cNvCxnSpPr>
          <p:nvPr/>
        </p:nvCxnSpPr>
        <p:spPr>
          <a:xfrm flipV="1">
            <a:off x="3946525" y="4411663"/>
            <a:ext cx="0" cy="808037"/>
          </a:xfrm>
          <a:prstGeom prst="line">
            <a:avLst/>
          </a:prstGeom>
        </p:spPr>
        <p:style>
          <a:lnRef idx="2">
            <a:schemeClr val="accent1"/>
          </a:lnRef>
          <a:fillRef idx="0">
            <a:schemeClr val="accent1"/>
          </a:fillRef>
          <a:effectRef idx="1">
            <a:schemeClr val="accent1"/>
          </a:effectRef>
          <a:fontRef idx="minor">
            <a:schemeClr val="tx1"/>
          </a:fontRef>
        </p:style>
      </p:cxnSp>
      <p:sp>
        <p:nvSpPr>
          <p:cNvPr id="2" name="Oval 1">
            <a:extLst>
              <a:ext uri="{FF2B5EF4-FFF2-40B4-BE49-F238E27FC236}">
                <a16:creationId xmlns:a16="http://schemas.microsoft.com/office/drawing/2014/main" id="{E57C9B42-1A6B-8A46-AB2E-3378560015E4}"/>
              </a:ext>
            </a:extLst>
          </p:cNvPr>
          <p:cNvSpPr/>
          <p:nvPr/>
        </p:nvSpPr>
        <p:spPr>
          <a:xfrm>
            <a:off x="4953000" y="4329113"/>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Oval 13">
            <a:extLst>
              <a:ext uri="{FF2B5EF4-FFF2-40B4-BE49-F238E27FC236}">
                <a16:creationId xmlns:a16="http://schemas.microsoft.com/office/drawing/2014/main" id="{F3573713-6B2D-5043-A621-AC570AC946F6}"/>
              </a:ext>
            </a:extLst>
          </p:cNvPr>
          <p:cNvSpPr/>
          <p:nvPr/>
        </p:nvSpPr>
        <p:spPr>
          <a:xfrm>
            <a:off x="4953000" y="3519488"/>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Oval 14">
            <a:extLst>
              <a:ext uri="{FF2B5EF4-FFF2-40B4-BE49-F238E27FC236}">
                <a16:creationId xmlns:a16="http://schemas.microsoft.com/office/drawing/2014/main" id="{B53BDE2E-9C71-F342-8412-B75DD815C29D}"/>
              </a:ext>
            </a:extLst>
          </p:cNvPr>
          <p:cNvSpPr/>
          <p:nvPr/>
        </p:nvSpPr>
        <p:spPr>
          <a:xfrm>
            <a:off x="3848100" y="4341813"/>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 name="Right Arrow 16">
            <a:extLst>
              <a:ext uri="{FF2B5EF4-FFF2-40B4-BE49-F238E27FC236}">
                <a16:creationId xmlns:a16="http://schemas.microsoft.com/office/drawing/2014/main" id="{6A270287-22AA-7A40-AC45-44FC714F4107}"/>
              </a:ext>
            </a:extLst>
          </p:cNvPr>
          <p:cNvSpPr/>
          <p:nvPr/>
        </p:nvSpPr>
        <p:spPr>
          <a:xfrm rot="16200000">
            <a:off x="4859337" y="3790156"/>
            <a:ext cx="914400" cy="30480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FAFB7E7D-3C70-1A43-9757-3B8D01AF10CE}"/>
              </a:ext>
            </a:extLst>
          </p:cNvPr>
          <p:cNvSpPr/>
          <p:nvPr/>
        </p:nvSpPr>
        <p:spPr>
          <a:xfrm rot="10800000">
            <a:off x="4009232" y="4229100"/>
            <a:ext cx="914400" cy="30480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2E6666A-4A70-784E-8570-B2C73FAEF648}"/>
              </a:ext>
            </a:extLst>
          </p:cNvPr>
          <p:cNvSpPr txBox="1">
            <a:spLocks noChangeArrowheads="1"/>
          </p:cNvSpPr>
          <p:nvPr/>
        </p:nvSpPr>
        <p:spPr bwMode="auto">
          <a:xfrm>
            <a:off x="5455846" y="3543300"/>
            <a:ext cx="133350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dirty="0">
                <a:cs typeface="Arial" panose="020B0604020202020204" pitchFamily="34" charset="0"/>
              </a:rPr>
              <a:t>add water </a:t>
            </a:r>
          </a:p>
          <a:p>
            <a:pPr>
              <a:spcBef>
                <a:spcPct val="0"/>
              </a:spcBef>
              <a:buFontTx/>
              <a:buNone/>
            </a:pPr>
            <a:r>
              <a:rPr lang="en-US" altLang="en-US" sz="1600" dirty="0">
                <a:cs typeface="Arial" panose="020B0604020202020204" pitchFamily="34" charset="0"/>
              </a:rPr>
              <a:t>vapor</a:t>
            </a:r>
          </a:p>
          <a:p>
            <a:pPr>
              <a:spcBef>
                <a:spcPct val="0"/>
              </a:spcBef>
              <a:buFontTx/>
              <a:buNone/>
            </a:pPr>
            <a:r>
              <a:rPr lang="en-US" altLang="en-US" sz="1600" dirty="0">
                <a:cs typeface="Arial" panose="020B0604020202020204" pitchFamily="34" charset="0"/>
              </a:rPr>
              <a:t>to air (no</a:t>
            </a:r>
          </a:p>
          <a:p>
            <a:pPr>
              <a:spcBef>
                <a:spcPct val="0"/>
              </a:spcBef>
              <a:buFontTx/>
              <a:buNone/>
            </a:pPr>
            <a:r>
              <a:rPr lang="en-US" altLang="en-US" sz="1600" dirty="0">
                <a:cs typeface="Arial" panose="020B0604020202020204" pitchFamily="34" charset="0"/>
              </a:rPr>
              <a:t>change to </a:t>
            </a:r>
            <a:r>
              <a:rPr lang="en-US" altLang="en-US" sz="1600" i="1" dirty="0">
                <a:cs typeface="Arial" panose="020B0604020202020204" pitchFamily="34" charset="0"/>
              </a:rPr>
              <a:t>T</a:t>
            </a:r>
            <a:r>
              <a:rPr lang="en-US" altLang="en-US" sz="1600" dirty="0">
                <a:cs typeface="Arial" panose="020B0604020202020204" pitchFamily="34" charset="0"/>
              </a:rPr>
              <a:t>)</a:t>
            </a:r>
          </a:p>
        </p:txBody>
      </p:sp>
      <p:sp>
        <p:nvSpPr>
          <p:cNvPr id="21" name="TextBox 20">
            <a:extLst>
              <a:ext uri="{FF2B5EF4-FFF2-40B4-BE49-F238E27FC236}">
                <a16:creationId xmlns:a16="http://schemas.microsoft.com/office/drawing/2014/main" id="{C0DD807A-4B53-1A4C-9F69-9812AFF2DFA3}"/>
              </a:ext>
            </a:extLst>
          </p:cNvPr>
          <p:cNvSpPr txBox="1">
            <a:spLocks noChangeArrowheads="1"/>
          </p:cNvSpPr>
          <p:nvPr/>
        </p:nvSpPr>
        <p:spPr bwMode="auto">
          <a:xfrm>
            <a:off x="3946525" y="4459286"/>
            <a:ext cx="170271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dirty="0">
                <a:cs typeface="Arial" panose="020B0604020202020204" pitchFamily="34" charset="0"/>
              </a:rPr>
              <a:t>cool air (no</a:t>
            </a:r>
          </a:p>
          <a:p>
            <a:pPr>
              <a:spcBef>
                <a:spcPct val="0"/>
              </a:spcBef>
              <a:buFontTx/>
              <a:buNone/>
            </a:pPr>
            <a:r>
              <a:rPr lang="en-US" altLang="en-US" sz="1600" dirty="0">
                <a:cs typeface="Arial" panose="020B0604020202020204" pitchFamily="34" charset="0"/>
              </a:rPr>
              <a:t>change to water </a:t>
            </a:r>
          </a:p>
          <a:p>
            <a:pPr>
              <a:spcBef>
                <a:spcPct val="0"/>
              </a:spcBef>
              <a:buFontTx/>
              <a:buNone/>
            </a:pPr>
            <a:r>
              <a:rPr lang="en-US" altLang="en-US" sz="1600" dirty="0">
                <a:cs typeface="Arial" panose="020B0604020202020204" pitchFamily="34" charset="0"/>
              </a:rPr>
              <a:t>vapor content)</a:t>
            </a:r>
          </a:p>
        </p:txBody>
      </p:sp>
    </p:spTree>
    <p:extLst>
      <p:ext uri="{BB962C8B-B14F-4D97-AF65-F5344CB8AC3E}">
        <p14:creationId xmlns:p14="http://schemas.microsoft.com/office/powerpoint/2010/main" val="5675451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extBox 2">
            <a:extLst>
              <a:ext uri="{FF2B5EF4-FFF2-40B4-BE49-F238E27FC236}">
                <a16:creationId xmlns:a16="http://schemas.microsoft.com/office/drawing/2014/main" id="{6A09D003-0450-4C46-B186-AEC98655BF43}"/>
              </a:ext>
            </a:extLst>
          </p:cNvPr>
          <p:cNvSpPr txBox="1">
            <a:spLocks noChangeArrowheads="1"/>
          </p:cNvSpPr>
          <p:nvPr/>
        </p:nvSpPr>
        <p:spPr bwMode="auto">
          <a:xfrm>
            <a:off x="703263" y="4533900"/>
            <a:ext cx="19605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RH = 10/20 * 100</a:t>
            </a:r>
          </a:p>
          <a:p>
            <a:pPr eaLnBrk="1" hangingPunct="1">
              <a:spcBef>
                <a:spcPct val="0"/>
              </a:spcBef>
              <a:buFontTx/>
              <a:buNone/>
            </a:pPr>
            <a:r>
              <a:rPr lang="en-US" altLang="en-US" sz="1800">
                <a:solidFill>
                  <a:srgbClr val="000000"/>
                </a:solidFill>
                <a:cs typeface="Arial" panose="020B0604020202020204" pitchFamily="34" charset="0"/>
              </a:rPr>
              <a:t>RH = 50%</a:t>
            </a:r>
          </a:p>
        </p:txBody>
      </p:sp>
      <p:sp>
        <p:nvSpPr>
          <p:cNvPr id="2" name="Can 1">
            <a:extLst>
              <a:ext uri="{FF2B5EF4-FFF2-40B4-BE49-F238E27FC236}">
                <a16:creationId xmlns:a16="http://schemas.microsoft.com/office/drawing/2014/main" id="{160FBB1B-27BF-B542-932D-2423CE00927C}"/>
              </a:ext>
            </a:extLst>
          </p:cNvPr>
          <p:cNvSpPr/>
          <p:nvPr/>
        </p:nvSpPr>
        <p:spPr>
          <a:xfrm>
            <a:off x="685800" y="1257300"/>
            <a:ext cx="1905000" cy="2590800"/>
          </a:xfrm>
          <a:prstGeom prst="can">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 name="Can 4">
            <a:extLst>
              <a:ext uri="{FF2B5EF4-FFF2-40B4-BE49-F238E27FC236}">
                <a16:creationId xmlns:a16="http://schemas.microsoft.com/office/drawing/2014/main" id="{E1C2E802-F260-8C44-B3B7-D3C9A191284D}"/>
              </a:ext>
            </a:extLst>
          </p:cNvPr>
          <p:cNvSpPr/>
          <p:nvPr/>
        </p:nvSpPr>
        <p:spPr>
          <a:xfrm>
            <a:off x="685800" y="2400300"/>
            <a:ext cx="1905000" cy="1452563"/>
          </a:xfrm>
          <a:prstGeom prst="can">
            <a:avLst/>
          </a:prstGeom>
          <a:solidFill>
            <a:schemeClr val="accent2">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 name="Can 5">
            <a:extLst>
              <a:ext uri="{FF2B5EF4-FFF2-40B4-BE49-F238E27FC236}">
                <a16:creationId xmlns:a16="http://schemas.microsoft.com/office/drawing/2014/main" id="{AFAAF4E0-E322-584D-81BC-886A7FFA5D6B}"/>
              </a:ext>
            </a:extLst>
          </p:cNvPr>
          <p:cNvSpPr/>
          <p:nvPr/>
        </p:nvSpPr>
        <p:spPr>
          <a:xfrm>
            <a:off x="3048000" y="1258888"/>
            <a:ext cx="1905000" cy="2584450"/>
          </a:xfrm>
          <a:prstGeom prst="can">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 name="Can 6">
            <a:extLst>
              <a:ext uri="{FF2B5EF4-FFF2-40B4-BE49-F238E27FC236}">
                <a16:creationId xmlns:a16="http://schemas.microsoft.com/office/drawing/2014/main" id="{A191054E-0A47-0446-9A90-52C94887D5E1}"/>
              </a:ext>
            </a:extLst>
          </p:cNvPr>
          <p:cNvSpPr/>
          <p:nvPr/>
        </p:nvSpPr>
        <p:spPr>
          <a:xfrm>
            <a:off x="3048000" y="1257300"/>
            <a:ext cx="1905000" cy="2590800"/>
          </a:xfrm>
          <a:prstGeom prst="can">
            <a:avLst/>
          </a:prstGeom>
          <a:solidFill>
            <a:schemeClr val="accent2">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 name="Can 9">
            <a:extLst>
              <a:ext uri="{FF2B5EF4-FFF2-40B4-BE49-F238E27FC236}">
                <a16:creationId xmlns:a16="http://schemas.microsoft.com/office/drawing/2014/main" id="{3B9F41C2-1965-EF49-A52B-752C31FA077B}"/>
              </a:ext>
            </a:extLst>
          </p:cNvPr>
          <p:cNvSpPr/>
          <p:nvPr/>
        </p:nvSpPr>
        <p:spPr>
          <a:xfrm>
            <a:off x="5715000" y="2171700"/>
            <a:ext cx="1905000" cy="1666875"/>
          </a:xfrm>
          <a:prstGeom prst="can">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Can 10">
            <a:extLst>
              <a:ext uri="{FF2B5EF4-FFF2-40B4-BE49-F238E27FC236}">
                <a16:creationId xmlns:a16="http://schemas.microsoft.com/office/drawing/2014/main" id="{F7F51F46-DD31-5546-88AB-123EC3AB46E4}"/>
              </a:ext>
            </a:extLst>
          </p:cNvPr>
          <p:cNvSpPr/>
          <p:nvPr/>
        </p:nvSpPr>
        <p:spPr>
          <a:xfrm>
            <a:off x="5715000" y="2171700"/>
            <a:ext cx="1905000" cy="1671638"/>
          </a:xfrm>
          <a:prstGeom prst="can">
            <a:avLst/>
          </a:prstGeom>
          <a:solidFill>
            <a:schemeClr val="accent2">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1624" name="TextBox 2">
            <a:extLst>
              <a:ext uri="{FF2B5EF4-FFF2-40B4-BE49-F238E27FC236}">
                <a16:creationId xmlns:a16="http://schemas.microsoft.com/office/drawing/2014/main" id="{5DE3D9DB-7AD0-1D45-BE61-D9F8AD2A4CCC}"/>
              </a:ext>
            </a:extLst>
          </p:cNvPr>
          <p:cNvSpPr txBox="1">
            <a:spLocks noChangeArrowheads="1"/>
          </p:cNvSpPr>
          <p:nvPr/>
        </p:nvSpPr>
        <p:spPr bwMode="auto">
          <a:xfrm>
            <a:off x="1016000" y="1295400"/>
            <a:ext cx="1422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i="1">
                <a:solidFill>
                  <a:srgbClr val="000000"/>
                </a:solidFill>
                <a:cs typeface="Arial" panose="020B0604020202020204" pitchFamily="34" charset="0"/>
              </a:rPr>
              <a:t>e</a:t>
            </a:r>
            <a:r>
              <a:rPr lang="en-US" altLang="en-US" sz="1800" baseline="-25000">
                <a:solidFill>
                  <a:srgbClr val="000000"/>
                </a:solidFill>
                <a:cs typeface="Arial" panose="020B0604020202020204" pitchFamily="34" charset="0"/>
              </a:rPr>
              <a:t>s</a:t>
            </a:r>
            <a:r>
              <a:rPr lang="en-US" altLang="en-US" sz="1800">
                <a:solidFill>
                  <a:srgbClr val="000000"/>
                </a:solidFill>
                <a:cs typeface="Arial" panose="020B0604020202020204" pitchFamily="34" charset="0"/>
              </a:rPr>
              <a:t> = 20 hPa</a:t>
            </a:r>
          </a:p>
        </p:txBody>
      </p:sp>
      <p:sp>
        <p:nvSpPr>
          <p:cNvPr id="111625" name="TextBox 2">
            <a:extLst>
              <a:ext uri="{FF2B5EF4-FFF2-40B4-BE49-F238E27FC236}">
                <a16:creationId xmlns:a16="http://schemas.microsoft.com/office/drawing/2014/main" id="{5FFC367B-8621-3045-8671-DCC83292A5B4}"/>
              </a:ext>
            </a:extLst>
          </p:cNvPr>
          <p:cNvSpPr txBox="1">
            <a:spLocks noChangeArrowheads="1"/>
          </p:cNvSpPr>
          <p:nvPr/>
        </p:nvSpPr>
        <p:spPr bwMode="auto">
          <a:xfrm>
            <a:off x="990600" y="2359025"/>
            <a:ext cx="1306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i="1">
                <a:solidFill>
                  <a:srgbClr val="000000"/>
                </a:solidFill>
                <a:cs typeface="Arial" panose="020B0604020202020204" pitchFamily="34" charset="0"/>
              </a:rPr>
              <a:t>e</a:t>
            </a:r>
            <a:r>
              <a:rPr lang="en-US" altLang="en-US" sz="1800">
                <a:solidFill>
                  <a:srgbClr val="000000"/>
                </a:solidFill>
                <a:cs typeface="Arial" panose="020B0604020202020204" pitchFamily="34" charset="0"/>
              </a:rPr>
              <a:t> = 10 hPa</a:t>
            </a:r>
          </a:p>
        </p:txBody>
      </p:sp>
      <p:sp>
        <p:nvSpPr>
          <p:cNvPr id="111626" name="TextBox 2">
            <a:extLst>
              <a:ext uri="{FF2B5EF4-FFF2-40B4-BE49-F238E27FC236}">
                <a16:creationId xmlns:a16="http://schemas.microsoft.com/office/drawing/2014/main" id="{A34AB9B0-FD02-9E4D-B69D-BB951C5E7714}"/>
              </a:ext>
            </a:extLst>
          </p:cNvPr>
          <p:cNvSpPr txBox="1">
            <a:spLocks noChangeArrowheads="1"/>
          </p:cNvSpPr>
          <p:nvPr/>
        </p:nvSpPr>
        <p:spPr bwMode="auto">
          <a:xfrm>
            <a:off x="3543300" y="1339850"/>
            <a:ext cx="914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20 hPa</a:t>
            </a:r>
          </a:p>
        </p:txBody>
      </p:sp>
      <p:sp>
        <p:nvSpPr>
          <p:cNvPr id="111627" name="TextBox 2">
            <a:extLst>
              <a:ext uri="{FF2B5EF4-FFF2-40B4-BE49-F238E27FC236}">
                <a16:creationId xmlns:a16="http://schemas.microsoft.com/office/drawing/2014/main" id="{B81486AB-9A62-F242-AC58-0295E00C778F}"/>
              </a:ext>
            </a:extLst>
          </p:cNvPr>
          <p:cNvSpPr txBox="1">
            <a:spLocks noChangeArrowheads="1"/>
          </p:cNvSpPr>
          <p:nvPr/>
        </p:nvSpPr>
        <p:spPr bwMode="auto">
          <a:xfrm>
            <a:off x="3084513" y="4533900"/>
            <a:ext cx="19605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RH = 20/20 * 100</a:t>
            </a:r>
          </a:p>
          <a:p>
            <a:pPr eaLnBrk="1" hangingPunct="1">
              <a:spcBef>
                <a:spcPct val="0"/>
              </a:spcBef>
              <a:buFontTx/>
              <a:buNone/>
            </a:pPr>
            <a:r>
              <a:rPr lang="en-US" altLang="en-US" sz="1800">
                <a:solidFill>
                  <a:srgbClr val="000000"/>
                </a:solidFill>
                <a:cs typeface="Arial" panose="020B0604020202020204" pitchFamily="34" charset="0"/>
              </a:rPr>
              <a:t>RH = 100%</a:t>
            </a:r>
          </a:p>
        </p:txBody>
      </p:sp>
      <p:sp>
        <p:nvSpPr>
          <p:cNvPr id="111628" name="TextBox 2">
            <a:extLst>
              <a:ext uri="{FF2B5EF4-FFF2-40B4-BE49-F238E27FC236}">
                <a16:creationId xmlns:a16="http://schemas.microsoft.com/office/drawing/2014/main" id="{891DCC66-6DEE-4C42-97FE-2B7500363821}"/>
              </a:ext>
            </a:extLst>
          </p:cNvPr>
          <p:cNvSpPr txBox="1">
            <a:spLocks noChangeArrowheads="1"/>
          </p:cNvSpPr>
          <p:nvPr/>
        </p:nvSpPr>
        <p:spPr bwMode="auto">
          <a:xfrm>
            <a:off x="877888" y="265113"/>
            <a:ext cx="1520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a:cs typeface="Arial" panose="020B0604020202020204" pitchFamily="34" charset="0"/>
              </a:rPr>
              <a:t> = 290 K</a:t>
            </a:r>
          </a:p>
        </p:txBody>
      </p:sp>
      <p:sp>
        <p:nvSpPr>
          <p:cNvPr id="111629" name="TextBox 17">
            <a:extLst>
              <a:ext uri="{FF2B5EF4-FFF2-40B4-BE49-F238E27FC236}">
                <a16:creationId xmlns:a16="http://schemas.microsoft.com/office/drawing/2014/main" id="{44AF586D-9D34-B346-AC7B-52F6AC6A2B60}"/>
              </a:ext>
            </a:extLst>
          </p:cNvPr>
          <p:cNvSpPr txBox="1">
            <a:spLocks noChangeArrowheads="1"/>
          </p:cNvSpPr>
          <p:nvPr/>
        </p:nvSpPr>
        <p:spPr bwMode="auto">
          <a:xfrm>
            <a:off x="5907088" y="230188"/>
            <a:ext cx="1520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a:cs typeface="Arial" panose="020B0604020202020204" pitchFamily="34" charset="0"/>
              </a:rPr>
              <a:t> = 279 K</a:t>
            </a:r>
          </a:p>
        </p:txBody>
      </p:sp>
      <p:sp>
        <p:nvSpPr>
          <p:cNvPr id="111630" name="TextBox 2">
            <a:extLst>
              <a:ext uri="{FF2B5EF4-FFF2-40B4-BE49-F238E27FC236}">
                <a16:creationId xmlns:a16="http://schemas.microsoft.com/office/drawing/2014/main" id="{84CF4C44-97AB-134D-B3E1-6C1976066E65}"/>
              </a:ext>
            </a:extLst>
          </p:cNvPr>
          <p:cNvSpPr txBox="1">
            <a:spLocks noChangeArrowheads="1"/>
          </p:cNvSpPr>
          <p:nvPr/>
        </p:nvSpPr>
        <p:spPr bwMode="auto">
          <a:xfrm>
            <a:off x="6210300" y="2182813"/>
            <a:ext cx="914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10 hPa</a:t>
            </a:r>
          </a:p>
        </p:txBody>
      </p:sp>
      <p:sp>
        <p:nvSpPr>
          <p:cNvPr id="111631" name="TextBox 2">
            <a:extLst>
              <a:ext uri="{FF2B5EF4-FFF2-40B4-BE49-F238E27FC236}">
                <a16:creationId xmlns:a16="http://schemas.microsoft.com/office/drawing/2014/main" id="{36489129-EC8B-4D47-8EC8-6C4783C5B9BD}"/>
              </a:ext>
            </a:extLst>
          </p:cNvPr>
          <p:cNvSpPr txBox="1">
            <a:spLocks noChangeArrowheads="1"/>
          </p:cNvSpPr>
          <p:nvPr/>
        </p:nvSpPr>
        <p:spPr bwMode="auto">
          <a:xfrm>
            <a:off x="5727700" y="4533900"/>
            <a:ext cx="19621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RH = 10/10 * 100</a:t>
            </a:r>
          </a:p>
          <a:p>
            <a:pPr eaLnBrk="1" hangingPunct="1">
              <a:spcBef>
                <a:spcPct val="0"/>
              </a:spcBef>
              <a:buFontTx/>
              <a:buNone/>
            </a:pPr>
            <a:r>
              <a:rPr lang="en-US" altLang="en-US" sz="1800">
                <a:solidFill>
                  <a:srgbClr val="000000"/>
                </a:solidFill>
                <a:cs typeface="Arial" panose="020B0604020202020204" pitchFamily="34" charset="0"/>
              </a:rPr>
              <a:t>RH = 100%</a:t>
            </a:r>
          </a:p>
        </p:txBody>
      </p:sp>
      <p:sp>
        <p:nvSpPr>
          <p:cNvPr id="111632" name="TextBox 20">
            <a:extLst>
              <a:ext uri="{FF2B5EF4-FFF2-40B4-BE49-F238E27FC236}">
                <a16:creationId xmlns:a16="http://schemas.microsoft.com/office/drawing/2014/main" id="{45EF373D-9D84-5547-A543-DCB2B545F426}"/>
              </a:ext>
            </a:extLst>
          </p:cNvPr>
          <p:cNvSpPr txBox="1">
            <a:spLocks noChangeArrowheads="1"/>
          </p:cNvSpPr>
          <p:nvPr/>
        </p:nvSpPr>
        <p:spPr bwMode="auto">
          <a:xfrm>
            <a:off x="5907088" y="625475"/>
            <a:ext cx="1698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baseline="-25000">
                <a:cs typeface="Arial" panose="020B0604020202020204" pitchFamily="34" charset="0"/>
              </a:rPr>
              <a:t>d</a:t>
            </a:r>
            <a:r>
              <a:rPr lang="en-US" altLang="en-US" sz="2400">
                <a:cs typeface="Arial" panose="020B0604020202020204" pitchFamily="34" charset="0"/>
              </a:rPr>
              <a:t> = 279 K</a:t>
            </a:r>
          </a:p>
        </p:txBody>
      </p:sp>
      <p:sp>
        <p:nvSpPr>
          <p:cNvPr id="111633" name="TextBox 21">
            <a:extLst>
              <a:ext uri="{FF2B5EF4-FFF2-40B4-BE49-F238E27FC236}">
                <a16:creationId xmlns:a16="http://schemas.microsoft.com/office/drawing/2014/main" id="{0D15BD29-F1C6-CB46-9308-BB8826EEB834}"/>
              </a:ext>
            </a:extLst>
          </p:cNvPr>
          <p:cNvSpPr txBox="1">
            <a:spLocks noChangeArrowheads="1"/>
          </p:cNvSpPr>
          <p:nvPr/>
        </p:nvSpPr>
        <p:spPr bwMode="auto">
          <a:xfrm>
            <a:off x="877888" y="642938"/>
            <a:ext cx="16398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baseline="-25000">
                <a:cs typeface="Arial" panose="020B0604020202020204" pitchFamily="34" charset="0"/>
              </a:rPr>
              <a:t>d</a:t>
            </a:r>
            <a:r>
              <a:rPr lang="en-US" altLang="en-US" sz="2400">
                <a:cs typeface="Arial" panose="020B0604020202020204" pitchFamily="34" charset="0"/>
              </a:rPr>
              <a:t> = 279 K</a:t>
            </a:r>
          </a:p>
        </p:txBody>
      </p:sp>
      <p:sp>
        <p:nvSpPr>
          <p:cNvPr id="111634" name="TextBox 22">
            <a:extLst>
              <a:ext uri="{FF2B5EF4-FFF2-40B4-BE49-F238E27FC236}">
                <a16:creationId xmlns:a16="http://schemas.microsoft.com/office/drawing/2014/main" id="{5880944B-D8DA-C848-B949-9E86A0AFB031}"/>
              </a:ext>
            </a:extLst>
          </p:cNvPr>
          <p:cNvSpPr txBox="1">
            <a:spLocks noChangeArrowheads="1"/>
          </p:cNvSpPr>
          <p:nvPr/>
        </p:nvSpPr>
        <p:spPr bwMode="auto">
          <a:xfrm>
            <a:off x="3194050" y="228600"/>
            <a:ext cx="1520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a:cs typeface="Arial" panose="020B0604020202020204" pitchFamily="34" charset="0"/>
              </a:rPr>
              <a:t> = 290 K</a:t>
            </a:r>
          </a:p>
        </p:txBody>
      </p:sp>
      <p:sp>
        <p:nvSpPr>
          <p:cNvPr id="111635" name="TextBox 23">
            <a:extLst>
              <a:ext uri="{FF2B5EF4-FFF2-40B4-BE49-F238E27FC236}">
                <a16:creationId xmlns:a16="http://schemas.microsoft.com/office/drawing/2014/main" id="{86D80E5A-5938-9B4D-A8D1-18CE6F796651}"/>
              </a:ext>
            </a:extLst>
          </p:cNvPr>
          <p:cNvSpPr txBox="1">
            <a:spLocks noChangeArrowheads="1"/>
          </p:cNvSpPr>
          <p:nvPr/>
        </p:nvSpPr>
        <p:spPr bwMode="auto">
          <a:xfrm>
            <a:off x="3194050" y="606425"/>
            <a:ext cx="1639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baseline="-25000">
                <a:cs typeface="Arial" panose="020B0604020202020204" pitchFamily="34" charset="0"/>
              </a:rPr>
              <a:t>d</a:t>
            </a:r>
            <a:r>
              <a:rPr lang="en-US" altLang="en-US" sz="2400">
                <a:cs typeface="Arial" panose="020B0604020202020204" pitchFamily="34" charset="0"/>
              </a:rPr>
              <a:t> = 290 K</a:t>
            </a:r>
          </a:p>
        </p:txBody>
      </p:sp>
      <p:sp>
        <p:nvSpPr>
          <p:cNvPr id="8" name="Rectangle 7">
            <a:extLst>
              <a:ext uri="{FF2B5EF4-FFF2-40B4-BE49-F238E27FC236}">
                <a16:creationId xmlns:a16="http://schemas.microsoft.com/office/drawing/2014/main" id="{C6C4E312-8470-E040-871F-7FE6C61E0AAE}"/>
              </a:ext>
            </a:extLst>
          </p:cNvPr>
          <p:cNvSpPr/>
          <p:nvPr/>
        </p:nvSpPr>
        <p:spPr>
          <a:xfrm>
            <a:off x="2840038" y="250825"/>
            <a:ext cx="5203825" cy="5410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scene3d>
              <a:camera prst="orthographicFront"/>
              <a:lightRig rig="soft" dir="t">
                <a:rot lat="0" lon="0" rev="15600000"/>
              </a:lightRig>
            </a:scene3d>
            <a:sp3d extrusionH="57150" prstMaterial="softEdge">
              <a:bevelT w="25400" h="38100"/>
            </a:sp3d>
          </a:bodyPr>
          <a:lstStyle/>
          <a:p>
            <a:pPr algn="ctr">
              <a:defRPr/>
            </a:pPr>
            <a:endParaRPr lang="en-US" b="1">
              <a:ln/>
              <a:solidFill>
                <a:schemeClr val="accent4"/>
              </a:solidFill>
            </a:endParaRPr>
          </a:p>
        </p:txBody>
      </p:sp>
      <p:pic>
        <p:nvPicPr>
          <p:cNvPr id="111637" name="Picture 2" descr="graph of Clausius Clapeyron Equation. Curve going up as temperature increase">
            <a:extLst>
              <a:ext uri="{FF2B5EF4-FFF2-40B4-BE49-F238E27FC236}">
                <a16:creationId xmlns:a16="http://schemas.microsoft.com/office/drawing/2014/main" id="{031C2510-DB5D-174B-8C4A-2B12D61A12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4513" y="1258888"/>
            <a:ext cx="5554662" cy="38433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cxnSp>
        <p:nvCxnSpPr>
          <p:cNvPr id="27" name="Straight Connector 26">
            <a:extLst>
              <a:ext uri="{FF2B5EF4-FFF2-40B4-BE49-F238E27FC236}">
                <a16:creationId xmlns:a16="http://schemas.microsoft.com/office/drawing/2014/main" id="{36CAE1D2-F893-D84A-9B8A-03ABCBCE444F}"/>
              </a:ext>
            </a:extLst>
          </p:cNvPr>
          <p:cNvCxnSpPr>
            <a:cxnSpLocks/>
          </p:cNvCxnSpPr>
          <p:nvPr/>
        </p:nvCxnSpPr>
        <p:spPr>
          <a:xfrm flipV="1">
            <a:off x="6878638" y="4067175"/>
            <a:ext cx="0" cy="695325"/>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98C9A30-832B-424B-A439-20C5FB9C2075}"/>
              </a:ext>
            </a:extLst>
          </p:cNvPr>
          <p:cNvCxnSpPr>
            <a:cxnSpLocks/>
          </p:cNvCxnSpPr>
          <p:nvPr/>
        </p:nvCxnSpPr>
        <p:spPr>
          <a:xfrm>
            <a:off x="6019800" y="4022725"/>
            <a:ext cx="77946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80204A62-486F-E447-870C-2174F63B63D0}"/>
              </a:ext>
            </a:extLst>
          </p:cNvPr>
          <p:cNvCxnSpPr>
            <a:cxnSpLocks/>
          </p:cNvCxnSpPr>
          <p:nvPr/>
        </p:nvCxnSpPr>
        <p:spPr>
          <a:xfrm flipV="1">
            <a:off x="6878638" y="3327400"/>
            <a:ext cx="0" cy="695325"/>
          </a:xfrm>
          <a:prstGeom prst="line">
            <a:avLst/>
          </a:prstGeom>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F1741C6B-8DFB-DB49-AE8E-68126E36AFDA}"/>
              </a:ext>
            </a:extLst>
          </p:cNvPr>
          <p:cNvSpPr/>
          <p:nvPr/>
        </p:nvSpPr>
        <p:spPr>
          <a:xfrm>
            <a:off x="6823075" y="3979863"/>
            <a:ext cx="111125" cy="8731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extBox 2">
            <a:extLst>
              <a:ext uri="{FF2B5EF4-FFF2-40B4-BE49-F238E27FC236}">
                <a16:creationId xmlns:a16="http://schemas.microsoft.com/office/drawing/2014/main" id="{D7089728-2827-B44A-AE93-6D6A0EC95734}"/>
              </a:ext>
            </a:extLst>
          </p:cNvPr>
          <p:cNvSpPr txBox="1">
            <a:spLocks noChangeArrowheads="1"/>
          </p:cNvSpPr>
          <p:nvPr/>
        </p:nvSpPr>
        <p:spPr bwMode="auto">
          <a:xfrm>
            <a:off x="703263" y="4533900"/>
            <a:ext cx="19605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RH = 10/20 * 100</a:t>
            </a:r>
          </a:p>
          <a:p>
            <a:pPr eaLnBrk="1" hangingPunct="1">
              <a:spcBef>
                <a:spcPct val="0"/>
              </a:spcBef>
              <a:buFontTx/>
              <a:buNone/>
            </a:pPr>
            <a:r>
              <a:rPr lang="en-US" altLang="en-US" sz="1800">
                <a:solidFill>
                  <a:srgbClr val="000000"/>
                </a:solidFill>
                <a:cs typeface="Arial" panose="020B0604020202020204" pitchFamily="34" charset="0"/>
              </a:rPr>
              <a:t>RH = 50%</a:t>
            </a:r>
          </a:p>
        </p:txBody>
      </p:sp>
      <p:sp>
        <p:nvSpPr>
          <p:cNvPr id="2" name="Can 1">
            <a:extLst>
              <a:ext uri="{FF2B5EF4-FFF2-40B4-BE49-F238E27FC236}">
                <a16:creationId xmlns:a16="http://schemas.microsoft.com/office/drawing/2014/main" id="{160FBB1B-27BF-B542-932D-2423CE00927C}"/>
              </a:ext>
            </a:extLst>
          </p:cNvPr>
          <p:cNvSpPr/>
          <p:nvPr/>
        </p:nvSpPr>
        <p:spPr>
          <a:xfrm>
            <a:off x="685800" y="1257300"/>
            <a:ext cx="1905000" cy="2590800"/>
          </a:xfrm>
          <a:prstGeom prst="can">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 name="Can 4">
            <a:extLst>
              <a:ext uri="{FF2B5EF4-FFF2-40B4-BE49-F238E27FC236}">
                <a16:creationId xmlns:a16="http://schemas.microsoft.com/office/drawing/2014/main" id="{E1C2E802-F260-8C44-B3B7-D3C9A191284D}"/>
              </a:ext>
            </a:extLst>
          </p:cNvPr>
          <p:cNvSpPr/>
          <p:nvPr/>
        </p:nvSpPr>
        <p:spPr>
          <a:xfrm>
            <a:off x="685800" y="2400300"/>
            <a:ext cx="1905000" cy="1452563"/>
          </a:xfrm>
          <a:prstGeom prst="can">
            <a:avLst/>
          </a:prstGeom>
          <a:solidFill>
            <a:schemeClr val="accent2">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 name="Can 5">
            <a:extLst>
              <a:ext uri="{FF2B5EF4-FFF2-40B4-BE49-F238E27FC236}">
                <a16:creationId xmlns:a16="http://schemas.microsoft.com/office/drawing/2014/main" id="{AFAAF4E0-E322-584D-81BC-886A7FFA5D6B}"/>
              </a:ext>
            </a:extLst>
          </p:cNvPr>
          <p:cNvSpPr/>
          <p:nvPr/>
        </p:nvSpPr>
        <p:spPr>
          <a:xfrm>
            <a:off x="3048000" y="1258888"/>
            <a:ext cx="1905000" cy="2584450"/>
          </a:xfrm>
          <a:prstGeom prst="can">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 name="Can 6">
            <a:extLst>
              <a:ext uri="{FF2B5EF4-FFF2-40B4-BE49-F238E27FC236}">
                <a16:creationId xmlns:a16="http://schemas.microsoft.com/office/drawing/2014/main" id="{A191054E-0A47-0446-9A90-52C94887D5E1}"/>
              </a:ext>
            </a:extLst>
          </p:cNvPr>
          <p:cNvSpPr/>
          <p:nvPr/>
        </p:nvSpPr>
        <p:spPr>
          <a:xfrm>
            <a:off x="3048000" y="1257300"/>
            <a:ext cx="1905000" cy="2590800"/>
          </a:xfrm>
          <a:prstGeom prst="can">
            <a:avLst/>
          </a:prstGeom>
          <a:solidFill>
            <a:schemeClr val="accent2">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 name="Can 9">
            <a:extLst>
              <a:ext uri="{FF2B5EF4-FFF2-40B4-BE49-F238E27FC236}">
                <a16:creationId xmlns:a16="http://schemas.microsoft.com/office/drawing/2014/main" id="{3B9F41C2-1965-EF49-A52B-752C31FA077B}"/>
              </a:ext>
            </a:extLst>
          </p:cNvPr>
          <p:cNvSpPr/>
          <p:nvPr/>
        </p:nvSpPr>
        <p:spPr>
          <a:xfrm>
            <a:off x="5715000" y="2171700"/>
            <a:ext cx="1905000" cy="1666875"/>
          </a:xfrm>
          <a:prstGeom prst="can">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Can 10">
            <a:extLst>
              <a:ext uri="{FF2B5EF4-FFF2-40B4-BE49-F238E27FC236}">
                <a16:creationId xmlns:a16="http://schemas.microsoft.com/office/drawing/2014/main" id="{F7F51F46-DD31-5546-88AB-123EC3AB46E4}"/>
              </a:ext>
            </a:extLst>
          </p:cNvPr>
          <p:cNvSpPr/>
          <p:nvPr/>
        </p:nvSpPr>
        <p:spPr>
          <a:xfrm>
            <a:off x="5715000" y="2171700"/>
            <a:ext cx="1905000" cy="1671638"/>
          </a:xfrm>
          <a:prstGeom prst="can">
            <a:avLst/>
          </a:prstGeom>
          <a:solidFill>
            <a:schemeClr val="accent2">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3672" name="TextBox 2">
            <a:extLst>
              <a:ext uri="{FF2B5EF4-FFF2-40B4-BE49-F238E27FC236}">
                <a16:creationId xmlns:a16="http://schemas.microsoft.com/office/drawing/2014/main" id="{3816BE31-71F8-BC48-A8D2-1F906CF87980}"/>
              </a:ext>
            </a:extLst>
          </p:cNvPr>
          <p:cNvSpPr txBox="1">
            <a:spLocks noChangeArrowheads="1"/>
          </p:cNvSpPr>
          <p:nvPr/>
        </p:nvSpPr>
        <p:spPr bwMode="auto">
          <a:xfrm>
            <a:off x="1016000" y="1295400"/>
            <a:ext cx="1422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i="1">
                <a:solidFill>
                  <a:srgbClr val="000000"/>
                </a:solidFill>
                <a:cs typeface="Arial" panose="020B0604020202020204" pitchFamily="34" charset="0"/>
              </a:rPr>
              <a:t>e</a:t>
            </a:r>
            <a:r>
              <a:rPr lang="en-US" altLang="en-US" sz="1800" baseline="-25000">
                <a:solidFill>
                  <a:srgbClr val="000000"/>
                </a:solidFill>
                <a:cs typeface="Arial" panose="020B0604020202020204" pitchFamily="34" charset="0"/>
              </a:rPr>
              <a:t>s</a:t>
            </a:r>
            <a:r>
              <a:rPr lang="en-US" altLang="en-US" sz="1800">
                <a:solidFill>
                  <a:srgbClr val="000000"/>
                </a:solidFill>
                <a:cs typeface="Arial" panose="020B0604020202020204" pitchFamily="34" charset="0"/>
              </a:rPr>
              <a:t> = 20 hPa</a:t>
            </a:r>
          </a:p>
        </p:txBody>
      </p:sp>
      <p:sp>
        <p:nvSpPr>
          <p:cNvPr id="113673" name="TextBox 2">
            <a:extLst>
              <a:ext uri="{FF2B5EF4-FFF2-40B4-BE49-F238E27FC236}">
                <a16:creationId xmlns:a16="http://schemas.microsoft.com/office/drawing/2014/main" id="{79988694-C2C0-7149-BDE7-6E5BBA55B1DE}"/>
              </a:ext>
            </a:extLst>
          </p:cNvPr>
          <p:cNvSpPr txBox="1">
            <a:spLocks noChangeArrowheads="1"/>
          </p:cNvSpPr>
          <p:nvPr/>
        </p:nvSpPr>
        <p:spPr bwMode="auto">
          <a:xfrm>
            <a:off x="990600" y="2359025"/>
            <a:ext cx="1306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i="1">
                <a:solidFill>
                  <a:srgbClr val="000000"/>
                </a:solidFill>
                <a:cs typeface="Arial" panose="020B0604020202020204" pitchFamily="34" charset="0"/>
              </a:rPr>
              <a:t>e</a:t>
            </a:r>
            <a:r>
              <a:rPr lang="en-US" altLang="en-US" sz="1800">
                <a:solidFill>
                  <a:srgbClr val="000000"/>
                </a:solidFill>
                <a:cs typeface="Arial" panose="020B0604020202020204" pitchFamily="34" charset="0"/>
              </a:rPr>
              <a:t> = 10 hPa</a:t>
            </a:r>
          </a:p>
        </p:txBody>
      </p:sp>
      <p:sp>
        <p:nvSpPr>
          <p:cNvPr id="113674" name="TextBox 2">
            <a:extLst>
              <a:ext uri="{FF2B5EF4-FFF2-40B4-BE49-F238E27FC236}">
                <a16:creationId xmlns:a16="http://schemas.microsoft.com/office/drawing/2014/main" id="{DD6DF43E-510D-B446-96BD-F584887F9979}"/>
              </a:ext>
            </a:extLst>
          </p:cNvPr>
          <p:cNvSpPr txBox="1">
            <a:spLocks noChangeArrowheads="1"/>
          </p:cNvSpPr>
          <p:nvPr/>
        </p:nvSpPr>
        <p:spPr bwMode="auto">
          <a:xfrm>
            <a:off x="3543300" y="1339850"/>
            <a:ext cx="914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20 hPa</a:t>
            </a:r>
          </a:p>
        </p:txBody>
      </p:sp>
      <p:sp>
        <p:nvSpPr>
          <p:cNvPr id="113675" name="TextBox 2">
            <a:extLst>
              <a:ext uri="{FF2B5EF4-FFF2-40B4-BE49-F238E27FC236}">
                <a16:creationId xmlns:a16="http://schemas.microsoft.com/office/drawing/2014/main" id="{6BD51031-B377-0642-9760-B014493AA581}"/>
              </a:ext>
            </a:extLst>
          </p:cNvPr>
          <p:cNvSpPr txBox="1">
            <a:spLocks noChangeArrowheads="1"/>
          </p:cNvSpPr>
          <p:nvPr/>
        </p:nvSpPr>
        <p:spPr bwMode="auto">
          <a:xfrm>
            <a:off x="3084513" y="4533900"/>
            <a:ext cx="19605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RH = 20/20 * 100</a:t>
            </a:r>
          </a:p>
          <a:p>
            <a:pPr eaLnBrk="1" hangingPunct="1">
              <a:spcBef>
                <a:spcPct val="0"/>
              </a:spcBef>
              <a:buFontTx/>
              <a:buNone/>
            </a:pPr>
            <a:r>
              <a:rPr lang="en-US" altLang="en-US" sz="1800">
                <a:solidFill>
                  <a:srgbClr val="000000"/>
                </a:solidFill>
                <a:cs typeface="Arial" panose="020B0604020202020204" pitchFamily="34" charset="0"/>
              </a:rPr>
              <a:t>RH = 100%</a:t>
            </a:r>
          </a:p>
        </p:txBody>
      </p:sp>
      <p:sp>
        <p:nvSpPr>
          <p:cNvPr id="113676" name="TextBox 2">
            <a:extLst>
              <a:ext uri="{FF2B5EF4-FFF2-40B4-BE49-F238E27FC236}">
                <a16:creationId xmlns:a16="http://schemas.microsoft.com/office/drawing/2014/main" id="{865CFD82-4E97-7B4E-A6EE-60CD8C11EC46}"/>
              </a:ext>
            </a:extLst>
          </p:cNvPr>
          <p:cNvSpPr txBox="1">
            <a:spLocks noChangeArrowheads="1"/>
          </p:cNvSpPr>
          <p:nvPr/>
        </p:nvSpPr>
        <p:spPr bwMode="auto">
          <a:xfrm>
            <a:off x="877888" y="265113"/>
            <a:ext cx="1520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a:cs typeface="Arial" panose="020B0604020202020204" pitchFamily="34" charset="0"/>
              </a:rPr>
              <a:t> = 290 K</a:t>
            </a:r>
          </a:p>
        </p:txBody>
      </p:sp>
      <p:sp>
        <p:nvSpPr>
          <p:cNvPr id="113677" name="TextBox 17">
            <a:extLst>
              <a:ext uri="{FF2B5EF4-FFF2-40B4-BE49-F238E27FC236}">
                <a16:creationId xmlns:a16="http://schemas.microsoft.com/office/drawing/2014/main" id="{F69A5917-0633-0B4B-B24C-F3EFA27C6585}"/>
              </a:ext>
            </a:extLst>
          </p:cNvPr>
          <p:cNvSpPr txBox="1">
            <a:spLocks noChangeArrowheads="1"/>
          </p:cNvSpPr>
          <p:nvPr/>
        </p:nvSpPr>
        <p:spPr bwMode="auto">
          <a:xfrm>
            <a:off x="5907088" y="230188"/>
            <a:ext cx="1520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a:cs typeface="Arial" panose="020B0604020202020204" pitchFamily="34" charset="0"/>
              </a:rPr>
              <a:t> = 279 K</a:t>
            </a:r>
          </a:p>
        </p:txBody>
      </p:sp>
      <p:sp>
        <p:nvSpPr>
          <p:cNvPr id="113678" name="TextBox 2">
            <a:extLst>
              <a:ext uri="{FF2B5EF4-FFF2-40B4-BE49-F238E27FC236}">
                <a16:creationId xmlns:a16="http://schemas.microsoft.com/office/drawing/2014/main" id="{BB5FCAE5-5104-7F4B-B67D-F3F034162D80}"/>
              </a:ext>
            </a:extLst>
          </p:cNvPr>
          <p:cNvSpPr txBox="1">
            <a:spLocks noChangeArrowheads="1"/>
          </p:cNvSpPr>
          <p:nvPr/>
        </p:nvSpPr>
        <p:spPr bwMode="auto">
          <a:xfrm>
            <a:off x="6210300" y="2182813"/>
            <a:ext cx="914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10 hPa</a:t>
            </a:r>
          </a:p>
        </p:txBody>
      </p:sp>
      <p:sp>
        <p:nvSpPr>
          <p:cNvPr id="113679" name="TextBox 2">
            <a:extLst>
              <a:ext uri="{FF2B5EF4-FFF2-40B4-BE49-F238E27FC236}">
                <a16:creationId xmlns:a16="http://schemas.microsoft.com/office/drawing/2014/main" id="{CACE2F62-C218-3047-8C97-7D688112B016}"/>
              </a:ext>
            </a:extLst>
          </p:cNvPr>
          <p:cNvSpPr txBox="1">
            <a:spLocks noChangeArrowheads="1"/>
          </p:cNvSpPr>
          <p:nvPr/>
        </p:nvSpPr>
        <p:spPr bwMode="auto">
          <a:xfrm>
            <a:off x="5727700" y="4533900"/>
            <a:ext cx="19621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RH = 10/10 * 100</a:t>
            </a:r>
          </a:p>
          <a:p>
            <a:pPr eaLnBrk="1" hangingPunct="1">
              <a:spcBef>
                <a:spcPct val="0"/>
              </a:spcBef>
              <a:buFontTx/>
              <a:buNone/>
            </a:pPr>
            <a:r>
              <a:rPr lang="en-US" altLang="en-US" sz="1800">
                <a:solidFill>
                  <a:srgbClr val="000000"/>
                </a:solidFill>
                <a:cs typeface="Arial" panose="020B0604020202020204" pitchFamily="34" charset="0"/>
              </a:rPr>
              <a:t>RH = 100%</a:t>
            </a:r>
          </a:p>
        </p:txBody>
      </p:sp>
      <p:sp>
        <p:nvSpPr>
          <p:cNvPr id="113680" name="TextBox 20">
            <a:extLst>
              <a:ext uri="{FF2B5EF4-FFF2-40B4-BE49-F238E27FC236}">
                <a16:creationId xmlns:a16="http://schemas.microsoft.com/office/drawing/2014/main" id="{CF52E407-F2A1-584B-943F-6164B58FF7AF}"/>
              </a:ext>
            </a:extLst>
          </p:cNvPr>
          <p:cNvSpPr txBox="1">
            <a:spLocks noChangeArrowheads="1"/>
          </p:cNvSpPr>
          <p:nvPr/>
        </p:nvSpPr>
        <p:spPr bwMode="auto">
          <a:xfrm>
            <a:off x="5907088" y="625475"/>
            <a:ext cx="1698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baseline="-25000">
                <a:cs typeface="Arial" panose="020B0604020202020204" pitchFamily="34" charset="0"/>
              </a:rPr>
              <a:t>d</a:t>
            </a:r>
            <a:r>
              <a:rPr lang="en-US" altLang="en-US" sz="2400">
                <a:cs typeface="Arial" panose="020B0604020202020204" pitchFamily="34" charset="0"/>
              </a:rPr>
              <a:t> = 279 K</a:t>
            </a:r>
          </a:p>
        </p:txBody>
      </p:sp>
      <p:sp>
        <p:nvSpPr>
          <p:cNvPr id="113681" name="TextBox 21">
            <a:extLst>
              <a:ext uri="{FF2B5EF4-FFF2-40B4-BE49-F238E27FC236}">
                <a16:creationId xmlns:a16="http://schemas.microsoft.com/office/drawing/2014/main" id="{25488941-6C1C-B544-AAE2-0F75C3A5D267}"/>
              </a:ext>
            </a:extLst>
          </p:cNvPr>
          <p:cNvSpPr txBox="1">
            <a:spLocks noChangeArrowheads="1"/>
          </p:cNvSpPr>
          <p:nvPr/>
        </p:nvSpPr>
        <p:spPr bwMode="auto">
          <a:xfrm>
            <a:off x="877888" y="642938"/>
            <a:ext cx="16398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baseline="-25000">
                <a:cs typeface="Arial" panose="020B0604020202020204" pitchFamily="34" charset="0"/>
              </a:rPr>
              <a:t>d</a:t>
            </a:r>
            <a:r>
              <a:rPr lang="en-US" altLang="en-US" sz="2400">
                <a:cs typeface="Arial" panose="020B0604020202020204" pitchFamily="34" charset="0"/>
              </a:rPr>
              <a:t> = 279 K</a:t>
            </a:r>
          </a:p>
        </p:txBody>
      </p:sp>
      <p:sp>
        <p:nvSpPr>
          <p:cNvPr id="113682" name="TextBox 22">
            <a:extLst>
              <a:ext uri="{FF2B5EF4-FFF2-40B4-BE49-F238E27FC236}">
                <a16:creationId xmlns:a16="http://schemas.microsoft.com/office/drawing/2014/main" id="{D47E5A26-D9B9-6B46-8F04-14A6EE4AF908}"/>
              </a:ext>
            </a:extLst>
          </p:cNvPr>
          <p:cNvSpPr txBox="1">
            <a:spLocks noChangeArrowheads="1"/>
          </p:cNvSpPr>
          <p:nvPr/>
        </p:nvSpPr>
        <p:spPr bwMode="auto">
          <a:xfrm>
            <a:off x="3194050" y="228600"/>
            <a:ext cx="15208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a:cs typeface="Arial" panose="020B0604020202020204" pitchFamily="34" charset="0"/>
              </a:rPr>
              <a:t> = 290 K</a:t>
            </a:r>
          </a:p>
        </p:txBody>
      </p:sp>
      <p:sp>
        <p:nvSpPr>
          <p:cNvPr id="113683" name="TextBox 23">
            <a:extLst>
              <a:ext uri="{FF2B5EF4-FFF2-40B4-BE49-F238E27FC236}">
                <a16:creationId xmlns:a16="http://schemas.microsoft.com/office/drawing/2014/main" id="{CFB66B06-1907-3242-881D-05ABEE521FB1}"/>
              </a:ext>
            </a:extLst>
          </p:cNvPr>
          <p:cNvSpPr txBox="1">
            <a:spLocks noChangeArrowheads="1"/>
          </p:cNvSpPr>
          <p:nvPr/>
        </p:nvSpPr>
        <p:spPr bwMode="auto">
          <a:xfrm>
            <a:off x="3194050" y="606425"/>
            <a:ext cx="1639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baseline="-25000">
                <a:cs typeface="Arial" panose="020B0604020202020204" pitchFamily="34" charset="0"/>
              </a:rPr>
              <a:t>d</a:t>
            </a:r>
            <a:r>
              <a:rPr lang="en-US" altLang="en-US" sz="2400">
                <a:cs typeface="Arial" panose="020B0604020202020204" pitchFamily="34" charset="0"/>
              </a:rPr>
              <a:t> = 290 K</a:t>
            </a:r>
          </a:p>
        </p:txBody>
      </p:sp>
      <p:sp>
        <p:nvSpPr>
          <p:cNvPr id="21" name="Rectangle 20">
            <a:extLst>
              <a:ext uri="{FF2B5EF4-FFF2-40B4-BE49-F238E27FC236}">
                <a16:creationId xmlns:a16="http://schemas.microsoft.com/office/drawing/2014/main" id="{2D7C25BA-214B-A742-A59D-F995BF7A28AC}"/>
              </a:ext>
            </a:extLst>
          </p:cNvPr>
          <p:cNvSpPr/>
          <p:nvPr/>
        </p:nvSpPr>
        <p:spPr>
          <a:xfrm>
            <a:off x="5391150" y="114300"/>
            <a:ext cx="3622675" cy="5410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scene3d>
              <a:camera prst="orthographicFront"/>
              <a:lightRig rig="soft" dir="t">
                <a:rot lat="0" lon="0" rev="15600000"/>
              </a:lightRig>
            </a:scene3d>
            <a:sp3d extrusionH="57150" prstMaterial="softEdge">
              <a:bevelT w="25400" h="38100"/>
            </a:sp3d>
          </a:bodyPr>
          <a:lstStyle/>
          <a:p>
            <a:pPr algn="ctr">
              <a:defRPr/>
            </a:pPr>
            <a:endParaRPr lang="en-US" b="1">
              <a:ln/>
              <a:solidFill>
                <a:schemeClr val="accent4"/>
              </a:solidFill>
            </a:endParaRPr>
          </a:p>
        </p:txBody>
      </p:sp>
      <p:pic>
        <p:nvPicPr>
          <p:cNvPr id="113685" name="Picture 2" descr="graph of Clausius Clapeyron Equation. Curve going up as temperature increase">
            <a:extLst>
              <a:ext uri="{FF2B5EF4-FFF2-40B4-BE49-F238E27FC236}">
                <a16:creationId xmlns:a16="http://schemas.microsoft.com/office/drawing/2014/main" id="{9B0C1AC4-5C16-3540-8B7F-EBB3AF82B7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2688" y="606425"/>
            <a:ext cx="3994150" cy="27638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cxnSp>
        <p:nvCxnSpPr>
          <p:cNvPr id="24" name="Straight Connector 23">
            <a:extLst>
              <a:ext uri="{FF2B5EF4-FFF2-40B4-BE49-F238E27FC236}">
                <a16:creationId xmlns:a16="http://schemas.microsoft.com/office/drawing/2014/main" id="{F177295D-5573-2F41-9BD8-97EFD17C7437}"/>
              </a:ext>
            </a:extLst>
          </p:cNvPr>
          <p:cNvCxnSpPr>
            <a:cxnSpLocks/>
          </p:cNvCxnSpPr>
          <p:nvPr/>
        </p:nvCxnSpPr>
        <p:spPr>
          <a:xfrm flipH="1" flipV="1">
            <a:off x="7718425" y="2105025"/>
            <a:ext cx="15875" cy="993775"/>
          </a:xfrm>
          <a:prstGeom prst="line">
            <a:avLst/>
          </a:prstGeom>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48D0C170-F8D6-E64A-AD30-0C4B0499E368}"/>
              </a:ext>
            </a:extLst>
          </p:cNvPr>
          <p:cNvSpPr/>
          <p:nvPr/>
        </p:nvSpPr>
        <p:spPr>
          <a:xfrm>
            <a:off x="7696200" y="2019300"/>
            <a:ext cx="46038" cy="63500"/>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6" name="Right Arrow 25">
            <a:extLst>
              <a:ext uri="{FF2B5EF4-FFF2-40B4-BE49-F238E27FC236}">
                <a16:creationId xmlns:a16="http://schemas.microsoft.com/office/drawing/2014/main" id="{A31EF90D-0F73-474B-BEE3-9D5C7A77CF0C}"/>
              </a:ext>
            </a:extLst>
          </p:cNvPr>
          <p:cNvSpPr/>
          <p:nvPr/>
        </p:nvSpPr>
        <p:spPr>
          <a:xfrm rot="16200000">
            <a:off x="7486240" y="2329656"/>
            <a:ext cx="914400" cy="304800"/>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53222D1-F0B7-C446-9BAF-8E46FC7FECC4}"/>
              </a:ext>
            </a:extLst>
          </p:cNvPr>
          <p:cNvSpPr txBox="1">
            <a:spLocks noChangeArrowheads="1"/>
          </p:cNvSpPr>
          <p:nvPr/>
        </p:nvSpPr>
        <p:spPr bwMode="auto">
          <a:xfrm>
            <a:off x="5602287" y="4572853"/>
            <a:ext cx="324800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00B050"/>
                </a:solidFill>
                <a:cs typeface="Arial" panose="020B0604020202020204" pitchFamily="34" charset="0"/>
              </a:rPr>
              <a:t>add water vapor to air </a:t>
            </a:r>
          </a:p>
          <a:p>
            <a:pPr>
              <a:spcBef>
                <a:spcPct val="0"/>
              </a:spcBef>
              <a:buFontTx/>
              <a:buNone/>
            </a:pPr>
            <a:r>
              <a:rPr lang="en-US" altLang="en-US" sz="2400" dirty="0">
                <a:solidFill>
                  <a:srgbClr val="00B050"/>
                </a:solidFill>
                <a:cs typeface="Arial" panose="020B0604020202020204" pitchFamily="34" charset="0"/>
              </a:rPr>
              <a:t>(no change to </a:t>
            </a:r>
            <a:r>
              <a:rPr lang="en-US" altLang="en-US" sz="2400" i="1" dirty="0">
                <a:solidFill>
                  <a:srgbClr val="00B050"/>
                </a:solidFill>
                <a:cs typeface="Arial" panose="020B0604020202020204" pitchFamily="34" charset="0"/>
              </a:rPr>
              <a:t>T</a:t>
            </a:r>
            <a:r>
              <a:rPr lang="en-US" altLang="en-US" sz="2400" dirty="0">
                <a:solidFill>
                  <a:srgbClr val="00B050"/>
                </a:solidFill>
                <a:cs typeface="Arial" panose="020B0604020202020204" pitchFamily="34" charset="0"/>
              </a:rPr>
              <a:t>)</a:t>
            </a:r>
          </a:p>
        </p:txBody>
      </p:sp>
      <p:pic>
        <p:nvPicPr>
          <p:cNvPr id="3" name="Picture 2">
            <a:extLst>
              <a:ext uri="{FF2B5EF4-FFF2-40B4-BE49-F238E27FC236}">
                <a16:creationId xmlns:a16="http://schemas.microsoft.com/office/drawing/2014/main" id="{81C7E37D-982A-5345-9D04-A2AE961250D6}"/>
              </a:ext>
            </a:extLst>
          </p:cNvPr>
          <p:cNvPicPr>
            <a:picLocks noChangeAspect="1"/>
          </p:cNvPicPr>
          <p:nvPr/>
        </p:nvPicPr>
        <p:blipFill>
          <a:blip r:embed="rId4"/>
          <a:stretch>
            <a:fillRect/>
          </a:stretch>
        </p:blipFill>
        <p:spPr>
          <a:xfrm>
            <a:off x="7632700" y="2548731"/>
            <a:ext cx="215900" cy="177800"/>
          </a:xfrm>
          <a:prstGeom prst="rect">
            <a:avLst/>
          </a:prstGeom>
        </p:spPr>
      </p:pic>
      <p:pic>
        <p:nvPicPr>
          <p:cNvPr id="29" name="Picture 28">
            <a:extLst>
              <a:ext uri="{FF2B5EF4-FFF2-40B4-BE49-F238E27FC236}">
                <a16:creationId xmlns:a16="http://schemas.microsoft.com/office/drawing/2014/main" id="{6139BFFA-BA55-D346-9C1B-A27508B7FD5F}"/>
              </a:ext>
            </a:extLst>
          </p:cNvPr>
          <p:cNvPicPr>
            <a:picLocks noChangeAspect="1"/>
          </p:cNvPicPr>
          <p:nvPr/>
        </p:nvPicPr>
        <p:blipFill>
          <a:blip r:embed="rId4"/>
          <a:stretch>
            <a:fillRect/>
          </a:stretch>
        </p:blipFill>
        <p:spPr>
          <a:xfrm>
            <a:off x="7610475" y="1988344"/>
            <a:ext cx="215900" cy="1778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extBox 2">
            <a:extLst>
              <a:ext uri="{FF2B5EF4-FFF2-40B4-BE49-F238E27FC236}">
                <a16:creationId xmlns:a16="http://schemas.microsoft.com/office/drawing/2014/main" id="{D7089728-2827-B44A-AE93-6D6A0EC95734}"/>
              </a:ext>
            </a:extLst>
          </p:cNvPr>
          <p:cNvSpPr txBox="1">
            <a:spLocks noChangeArrowheads="1"/>
          </p:cNvSpPr>
          <p:nvPr/>
        </p:nvSpPr>
        <p:spPr bwMode="auto">
          <a:xfrm>
            <a:off x="703263" y="4533900"/>
            <a:ext cx="19605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RH = 10/20 * 100</a:t>
            </a:r>
          </a:p>
          <a:p>
            <a:pPr eaLnBrk="1" hangingPunct="1">
              <a:spcBef>
                <a:spcPct val="0"/>
              </a:spcBef>
              <a:buFontTx/>
              <a:buNone/>
            </a:pPr>
            <a:r>
              <a:rPr lang="en-US" altLang="en-US" sz="1800">
                <a:solidFill>
                  <a:srgbClr val="000000"/>
                </a:solidFill>
                <a:cs typeface="Arial" panose="020B0604020202020204" pitchFamily="34" charset="0"/>
              </a:rPr>
              <a:t>RH = 50%</a:t>
            </a:r>
          </a:p>
        </p:txBody>
      </p:sp>
      <p:sp>
        <p:nvSpPr>
          <p:cNvPr id="2" name="Can 1">
            <a:extLst>
              <a:ext uri="{FF2B5EF4-FFF2-40B4-BE49-F238E27FC236}">
                <a16:creationId xmlns:a16="http://schemas.microsoft.com/office/drawing/2014/main" id="{160FBB1B-27BF-B542-932D-2423CE00927C}"/>
              </a:ext>
            </a:extLst>
          </p:cNvPr>
          <p:cNvSpPr/>
          <p:nvPr/>
        </p:nvSpPr>
        <p:spPr>
          <a:xfrm>
            <a:off x="685800" y="1257300"/>
            <a:ext cx="1905000" cy="2590800"/>
          </a:xfrm>
          <a:prstGeom prst="can">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 name="Can 4">
            <a:extLst>
              <a:ext uri="{FF2B5EF4-FFF2-40B4-BE49-F238E27FC236}">
                <a16:creationId xmlns:a16="http://schemas.microsoft.com/office/drawing/2014/main" id="{E1C2E802-F260-8C44-B3B7-D3C9A191284D}"/>
              </a:ext>
            </a:extLst>
          </p:cNvPr>
          <p:cNvSpPr/>
          <p:nvPr/>
        </p:nvSpPr>
        <p:spPr>
          <a:xfrm>
            <a:off x="685800" y="2400300"/>
            <a:ext cx="1905000" cy="1452563"/>
          </a:xfrm>
          <a:prstGeom prst="can">
            <a:avLst/>
          </a:prstGeom>
          <a:solidFill>
            <a:schemeClr val="accent2">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Can 10">
            <a:extLst>
              <a:ext uri="{FF2B5EF4-FFF2-40B4-BE49-F238E27FC236}">
                <a16:creationId xmlns:a16="http://schemas.microsoft.com/office/drawing/2014/main" id="{F7F51F46-DD31-5546-88AB-123EC3AB46E4}"/>
              </a:ext>
            </a:extLst>
          </p:cNvPr>
          <p:cNvSpPr/>
          <p:nvPr/>
        </p:nvSpPr>
        <p:spPr>
          <a:xfrm>
            <a:off x="2971800" y="2359024"/>
            <a:ext cx="1905000" cy="1560513"/>
          </a:xfrm>
          <a:prstGeom prst="can">
            <a:avLst/>
          </a:prstGeom>
          <a:solidFill>
            <a:schemeClr val="accent2">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3672" name="TextBox 2">
            <a:extLst>
              <a:ext uri="{FF2B5EF4-FFF2-40B4-BE49-F238E27FC236}">
                <a16:creationId xmlns:a16="http://schemas.microsoft.com/office/drawing/2014/main" id="{3816BE31-71F8-BC48-A8D2-1F906CF87980}"/>
              </a:ext>
            </a:extLst>
          </p:cNvPr>
          <p:cNvSpPr txBox="1">
            <a:spLocks noChangeArrowheads="1"/>
          </p:cNvSpPr>
          <p:nvPr/>
        </p:nvSpPr>
        <p:spPr bwMode="auto">
          <a:xfrm>
            <a:off x="1016000" y="1295400"/>
            <a:ext cx="1422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i="1">
                <a:solidFill>
                  <a:srgbClr val="000000"/>
                </a:solidFill>
                <a:cs typeface="Arial" panose="020B0604020202020204" pitchFamily="34" charset="0"/>
              </a:rPr>
              <a:t>e</a:t>
            </a:r>
            <a:r>
              <a:rPr lang="en-US" altLang="en-US" sz="1800" baseline="-25000">
                <a:solidFill>
                  <a:srgbClr val="000000"/>
                </a:solidFill>
                <a:cs typeface="Arial" panose="020B0604020202020204" pitchFamily="34" charset="0"/>
              </a:rPr>
              <a:t>s</a:t>
            </a:r>
            <a:r>
              <a:rPr lang="en-US" altLang="en-US" sz="1800">
                <a:solidFill>
                  <a:srgbClr val="000000"/>
                </a:solidFill>
                <a:cs typeface="Arial" panose="020B0604020202020204" pitchFamily="34" charset="0"/>
              </a:rPr>
              <a:t> = 20 hPa</a:t>
            </a:r>
          </a:p>
        </p:txBody>
      </p:sp>
      <p:sp>
        <p:nvSpPr>
          <p:cNvPr id="113673" name="TextBox 2">
            <a:extLst>
              <a:ext uri="{FF2B5EF4-FFF2-40B4-BE49-F238E27FC236}">
                <a16:creationId xmlns:a16="http://schemas.microsoft.com/office/drawing/2014/main" id="{79988694-C2C0-7149-BDE7-6E5BBA55B1DE}"/>
              </a:ext>
            </a:extLst>
          </p:cNvPr>
          <p:cNvSpPr txBox="1">
            <a:spLocks noChangeArrowheads="1"/>
          </p:cNvSpPr>
          <p:nvPr/>
        </p:nvSpPr>
        <p:spPr bwMode="auto">
          <a:xfrm>
            <a:off x="990600" y="2359025"/>
            <a:ext cx="13065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i="1">
                <a:solidFill>
                  <a:srgbClr val="000000"/>
                </a:solidFill>
                <a:cs typeface="Arial" panose="020B0604020202020204" pitchFamily="34" charset="0"/>
              </a:rPr>
              <a:t>e</a:t>
            </a:r>
            <a:r>
              <a:rPr lang="en-US" altLang="en-US" sz="1800">
                <a:solidFill>
                  <a:srgbClr val="000000"/>
                </a:solidFill>
                <a:cs typeface="Arial" panose="020B0604020202020204" pitchFamily="34" charset="0"/>
              </a:rPr>
              <a:t> = 10 hPa</a:t>
            </a:r>
          </a:p>
        </p:txBody>
      </p:sp>
      <p:sp>
        <p:nvSpPr>
          <p:cNvPr id="113676" name="TextBox 2">
            <a:extLst>
              <a:ext uri="{FF2B5EF4-FFF2-40B4-BE49-F238E27FC236}">
                <a16:creationId xmlns:a16="http://schemas.microsoft.com/office/drawing/2014/main" id="{865CFD82-4E97-7B4E-A6EE-60CD8C11EC46}"/>
              </a:ext>
            </a:extLst>
          </p:cNvPr>
          <p:cNvSpPr txBox="1">
            <a:spLocks noChangeArrowheads="1"/>
          </p:cNvSpPr>
          <p:nvPr/>
        </p:nvSpPr>
        <p:spPr bwMode="auto">
          <a:xfrm>
            <a:off x="877888" y="265113"/>
            <a:ext cx="1520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a:cs typeface="Arial" panose="020B0604020202020204" pitchFamily="34" charset="0"/>
              </a:rPr>
              <a:t> = 290 K</a:t>
            </a:r>
          </a:p>
        </p:txBody>
      </p:sp>
      <p:sp>
        <p:nvSpPr>
          <p:cNvPr id="113677" name="TextBox 17">
            <a:extLst>
              <a:ext uri="{FF2B5EF4-FFF2-40B4-BE49-F238E27FC236}">
                <a16:creationId xmlns:a16="http://schemas.microsoft.com/office/drawing/2014/main" id="{F69A5917-0633-0B4B-B24C-F3EFA27C6585}"/>
              </a:ext>
            </a:extLst>
          </p:cNvPr>
          <p:cNvSpPr txBox="1">
            <a:spLocks noChangeArrowheads="1"/>
          </p:cNvSpPr>
          <p:nvPr/>
        </p:nvSpPr>
        <p:spPr bwMode="auto">
          <a:xfrm>
            <a:off x="3124200" y="230188"/>
            <a:ext cx="15208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dirty="0">
                <a:cs typeface="Arial" panose="020B0604020202020204" pitchFamily="34" charset="0"/>
              </a:rPr>
              <a:t>T</a:t>
            </a:r>
            <a:r>
              <a:rPr lang="en-US" altLang="en-US" sz="2400" dirty="0">
                <a:cs typeface="Arial" panose="020B0604020202020204" pitchFamily="34" charset="0"/>
              </a:rPr>
              <a:t> = 279 K</a:t>
            </a:r>
          </a:p>
        </p:txBody>
      </p:sp>
      <p:sp>
        <p:nvSpPr>
          <p:cNvPr id="113678" name="TextBox 2">
            <a:extLst>
              <a:ext uri="{FF2B5EF4-FFF2-40B4-BE49-F238E27FC236}">
                <a16:creationId xmlns:a16="http://schemas.microsoft.com/office/drawing/2014/main" id="{BB5FCAE5-5104-7F4B-B67D-F3F034162D80}"/>
              </a:ext>
            </a:extLst>
          </p:cNvPr>
          <p:cNvSpPr txBox="1">
            <a:spLocks noChangeArrowheads="1"/>
          </p:cNvSpPr>
          <p:nvPr/>
        </p:nvSpPr>
        <p:spPr bwMode="auto">
          <a:xfrm>
            <a:off x="3352800" y="2359024"/>
            <a:ext cx="13067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i="1" dirty="0">
                <a:solidFill>
                  <a:srgbClr val="000000"/>
                </a:solidFill>
                <a:cs typeface="Arial" panose="020B0604020202020204" pitchFamily="34" charset="0"/>
              </a:rPr>
              <a:t>e</a:t>
            </a:r>
            <a:r>
              <a:rPr lang="en-US" altLang="en-US" sz="1800" dirty="0">
                <a:solidFill>
                  <a:srgbClr val="000000"/>
                </a:solidFill>
                <a:cs typeface="Arial" panose="020B0604020202020204" pitchFamily="34" charset="0"/>
              </a:rPr>
              <a:t> = 10 </a:t>
            </a:r>
            <a:r>
              <a:rPr lang="en-US" altLang="en-US" sz="1800" dirty="0" err="1">
                <a:solidFill>
                  <a:srgbClr val="000000"/>
                </a:solidFill>
                <a:cs typeface="Arial" panose="020B0604020202020204" pitchFamily="34" charset="0"/>
              </a:rPr>
              <a:t>hPa</a:t>
            </a:r>
            <a:endParaRPr lang="en-US" altLang="en-US" sz="1800" dirty="0">
              <a:solidFill>
                <a:srgbClr val="000000"/>
              </a:solidFill>
              <a:cs typeface="Arial" panose="020B0604020202020204" pitchFamily="34" charset="0"/>
            </a:endParaRPr>
          </a:p>
        </p:txBody>
      </p:sp>
      <p:sp>
        <p:nvSpPr>
          <p:cNvPr id="113679" name="TextBox 2">
            <a:extLst>
              <a:ext uri="{FF2B5EF4-FFF2-40B4-BE49-F238E27FC236}">
                <a16:creationId xmlns:a16="http://schemas.microsoft.com/office/drawing/2014/main" id="{CACE2F62-C218-3047-8C97-7D688112B016}"/>
              </a:ext>
            </a:extLst>
          </p:cNvPr>
          <p:cNvSpPr txBox="1">
            <a:spLocks noChangeArrowheads="1"/>
          </p:cNvSpPr>
          <p:nvPr/>
        </p:nvSpPr>
        <p:spPr bwMode="auto">
          <a:xfrm>
            <a:off x="2943225" y="4533899"/>
            <a:ext cx="19621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dirty="0">
                <a:solidFill>
                  <a:srgbClr val="000000"/>
                </a:solidFill>
                <a:cs typeface="Arial" panose="020B0604020202020204" pitchFamily="34" charset="0"/>
              </a:rPr>
              <a:t>RH = 10/10 * 100</a:t>
            </a:r>
          </a:p>
          <a:p>
            <a:pPr eaLnBrk="1" hangingPunct="1">
              <a:spcBef>
                <a:spcPct val="0"/>
              </a:spcBef>
              <a:buFontTx/>
              <a:buNone/>
            </a:pPr>
            <a:r>
              <a:rPr lang="en-US" altLang="en-US" sz="1800" dirty="0">
                <a:solidFill>
                  <a:srgbClr val="000000"/>
                </a:solidFill>
                <a:cs typeface="Arial" panose="020B0604020202020204" pitchFamily="34" charset="0"/>
              </a:rPr>
              <a:t>RH = 100%</a:t>
            </a:r>
          </a:p>
        </p:txBody>
      </p:sp>
      <p:sp>
        <p:nvSpPr>
          <p:cNvPr id="113680" name="TextBox 20">
            <a:extLst>
              <a:ext uri="{FF2B5EF4-FFF2-40B4-BE49-F238E27FC236}">
                <a16:creationId xmlns:a16="http://schemas.microsoft.com/office/drawing/2014/main" id="{CF52E407-F2A1-584B-943F-6164B58FF7AF}"/>
              </a:ext>
            </a:extLst>
          </p:cNvPr>
          <p:cNvSpPr txBox="1">
            <a:spLocks noChangeArrowheads="1"/>
          </p:cNvSpPr>
          <p:nvPr/>
        </p:nvSpPr>
        <p:spPr bwMode="auto">
          <a:xfrm>
            <a:off x="3124200" y="625475"/>
            <a:ext cx="16986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baseline="-25000">
                <a:cs typeface="Arial" panose="020B0604020202020204" pitchFamily="34" charset="0"/>
              </a:rPr>
              <a:t>d</a:t>
            </a:r>
            <a:r>
              <a:rPr lang="en-US" altLang="en-US" sz="2400">
                <a:cs typeface="Arial" panose="020B0604020202020204" pitchFamily="34" charset="0"/>
              </a:rPr>
              <a:t> = 279 K</a:t>
            </a:r>
          </a:p>
        </p:txBody>
      </p:sp>
      <p:sp>
        <p:nvSpPr>
          <p:cNvPr id="113681" name="TextBox 21">
            <a:extLst>
              <a:ext uri="{FF2B5EF4-FFF2-40B4-BE49-F238E27FC236}">
                <a16:creationId xmlns:a16="http://schemas.microsoft.com/office/drawing/2014/main" id="{25488941-6C1C-B544-AAE2-0F75C3A5D267}"/>
              </a:ext>
            </a:extLst>
          </p:cNvPr>
          <p:cNvSpPr txBox="1">
            <a:spLocks noChangeArrowheads="1"/>
          </p:cNvSpPr>
          <p:nvPr/>
        </p:nvSpPr>
        <p:spPr bwMode="auto">
          <a:xfrm>
            <a:off x="877888" y="642938"/>
            <a:ext cx="16398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cs typeface="Arial" panose="020B0604020202020204" pitchFamily="34" charset="0"/>
              </a:rPr>
              <a:t>T</a:t>
            </a:r>
            <a:r>
              <a:rPr lang="en-US" altLang="en-US" sz="2400" baseline="-25000">
                <a:cs typeface="Arial" panose="020B0604020202020204" pitchFamily="34" charset="0"/>
              </a:rPr>
              <a:t>d</a:t>
            </a:r>
            <a:r>
              <a:rPr lang="en-US" altLang="en-US" sz="2400">
                <a:cs typeface="Arial" panose="020B0604020202020204" pitchFamily="34" charset="0"/>
              </a:rPr>
              <a:t> = 279 K</a:t>
            </a:r>
          </a:p>
        </p:txBody>
      </p:sp>
      <p:pic>
        <p:nvPicPr>
          <p:cNvPr id="28" name="Picture 2" descr="graph of Clausius Clapeyron Equation. Curve going up as temperature increase">
            <a:extLst>
              <a:ext uri="{FF2B5EF4-FFF2-40B4-BE49-F238E27FC236}">
                <a16:creationId xmlns:a16="http://schemas.microsoft.com/office/drawing/2014/main" id="{90FA8311-8CC6-3743-B086-F4059BA8BD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2688" y="606425"/>
            <a:ext cx="3994150" cy="27638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cxnSp>
        <p:nvCxnSpPr>
          <p:cNvPr id="29" name="Straight Connector 28">
            <a:extLst>
              <a:ext uri="{FF2B5EF4-FFF2-40B4-BE49-F238E27FC236}">
                <a16:creationId xmlns:a16="http://schemas.microsoft.com/office/drawing/2014/main" id="{8C14D55A-DA10-8A4B-AE90-2FBFECC4DB4A}"/>
              </a:ext>
            </a:extLst>
          </p:cNvPr>
          <p:cNvCxnSpPr>
            <a:cxnSpLocks/>
          </p:cNvCxnSpPr>
          <p:nvPr/>
        </p:nvCxnSpPr>
        <p:spPr>
          <a:xfrm flipH="1">
            <a:off x="6971676" y="2587346"/>
            <a:ext cx="760074" cy="4977"/>
          </a:xfrm>
          <a:prstGeom prst="line">
            <a:avLst/>
          </a:prstGeom>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80F1C10F-31E8-7943-8443-2241F51EBDDF}"/>
              </a:ext>
            </a:extLst>
          </p:cNvPr>
          <p:cNvSpPr/>
          <p:nvPr/>
        </p:nvSpPr>
        <p:spPr>
          <a:xfrm>
            <a:off x="7629270" y="2543690"/>
            <a:ext cx="111125" cy="8731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1" name="Right Arrow 30">
            <a:extLst>
              <a:ext uri="{FF2B5EF4-FFF2-40B4-BE49-F238E27FC236}">
                <a16:creationId xmlns:a16="http://schemas.microsoft.com/office/drawing/2014/main" id="{ADE7536C-BFCF-694F-9C35-81DEE1FC26A8}"/>
              </a:ext>
            </a:extLst>
          </p:cNvPr>
          <p:cNvSpPr/>
          <p:nvPr/>
        </p:nvSpPr>
        <p:spPr>
          <a:xfrm rot="10800000">
            <a:off x="6994526" y="2667895"/>
            <a:ext cx="656431" cy="184578"/>
          </a:xfrm>
          <a:prstGeom prst="righ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92B98254-9AAE-494A-B6BD-5A94981BA227}"/>
              </a:ext>
            </a:extLst>
          </p:cNvPr>
          <p:cNvSpPr txBox="1">
            <a:spLocks noChangeArrowheads="1"/>
          </p:cNvSpPr>
          <p:nvPr/>
        </p:nvSpPr>
        <p:spPr bwMode="auto">
          <a:xfrm>
            <a:off x="5590536" y="4076700"/>
            <a:ext cx="346441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800" dirty="0">
                <a:solidFill>
                  <a:srgbClr val="00B050"/>
                </a:solidFill>
                <a:cs typeface="Arial" panose="020B0604020202020204" pitchFamily="34" charset="0"/>
              </a:rPr>
              <a:t>cool air </a:t>
            </a:r>
          </a:p>
          <a:p>
            <a:pPr>
              <a:spcBef>
                <a:spcPct val="0"/>
              </a:spcBef>
              <a:buFontTx/>
              <a:buNone/>
            </a:pPr>
            <a:r>
              <a:rPr lang="en-US" altLang="en-US" sz="2800" dirty="0">
                <a:solidFill>
                  <a:srgbClr val="00B050"/>
                </a:solidFill>
                <a:cs typeface="Arial" panose="020B0604020202020204" pitchFamily="34" charset="0"/>
              </a:rPr>
              <a:t>(no change to water </a:t>
            </a:r>
          </a:p>
          <a:p>
            <a:pPr>
              <a:spcBef>
                <a:spcPct val="0"/>
              </a:spcBef>
              <a:buFontTx/>
              <a:buNone/>
            </a:pPr>
            <a:r>
              <a:rPr lang="en-US" altLang="en-US" sz="2800" dirty="0">
                <a:solidFill>
                  <a:srgbClr val="00B050"/>
                </a:solidFill>
                <a:cs typeface="Arial" panose="020B0604020202020204" pitchFamily="34" charset="0"/>
              </a:rPr>
              <a:t>vapor content)</a:t>
            </a:r>
          </a:p>
        </p:txBody>
      </p:sp>
      <p:pic>
        <p:nvPicPr>
          <p:cNvPr id="3" name="Picture 2">
            <a:extLst>
              <a:ext uri="{FF2B5EF4-FFF2-40B4-BE49-F238E27FC236}">
                <a16:creationId xmlns:a16="http://schemas.microsoft.com/office/drawing/2014/main" id="{5681296C-41F3-4141-9E84-AC3DE974CC91}"/>
              </a:ext>
            </a:extLst>
          </p:cNvPr>
          <p:cNvPicPr>
            <a:picLocks noChangeAspect="1"/>
          </p:cNvPicPr>
          <p:nvPr/>
        </p:nvPicPr>
        <p:blipFill>
          <a:blip r:embed="rId4"/>
          <a:stretch>
            <a:fillRect/>
          </a:stretch>
        </p:blipFill>
        <p:spPr>
          <a:xfrm>
            <a:off x="6934200" y="2527300"/>
            <a:ext cx="215900" cy="177800"/>
          </a:xfrm>
          <a:prstGeom prst="rect">
            <a:avLst/>
          </a:prstGeom>
        </p:spPr>
      </p:pic>
    </p:spTree>
    <p:extLst>
      <p:ext uri="{BB962C8B-B14F-4D97-AF65-F5344CB8AC3E}">
        <p14:creationId xmlns:p14="http://schemas.microsoft.com/office/powerpoint/2010/main" val="38814816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extBox 2">
            <a:extLst>
              <a:ext uri="{FF2B5EF4-FFF2-40B4-BE49-F238E27FC236}">
                <a16:creationId xmlns:a16="http://schemas.microsoft.com/office/drawing/2014/main" id="{E591B5A2-A907-E54F-B0D9-2351C9D706F5}"/>
              </a:ext>
            </a:extLst>
          </p:cNvPr>
          <p:cNvSpPr txBox="1">
            <a:spLocks noChangeArrowheads="1"/>
          </p:cNvSpPr>
          <p:nvPr/>
        </p:nvSpPr>
        <p:spPr bwMode="auto">
          <a:xfrm>
            <a:off x="381000" y="266700"/>
            <a:ext cx="8597900"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The saturation vapor pressure (</a:t>
            </a:r>
            <a:r>
              <a:rPr lang="en-US" altLang="en-US" sz="1800" i="1"/>
              <a:t>e</a:t>
            </a:r>
            <a:r>
              <a:rPr lang="en-US" altLang="en-US" sz="1800" baseline="-25000"/>
              <a:t>s</a:t>
            </a:r>
            <a:r>
              <a:rPr lang="en-US" altLang="en-US" sz="1800">
                <a:solidFill>
                  <a:srgbClr val="000000"/>
                </a:solidFill>
                <a:cs typeface="Arial" panose="020B0604020202020204" pitchFamily="34" charset="0"/>
              </a:rPr>
              <a:t>) tells us how much water vapor would be in the </a:t>
            </a:r>
          </a:p>
          <a:p>
            <a:pPr eaLnBrk="1" hangingPunct="1">
              <a:spcBef>
                <a:spcPct val="0"/>
              </a:spcBef>
              <a:buFontTx/>
              <a:buNone/>
            </a:pPr>
            <a:r>
              <a:rPr lang="en-US" altLang="en-US" sz="1800">
                <a:solidFill>
                  <a:srgbClr val="000000"/>
                </a:solidFill>
                <a:cs typeface="Arial" panose="020B0604020202020204" pitchFamily="34" charset="0"/>
              </a:rPr>
              <a:t>atmosphere at equilibrium in a closed container.</a:t>
            </a:r>
          </a:p>
        </p:txBody>
      </p:sp>
      <p:pic>
        <p:nvPicPr>
          <p:cNvPr id="109570" name="Picture 2" descr="graph of Clausius Clapeyron Equation. Curve going up as temperature increase">
            <a:extLst>
              <a:ext uri="{FF2B5EF4-FFF2-40B4-BE49-F238E27FC236}">
                <a16:creationId xmlns:a16="http://schemas.microsoft.com/office/drawing/2014/main" id="{85EC9482-CCBB-2745-94FF-201FF8A869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8" y="1028700"/>
            <a:ext cx="6772275" cy="4686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E83DD628-E494-C74A-ACF3-4D2FACBD083A}"/>
              </a:ext>
            </a:extLst>
          </p:cNvPr>
          <p:cNvSpPr/>
          <p:nvPr/>
        </p:nvSpPr>
        <p:spPr>
          <a:xfrm>
            <a:off x="296863" y="2489200"/>
            <a:ext cx="304800" cy="1905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9572" name="TextBox 4">
            <a:extLst>
              <a:ext uri="{FF2B5EF4-FFF2-40B4-BE49-F238E27FC236}">
                <a16:creationId xmlns:a16="http://schemas.microsoft.com/office/drawing/2014/main" id="{39BB88C0-A0E2-E140-BC24-023C6B000A83}"/>
              </a:ext>
            </a:extLst>
          </p:cNvPr>
          <p:cNvSpPr txBox="1">
            <a:spLocks noChangeArrowheads="1"/>
          </p:cNvSpPr>
          <p:nvPr/>
        </p:nvSpPr>
        <p:spPr bwMode="auto">
          <a:xfrm rot="-5400000">
            <a:off x="-1499393" y="3031331"/>
            <a:ext cx="391795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cs typeface="Arial" panose="020B0604020202020204" pitchFamily="34" charset="0"/>
              </a:rPr>
              <a:t>saturation vapor pressure (</a:t>
            </a:r>
            <a:r>
              <a:rPr lang="en-US" altLang="en-US" sz="1800" i="1">
                <a:cs typeface="Arial" panose="020B0604020202020204" pitchFamily="34" charset="0"/>
              </a:rPr>
              <a:t>e</a:t>
            </a:r>
            <a:r>
              <a:rPr lang="en-US" altLang="en-US" sz="1800" baseline="-25000">
                <a:cs typeface="Arial" panose="020B0604020202020204" pitchFamily="34" charset="0"/>
              </a:rPr>
              <a:t>s</a:t>
            </a:r>
            <a:r>
              <a:rPr lang="en-US" altLang="en-US" sz="1800">
                <a:cs typeface="Arial" panose="020B0604020202020204" pitchFamily="34" charset="0"/>
              </a:rPr>
              <a:t>, hPa)</a:t>
            </a:r>
          </a:p>
        </p:txBody>
      </p:sp>
      <p:cxnSp>
        <p:nvCxnSpPr>
          <p:cNvPr id="9" name="Straight Connector 8">
            <a:extLst>
              <a:ext uri="{FF2B5EF4-FFF2-40B4-BE49-F238E27FC236}">
                <a16:creationId xmlns:a16="http://schemas.microsoft.com/office/drawing/2014/main" id="{7132565A-D5DF-6642-98B8-DE50E5B16C42}"/>
              </a:ext>
            </a:extLst>
          </p:cNvPr>
          <p:cNvCxnSpPr>
            <a:cxnSpLocks/>
          </p:cNvCxnSpPr>
          <p:nvPr/>
        </p:nvCxnSpPr>
        <p:spPr>
          <a:xfrm flipV="1">
            <a:off x="5029200" y="3543300"/>
            <a:ext cx="0" cy="1676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A8ABFC3-D853-E040-8C24-B7E78F5521CC}"/>
              </a:ext>
            </a:extLst>
          </p:cNvPr>
          <p:cNvCxnSpPr>
            <a:cxnSpLocks/>
          </p:cNvCxnSpPr>
          <p:nvPr/>
        </p:nvCxnSpPr>
        <p:spPr>
          <a:xfrm>
            <a:off x="990600" y="3543300"/>
            <a:ext cx="4038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D404330-D022-BC42-A807-9580185C43B1}"/>
              </a:ext>
            </a:extLst>
          </p:cNvPr>
          <p:cNvCxnSpPr>
            <a:cxnSpLocks/>
          </p:cNvCxnSpPr>
          <p:nvPr/>
        </p:nvCxnSpPr>
        <p:spPr>
          <a:xfrm>
            <a:off x="990600" y="4381500"/>
            <a:ext cx="2971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0FC850C-6028-1240-A898-95CB23E07FD6}"/>
              </a:ext>
            </a:extLst>
          </p:cNvPr>
          <p:cNvCxnSpPr>
            <a:cxnSpLocks/>
          </p:cNvCxnSpPr>
          <p:nvPr/>
        </p:nvCxnSpPr>
        <p:spPr>
          <a:xfrm flipV="1">
            <a:off x="3946525" y="4411663"/>
            <a:ext cx="0" cy="808037"/>
          </a:xfrm>
          <a:prstGeom prst="line">
            <a:avLst/>
          </a:prstGeom>
        </p:spPr>
        <p:style>
          <a:lnRef idx="2">
            <a:schemeClr val="accent1"/>
          </a:lnRef>
          <a:fillRef idx="0">
            <a:schemeClr val="accent1"/>
          </a:fillRef>
          <a:effectRef idx="1">
            <a:schemeClr val="accent1"/>
          </a:effectRef>
          <a:fontRef idx="minor">
            <a:schemeClr val="tx1"/>
          </a:fontRef>
        </p:style>
      </p:cxnSp>
      <p:sp>
        <p:nvSpPr>
          <p:cNvPr id="2" name="Oval 1">
            <a:extLst>
              <a:ext uri="{FF2B5EF4-FFF2-40B4-BE49-F238E27FC236}">
                <a16:creationId xmlns:a16="http://schemas.microsoft.com/office/drawing/2014/main" id="{E57C9B42-1A6B-8A46-AB2E-3378560015E4}"/>
              </a:ext>
            </a:extLst>
          </p:cNvPr>
          <p:cNvSpPr/>
          <p:nvPr/>
        </p:nvSpPr>
        <p:spPr>
          <a:xfrm>
            <a:off x="4953000" y="4329113"/>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Oval 13">
            <a:extLst>
              <a:ext uri="{FF2B5EF4-FFF2-40B4-BE49-F238E27FC236}">
                <a16:creationId xmlns:a16="http://schemas.microsoft.com/office/drawing/2014/main" id="{F3573713-6B2D-5043-A621-AC570AC946F6}"/>
              </a:ext>
            </a:extLst>
          </p:cNvPr>
          <p:cNvSpPr/>
          <p:nvPr/>
        </p:nvSpPr>
        <p:spPr>
          <a:xfrm>
            <a:off x="4953000" y="3519488"/>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Oval 14">
            <a:extLst>
              <a:ext uri="{FF2B5EF4-FFF2-40B4-BE49-F238E27FC236}">
                <a16:creationId xmlns:a16="http://schemas.microsoft.com/office/drawing/2014/main" id="{B53BDE2E-9C71-F342-8412-B75DD815C29D}"/>
              </a:ext>
            </a:extLst>
          </p:cNvPr>
          <p:cNvSpPr/>
          <p:nvPr/>
        </p:nvSpPr>
        <p:spPr>
          <a:xfrm>
            <a:off x="3848100" y="4341813"/>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9581" name="TextBox 2">
            <a:extLst>
              <a:ext uri="{FF2B5EF4-FFF2-40B4-BE49-F238E27FC236}">
                <a16:creationId xmlns:a16="http://schemas.microsoft.com/office/drawing/2014/main" id="{929F7C55-1221-9446-AB03-996CB476A612}"/>
              </a:ext>
            </a:extLst>
          </p:cNvPr>
          <p:cNvSpPr txBox="1">
            <a:spLocks noChangeArrowheads="1"/>
          </p:cNvSpPr>
          <p:nvPr/>
        </p:nvSpPr>
        <p:spPr bwMode="auto">
          <a:xfrm>
            <a:off x="5105400" y="4164013"/>
            <a:ext cx="355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cs typeface="Arial" panose="020B0604020202020204" pitchFamily="34" charset="0"/>
              </a:rPr>
              <a:t>1</a:t>
            </a:r>
          </a:p>
        </p:txBody>
      </p:sp>
      <p:sp>
        <p:nvSpPr>
          <p:cNvPr id="109582" name="TextBox 16">
            <a:extLst>
              <a:ext uri="{FF2B5EF4-FFF2-40B4-BE49-F238E27FC236}">
                <a16:creationId xmlns:a16="http://schemas.microsoft.com/office/drawing/2014/main" id="{F4FF028A-2062-724D-A831-66D9608D7795}"/>
              </a:ext>
            </a:extLst>
          </p:cNvPr>
          <p:cNvSpPr txBox="1">
            <a:spLocks noChangeArrowheads="1"/>
          </p:cNvSpPr>
          <p:nvPr/>
        </p:nvSpPr>
        <p:spPr bwMode="auto">
          <a:xfrm>
            <a:off x="5084763" y="3313113"/>
            <a:ext cx="3571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cs typeface="Arial" panose="020B0604020202020204" pitchFamily="34" charset="0"/>
              </a:rPr>
              <a:t>2</a:t>
            </a:r>
          </a:p>
        </p:txBody>
      </p:sp>
      <p:sp>
        <p:nvSpPr>
          <p:cNvPr id="109583" name="TextBox 18">
            <a:extLst>
              <a:ext uri="{FF2B5EF4-FFF2-40B4-BE49-F238E27FC236}">
                <a16:creationId xmlns:a16="http://schemas.microsoft.com/office/drawing/2014/main" id="{5FBD60DE-C6B8-254E-A0E3-B9F0C2335A6C}"/>
              </a:ext>
            </a:extLst>
          </p:cNvPr>
          <p:cNvSpPr txBox="1">
            <a:spLocks noChangeArrowheads="1"/>
          </p:cNvSpPr>
          <p:nvPr/>
        </p:nvSpPr>
        <p:spPr bwMode="auto">
          <a:xfrm>
            <a:off x="4056063" y="4175125"/>
            <a:ext cx="35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cs typeface="Arial" panose="020B0604020202020204" pitchFamily="34" charset="0"/>
              </a:rPr>
              <a:t>3</a:t>
            </a:r>
          </a:p>
        </p:txBody>
      </p:sp>
      <p:sp>
        <p:nvSpPr>
          <p:cNvPr id="3" name="Up Arrow 2">
            <a:extLst>
              <a:ext uri="{FF2B5EF4-FFF2-40B4-BE49-F238E27FC236}">
                <a16:creationId xmlns:a16="http://schemas.microsoft.com/office/drawing/2014/main" id="{2F9BC785-AE4B-9642-AE19-9BEBC07D23B8}"/>
              </a:ext>
            </a:extLst>
          </p:cNvPr>
          <p:cNvSpPr/>
          <p:nvPr/>
        </p:nvSpPr>
        <p:spPr>
          <a:xfrm>
            <a:off x="5271475" y="3564584"/>
            <a:ext cx="381000" cy="755650"/>
          </a:xfrm>
          <a:prstGeom prst="upArrow">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6">
            <a:extLst>
              <a:ext uri="{FF2B5EF4-FFF2-40B4-BE49-F238E27FC236}">
                <a16:creationId xmlns:a16="http://schemas.microsoft.com/office/drawing/2014/main" id="{9AD91A28-9F77-C746-AD28-EB3C9CE6783B}"/>
              </a:ext>
            </a:extLst>
          </p:cNvPr>
          <p:cNvSpPr txBox="1">
            <a:spLocks noChangeArrowheads="1"/>
          </p:cNvSpPr>
          <p:nvPr/>
        </p:nvSpPr>
        <p:spPr bwMode="auto">
          <a:xfrm>
            <a:off x="5547556" y="3713460"/>
            <a:ext cx="27350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cs typeface="Arial" panose="020B0604020202020204" pitchFamily="34" charset="0"/>
              </a:rPr>
              <a:t>add moisture to air</a:t>
            </a:r>
          </a:p>
        </p:txBody>
      </p:sp>
      <p:sp>
        <p:nvSpPr>
          <p:cNvPr id="20" name="Up Arrow 19">
            <a:extLst>
              <a:ext uri="{FF2B5EF4-FFF2-40B4-BE49-F238E27FC236}">
                <a16:creationId xmlns:a16="http://schemas.microsoft.com/office/drawing/2014/main" id="{7C48B77A-ECA1-1E4F-BC31-8282805891FB}"/>
              </a:ext>
            </a:extLst>
          </p:cNvPr>
          <p:cNvSpPr/>
          <p:nvPr/>
        </p:nvSpPr>
        <p:spPr>
          <a:xfrm rot="16200000">
            <a:off x="4303020" y="4375150"/>
            <a:ext cx="381000" cy="755650"/>
          </a:xfrm>
          <a:prstGeom prst="upArrow">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16">
            <a:extLst>
              <a:ext uri="{FF2B5EF4-FFF2-40B4-BE49-F238E27FC236}">
                <a16:creationId xmlns:a16="http://schemas.microsoft.com/office/drawing/2014/main" id="{E4F0E740-FCC0-754F-B7DA-6C89914057B1}"/>
              </a:ext>
            </a:extLst>
          </p:cNvPr>
          <p:cNvSpPr txBox="1">
            <a:spLocks noChangeArrowheads="1"/>
          </p:cNvSpPr>
          <p:nvPr/>
        </p:nvSpPr>
        <p:spPr bwMode="auto">
          <a:xfrm>
            <a:off x="3647775" y="4824709"/>
            <a:ext cx="16914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cs typeface="Arial" panose="020B0604020202020204" pitchFamily="34" charset="0"/>
              </a:rPr>
              <a:t>cool the air</a:t>
            </a:r>
          </a:p>
        </p:txBody>
      </p:sp>
      <p:sp>
        <p:nvSpPr>
          <p:cNvPr id="22" name="Up Arrow 21">
            <a:extLst>
              <a:ext uri="{FF2B5EF4-FFF2-40B4-BE49-F238E27FC236}">
                <a16:creationId xmlns:a16="http://schemas.microsoft.com/office/drawing/2014/main" id="{41BE8737-43E1-EA4A-AB96-3B9737CDB720}"/>
              </a:ext>
            </a:extLst>
          </p:cNvPr>
          <p:cNvSpPr/>
          <p:nvPr/>
        </p:nvSpPr>
        <p:spPr>
          <a:xfrm rot="14167436">
            <a:off x="4153181" y="3368674"/>
            <a:ext cx="381000" cy="755650"/>
          </a:xfrm>
          <a:prstGeom prst="upArrow">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D325575-5480-5B44-9444-2895D1E38495}"/>
              </a:ext>
            </a:extLst>
          </p:cNvPr>
          <p:cNvSpPr txBox="1"/>
          <p:nvPr/>
        </p:nvSpPr>
        <p:spPr>
          <a:xfrm>
            <a:off x="7010400" y="1714500"/>
            <a:ext cx="2170787" cy="830997"/>
          </a:xfrm>
          <a:prstGeom prst="rect">
            <a:avLst/>
          </a:prstGeom>
          <a:noFill/>
        </p:spPr>
        <p:txBody>
          <a:bodyPr wrap="none" rtlCol="0">
            <a:spAutoFit/>
          </a:bodyPr>
          <a:lstStyle/>
          <a:p>
            <a:r>
              <a:rPr lang="en-US" dirty="0">
                <a:solidFill>
                  <a:srgbClr val="00B050"/>
                </a:solidFill>
              </a:rPr>
              <a:t>What happens</a:t>
            </a:r>
          </a:p>
          <a:p>
            <a:r>
              <a:rPr lang="en-US" dirty="0">
                <a:solidFill>
                  <a:srgbClr val="00B050"/>
                </a:solidFill>
              </a:rPr>
              <a:t>if 2 ➡ 3?</a:t>
            </a:r>
          </a:p>
        </p:txBody>
      </p:sp>
    </p:spTree>
    <p:extLst>
      <p:ext uri="{BB962C8B-B14F-4D97-AF65-F5344CB8AC3E}">
        <p14:creationId xmlns:p14="http://schemas.microsoft.com/office/powerpoint/2010/main" val="9358805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extBox 2">
            <a:extLst>
              <a:ext uri="{FF2B5EF4-FFF2-40B4-BE49-F238E27FC236}">
                <a16:creationId xmlns:a16="http://schemas.microsoft.com/office/drawing/2014/main" id="{E591B5A2-A907-E54F-B0D9-2351C9D706F5}"/>
              </a:ext>
            </a:extLst>
          </p:cNvPr>
          <p:cNvSpPr txBox="1">
            <a:spLocks noChangeArrowheads="1"/>
          </p:cNvSpPr>
          <p:nvPr/>
        </p:nvSpPr>
        <p:spPr bwMode="auto">
          <a:xfrm>
            <a:off x="381000" y="266700"/>
            <a:ext cx="8597900"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The saturation vapor pressure (</a:t>
            </a:r>
            <a:r>
              <a:rPr lang="en-US" altLang="en-US" sz="1800" i="1"/>
              <a:t>e</a:t>
            </a:r>
            <a:r>
              <a:rPr lang="en-US" altLang="en-US" sz="1800" baseline="-25000"/>
              <a:t>s</a:t>
            </a:r>
            <a:r>
              <a:rPr lang="en-US" altLang="en-US" sz="1800">
                <a:solidFill>
                  <a:srgbClr val="000000"/>
                </a:solidFill>
                <a:cs typeface="Arial" panose="020B0604020202020204" pitchFamily="34" charset="0"/>
              </a:rPr>
              <a:t>) tells us how much water vapor would be in the </a:t>
            </a:r>
          </a:p>
          <a:p>
            <a:pPr eaLnBrk="1" hangingPunct="1">
              <a:spcBef>
                <a:spcPct val="0"/>
              </a:spcBef>
              <a:buFontTx/>
              <a:buNone/>
            </a:pPr>
            <a:r>
              <a:rPr lang="en-US" altLang="en-US" sz="1800">
                <a:solidFill>
                  <a:srgbClr val="000000"/>
                </a:solidFill>
                <a:cs typeface="Arial" panose="020B0604020202020204" pitchFamily="34" charset="0"/>
              </a:rPr>
              <a:t>atmosphere at equilibrium in a closed container.</a:t>
            </a:r>
          </a:p>
        </p:txBody>
      </p:sp>
      <p:pic>
        <p:nvPicPr>
          <p:cNvPr id="109570" name="Picture 2" descr="graph of Clausius Clapeyron Equation. Curve going up as temperature increase">
            <a:extLst>
              <a:ext uri="{FF2B5EF4-FFF2-40B4-BE49-F238E27FC236}">
                <a16:creationId xmlns:a16="http://schemas.microsoft.com/office/drawing/2014/main" id="{85EC9482-CCBB-2745-94FF-201FF8A869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8" y="1028700"/>
            <a:ext cx="6772275" cy="4686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E83DD628-E494-C74A-ACF3-4D2FACBD083A}"/>
              </a:ext>
            </a:extLst>
          </p:cNvPr>
          <p:cNvSpPr/>
          <p:nvPr/>
        </p:nvSpPr>
        <p:spPr>
          <a:xfrm>
            <a:off x="296863" y="2489200"/>
            <a:ext cx="304800" cy="1905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9572" name="TextBox 4">
            <a:extLst>
              <a:ext uri="{FF2B5EF4-FFF2-40B4-BE49-F238E27FC236}">
                <a16:creationId xmlns:a16="http://schemas.microsoft.com/office/drawing/2014/main" id="{39BB88C0-A0E2-E140-BC24-023C6B000A83}"/>
              </a:ext>
            </a:extLst>
          </p:cNvPr>
          <p:cNvSpPr txBox="1">
            <a:spLocks noChangeArrowheads="1"/>
          </p:cNvSpPr>
          <p:nvPr/>
        </p:nvSpPr>
        <p:spPr bwMode="auto">
          <a:xfrm rot="-5400000">
            <a:off x="-1499393" y="3031331"/>
            <a:ext cx="391795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cs typeface="Arial" panose="020B0604020202020204" pitchFamily="34" charset="0"/>
              </a:rPr>
              <a:t>saturation vapor pressure (</a:t>
            </a:r>
            <a:r>
              <a:rPr lang="en-US" altLang="en-US" sz="1800" i="1">
                <a:cs typeface="Arial" panose="020B0604020202020204" pitchFamily="34" charset="0"/>
              </a:rPr>
              <a:t>e</a:t>
            </a:r>
            <a:r>
              <a:rPr lang="en-US" altLang="en-US" sz="1800" baseline="-25000">
                <a:cs typeface="Arial" panose="020B0604020202020204" pitchFamily="34" charset="0"/>
              </a:rPr>
              <a:t>s</a:t>
            </a:r>
            <a:r>
              <a:rPr lang="en-US" altLang="en-US" sz="1800">
                <a:cs typeface="Arial" panose="020B0604020202020204" pitchFamily="34" charset="0"/>
              </a:rPr>
              <a:t>, hPa)</a:t>
            </a:r>
          </a:p>
        </p:txBody>
      </p:sp>
      <p:cxnSp>
        <p:nvCxnSpPr>
          <p:cNvPr id="9" name="Straight Connector 8">
            <a:extLst>
              <a:ext uri="{FF2B5EF4-FFF2-40B4-BE49-F238E27FC236}">
                <a16:creationId xmlns:a16="http://schemas.microsoft.com/office/drawing/2014/main" id="{7132565A-D5DF-6642-98B8-DE50E5B16C42}"/>
              </a:ext>
            </a:extLst>
          </p:cNvPr>
          <p:cNvCxnSpPr>
            <a:cxnSpLocks/>
          </p:cNvCxnSpPr>
          <p:nvPr/>
        </p:nvCxnSpPr>
        <p:spPr>
          <a:xfrm flipV="1">
            <a:off x="5029200" y="3543300"/>
            <a:ext cx="0" cy="1676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A8ABFC3-D853-E040-8C24-B7E78F5521CC}"/>
              </a:ext>
            </a:extLst>
          </p:cNvPr>
          <p:cNvCxnSpPr>
            <a:cxnSpLocks/>
          </p:cNvCxnSpPr>
          <p:nvPr/>
        </p:nvCxnSpPr>
        <p:spPr>
          <a:xfrm>
            <a:off x="990600" y="3543300"/>
            <a:ext cx="4038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D404330-D022-BC42-A807-9580185C43B1}"/>
              </a:ext>
            </a:extLst>
          </p:cNvPr>
          <p:cNvCxnSpPr>
            <a:cxnSpLocks/>
          </p:cNvCxnSpPr>
          <p:nvPr/>
        </p:nvCxnSpPr>
        <p:spPr>
          <a:xfrm>
            <a:off x="990600" y="4381500"/>
            <a:ext cx="2971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0FC850C-6028-1240-A898-95CB23E07FD6}"/>
              </a:ext>
            </a:extLst>
          </p:cNvPr>
          <p:cNvCxnSpPr>
            <a:cxnSpLocks/>
          </p:cNvCxnSpPr>
          <p:nvPr/>
        </p:nvCxnSpPr>
        <p:spPr>
          <a:xfrm flipV="1">
            <a:off x="3946525" y="4411663"/>
            <a:ext cx="0" cy="808037"/>
          </a:xfrm>
          <a:prstGeom prst="line">
            <a:avLst/>
          </a:prstGeom>
        </p:spPr>
        <p:style>
          <a:lnRef idx="2">
            <a:schemeClr val="accent1"/>
          </a:lnRef>
          <a:fillRef idx="0">
            <a:schemeClr val="accent1"/>
          </a:fillRef>
          <a:effectRef idx="1">
            <a:schemeClr val="accent1"/>
          </a:effectRef>
          <a:fontRef idx="minor">
            <a:schemeClr val="tx1"/>
          </a:fontRef>
        </p:style>
      </p:cxnSp>
      <p:sp>
        <p:nvSpPr>
          <p:cNvPr id="2" name="Oval 1">
            <a:extLst>
              <a:ext uri="{FF2B5EF4-FFF2-40B4-BE49-F238E27FC236}">
                <a16:creationId xmlns:a16="http://schemas.microsoft.com/office/drawing/2014/main" id="{E57C9B42-1A6B-8A46-AB2E-3378560015E4}"/>
              </a:ext>
            </a:extLst>
          </p:cNvPr>
          <p:cNvSpPr/>
          <p:nvPr/>
        </p:nvSpPr>
        <p:spPr>
          <a:xfrm>
            <a:off x="4953000" y="4329113"/>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Oval 13">
            <a:extLst>
              <a:ext uri="{FF2B5EF4-FFF2-40B4-BE49-F238E27FC236}">
                <a16:creationId xmlns:a16="http://schemas.microsoft.com/office/drawing/2014/main" id="{F3573713-6B2D-5043-A621-AC570AC946F6}"/>
              </a:ext>
            </a:extLst>
          </p:cNvPr>
          <p:cNvSpPr/>
          <p:nvPr/>
        </p:nvSpPr>
        <p:spPr>
          <a:xfrm>
            <a:off x="4953000" y="3519488"/>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Oval 14">
            <a:extLst>
              <a:ext uri="{FF2B5EF4-FFF2-40B4-BE49-F238E27FC236}">
                <a16:creationId xmlns:a16="http://schemas.microsoft.com/office/drawing/2014/main" id="{B53BDE2E-9C71-F342-8412-B75DD815C29D}"/>
              </a:ext>
            </a:extLst>
          </p:cNvPr>
          <p:cNvSpPr/>
          <p:nvPr/>
        </p:nvSpPr>
        <p:spPr>
          <a:xfrm>
            <a:off x="3848100" y="4341813"/>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9581" name="TextBox 2">
            <a:extLst>
              <a:ext uri="{FF2B5EF4-FFF2-40B4-BE49-F238E27FC236}">
                <a16:creationId xmlns:a16="http://schemas.microsoft.com/office/drawing/2014/main" id="{929F7C55-1221-9446-AB03-996CB476A612}"/>
              </a:ext>
            </a:extLst>
          </p:cNvPr>
          <p:cNvSpPr txBox="1">
            <a:spLocks noChangeArrowheads="1"/>
          </p:cNvSpPr>
          <p:nvPr/>
        </p:nvSpPr>
        <p:spPr bwMode="auto">
          <a:xfrm>
            <a:off x="5105400" y="4164013"/>
            <a:ext cx="355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cs typeface="Arial" panose="020B0604020202020204" pitchFamily="34" charset="0"/>
              </a:rPr>
              <a:t>1</a:t>
            </a:r>
          </a:p>
        </p:txBody>
      </p:sp>
      <p:sp>
        <p:nvSpPr>
          <p:cNvPr id="109582" name="TextBox 16">
            <a:extLst>
              <a:ext uri="{FF2B5EF4-FFF2-40B4-BE49-F238E27FC236}">
                <a16:creationId xmlns:a16="http://schemas.microsoft.com/office/drawing/2014/main" id="{F4FF028A-2062-724D-A831-66D9608D7795}"/>
              </a:ext>
            </a:extLst>
          </p:cNvPr>
          <p:cNvSpPr txBox="1">
            <a:spLocks noChangeArrowheads="1"/>
          </p:cNvSpPr>
          <p:nvPr/>
        </p:nvSpPr>
        <p:spPr bwMode="auto">
          <a:xfrm>
            <a:off x="5084763" y="3313113"/>
            <a:ext cx="3571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cs typeface="Arial" panose="020B0604020202020204" pitchFamily="34" charset="0"/>
              </a:rPr>
              <a:t>2</a:t>
            </a:r>
          </a:p>
        </p:txBody>
      </p:sp>
      <p:sp>
        <p:nvSpPr>
          <p:cNvPr id="109583" name="TextBox 18">
            <a:extLst>
              <a:ext uri="{FF2B5EF4-FFF2-40B4-BE49-F238E27FC236}">
                <a16:creationId xmlns:a16="http://schemas.microsoft.com/office/drawing/2014/main" id="{5FBD60DE-C6B8-254E-A0E3-B9F0C2335A6C}"/>
              </a:ext>
            </a:extLst>
          </p:cNvPr>
          <p:cNvSpPr txBox="1">
            <a:spLocks noChangeArrowheads="1"/>
          </p:cNvSpPr>
          <p:nvPr/>
        </p:nvSpPr>
        <p:spPr bwMode="auto">
          <a:xfrm>
            <a:off x="4056063" y="4175125"/>
            <a:ext cx="35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cs typeface="Arial" panose="020B0604020202020204" pitchFamily="34" charset="0"/>
              </a:rPr>
              <a:t>3</a:t>
            </a:r>
          </a:p>
        </p:txBody>
      </p:sp>
      <p:sp>
        <p:nvSpPr>
          <p:cNvPr id="3" name="Up Arrow 2">
            <a:extLst>
              <a:ext uri="{FF2B5EF4-FFF2-40B4-BE49-F238E27FC236}">
                <a16:creationId xmlns:a16="http://schemas.microsoft.com/office/drawing/2014/main" id="{2F9BC785-AE4B-9642-AE19-9BEBC07D23B8}"/>
              </a:ext>
            </a:extLst>
          </p:cNvPr>
          <p:cNvSpPr/>
          <p:nvPr/>
        </p:nvSpPr>
        <p:spPr>
          <a:xfrm>
            <a:off x="5271475" y="3564584"/>
            <a:ext cx="381000" cy="755650"/>
          </a:xfrm>
          <a:prstGeom prst="upArrow">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6">
            <a:extLst>
              <a:ext uri="{FF2B5EF4-FFF2-40B4-BE49-F238E27FC236}">
                <a16:creationId xmlns:a16="http://schemas.microsoft.com/office/drawing/2014/main" id="{9AD91A28-9F77-C746-AD28-EB3C9CE6783B}"/>
              </a:ext>
            </a:extLst>
          </p:cNvPr>
          <p:cNvSpPr txBox="1">
            <a:spLocks noChangeArrowheads="1"/>
          </p:cNvSpPr>
          <p:nvPr/>
        </p:nvSpPr>
        <p:spPr bwMode="auto">
          <a:xfrm>
            <a:off x="5547556" y="3713460"/>
            <a:ext cx="27350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cs typeface="Arial" panose="020B0604020202020204" pitchFamily="34" charset="0"/>
              </a:rPr>
              <a:t>add moisture to air</a:t>
            </a:r>
          </a:p>
        </p:txBody>
      </p:sp>
      <p:sp>
        <p:nvSpPr>
          <p:cNvPr id="20" name="Up Arrow 19">
            <a:extLst>
              <a:ext uri="{FF2B5EF4-FFF2-40B4-BE49-F238E27FC236}">
                <a16:creationId xmlns:a16="http://schemas.microsoft.com/office/drawing/2014/main" id="{7C48B77A-ECA1-1E4F-BC31-8282805891FB}"/>
              </a:ext>
            </a:extLst>
          </p:cNvPr>
          <p:cNvSpPr/>
          <p:nvPr/>
        </p:nvSpPr>
        <p:spPr>
          <a:xfrm rot="16200000">
            <a:off x="4303020" y="4375150"/>
            <a:ext cx="381000" cy="755650"/>
          </a:xfrm>
          <a:prstGeom prst="upArrow">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16">
            <a:extLst>
              <a:ext uri="{FF2B5EF4-FFF2-40B4-BE49-F238E27FC236}">
                <a16:creationId xmlns:a16="http://schemas.microsoft.com/office/drawing/2014/main" id="{E4F0E740-FCC0-754F-B7DA-6C89914057B1}"/>
              </a:ext>
            </a:extLst>
          </p:cNvPr>
          <p:cNvSpPr txBox="1">
            <a:spLocks noChangeArrowheads="1"/>
          </p:cNvSpPr>
          <p:nvPr/>
        </p:nvSpPr>
        <p:spPr bwMode="auto">
          <a:xfrm>
            <a:off x="3647775" y="4824709"/>
            <a:ext cx="16914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cs typeface="Arial" panose="020B0604020202020204" pitchFamily="34" charset="0"/>
              </a:rPr>
              <a:t>cool the air</a:t>
            </a:r>
          </a:p>
        </p:txBody>
      </p:sp>
      <p:sp>
        <p:nvSpPr>
          <p:cNvPr id="22" name="Up Arrow 21">
            <a:extLst>
              <a:ext uri="{FF2B5EF4-FFF2-40B4-BE49-F238E27FC236}">
                <a16:creationId xmlns:a16="http://schemas.microsoft.com/office/drawing/2014/main" id="{41BE8737-43E1-EA4A-AB96-3B9737CDB720}"/>
              </a:ext>
            </a:extLst>
          </p:cNvPr>
          <p:cNvSpPr/>
          <p:nvPr/>
        </p:nvSpPr>
        <p:spPr>
          <a:xfrm rot="14167436">
            <a:off x="4153181" y="3368674"/>
            <a:ext cx="381000" cy="755650"/>
          </a:xfrm>
          <a:prstGeom prst="upArrow">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B050"/>
              </a:solidFill>
            </a:endParaRPr>
          </a:p>
        </p:txBody>
      </p:sp>
      <p:sp>
        <p:nvSpPr>
          <p:cNvPr id="23" name="TextBox 16">
            <a:extLst>
              <a:ext uri="{FF2B5EF4-FFF2-40B4-BE49-F238E27FC236}">
                <a16:creationId xmlns:a16="http://schemas.microsoft.com/office/drawing/2014/main" id="{C8421657-DFE3-1E42-BE97-80650574689E}"/>
              </a:ext>
            </a:extLst>
          </p:cNvPr>
          <p:cNvSpPr txBox="1">
            <a:spLocks noChangeArrowheads="1"/>
          </p:cNvSpPr>
          <p:nvPr/>
        </p:nvSpPr>
        <p:spPr bwMode="auto">
          <a:xfrm>
            <a:off x="2434140" y="2696706"/>
            <a:ext cx="20842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400" dirty="0">
                <a:solidFill>
                  <a:srgbClr val="00B050"/>
                </a:solidFill>
                <a:cs typeface="Arial" panose="020B0604020202020204" pitchFamily="34" charset="0"/>
              </a:rPr>
              <a:t>cool the air </a:t>
            </a:r>
            <a:r>
              <a:rPr lang="en-US" sz="2400" dirty="0">
                <a:solidFill>
                  <a:srgbClr val="00B050"/>
                </a:solidFill>
              </a:rPr>
              <a:t>➡</a:t>
            </a:r>
            <a:endParaRPr lang="en-US" altLang="en-US" sz="2400" dirty="0">
              <a:solidFill>
                <a:srgbClr val="00B050"/>
              </a:solidFill>
              <a:cs typeface="Arial" panose="020B0604020202020204" pitchFamily="34" charset="0"/>
            </a:endParaRPr>
          </a:p>
          <a:p>
            <a:pPr algn="ctr">
              <a:spcBef>
                <a:spcPct val="0"/>
              </a:spcBef>
              <a:buFontTx/>
              <a:buNone/>
            </a:pPr>
            <a:r>
              <a:rPr lang="en-US" altLang="en-US" sz="2400" dirty="0">
                <a:solidFill>
                  <a:srgbClr val="00B050"/>
                </a:solidFill>
                <a:cs typeface="Arial" panose="020B0604020202020204" pitchFamily="34" charset="0"/>
              </a:rPr>
              <a:t>condensation</a:t>
            </a:r>
          </a:p>
        </p:txBody>
      </p:sp>
      <p:sp>
        <p:nvSpPr>
          <p:cNvPr id="24" name="TextBox 23">
            <a:extLst>
              <a:ext uri="{FF2B5EF4-FFF2-40B4-BE49-F238E27FC236}">
                <a16:creationId xmlns:a16="http://schemas.microsoft.com/office/drawing/2014/main" id="{6A22C518-D850-8C4F-AAE3-FF212CCBA334}"/>
              </a:ext>
            </a:extLst>
          </p:cNvPr>
          <p:cNvSpPr txBox="1"/>
          <p:nvPr/>
        </p:nvSpPr>
        <p:spPr>
          <a:xfrm>
            <a:off x="7010400" y="1714500"/>
            <a:ext cx="2170787" cy="830997"/>
          </a:xfrm>
          <a:prstGeom prst="rect">
            <a:avLst/>
          </a:prstGeom>
          <a:noFill/>
        </p:spPr>
        <p:txBody>
          <a:bodyPr wrap="none" rtlCol="0">
            <a:spAutoFit/>
          </a:bodyPr>
          <a:lstStyle/>
          <a:p>
            <a:r>
              <a:rPr lang="en-US" dirty="0">
                <a:solidFill>
                  <a:srgbClr val="00B050"/>
                </a:solidFill>
              </a:rPr>
              <a:t>What happens</a:t>
            </a:r>
          </a:p>
          <a:p>
            <a:r>
              <a:rPr lang="en-US" dirty="0">
                <a:solidFill>
                  <a:srgbClr val="00B050"/>
                </a:solidFill>
              </a:rPr>
              <a:t>if 2 ➡ 3?</a:t>
            </a:r>
          </a:p>
        </p:txBody>
      </p:sp>
    </p:spTree>
    <p:extLst>
      <p:ext uri="{BB962C8B-B14F-4D97-AF65-F5344CB8AC3E}">
        <p14:creationId xmlns:p14="http://schemas.microsoft.com/office/powerpoint/2010/main" val="1974019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extBox 2">
            <a:extLst>
              <a:ext uri="{FF2B5EF4-FFF2-40B4-BE49-F238E27FC236}">
                <a16:creationId xmlns:a16="http://schemas.microsoft.com/office/drawing/2014/main" id="{E591B5A2-A907-E54F-B0D9-2351C9D706F5}"/>
              </a:ext>
            </a:extLst>
          </p:cNvPr>
          <p:cNvSpPr txBox="1">
            <a:spLocks noChangeArrowheads="1"/>
          </p:cNvSpPr>
          <p:nvPr/>
        </p:nvSpPr>
        <p:spPr bwMode="auto">
          <a:xfrm>
            <a:off x="381000" y="266700"/>
            <a:ext cx="8597900"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solidFill>
                  <a:srgbClr val="000000"/>
                </a:solidFill>
                <a:cs typeface="Arial" panose="020B0604020202020204" pitchFamily="34" charset="0"/>
              </a:rPr>
              <a:t>The saturation vapor pressure (</a:t>
            </a:r>
            <a:r>
              <a:rPr lang="en-US" altLang="en-US" sz="1800" i="1"/>
              <a:t>e</a:t>
            </a:r>
            <a:r>
              <a:rPr lang="en-US" altLang="en-US" sz="1800" baseline="-25000"/>
              <a:t>s</a:t>
            </a:r>
            <a:r>
              <a:rPr lang="en-US" altLang="en-US" sz="1800">
                <a:solidFill>
                  <a:srgbClr val="000000"/>
                </a:solidFill>
                <a:cs typeface="Arial" panose="020B0604020202020204" pitchFamily="34" charset="0"/>
              </a:rPr>
              <a:t>) tells us how much water vapor would be in the </a:t>
            </a:r>
          </a:p>
          <a:p>
            <a:pPr eaLnBrk="1" hangingPunct="1">
              <a:spcBef>
                <a:spcPct val="0"/>
              </a:spcBef>
              <a:buFontTx/>
              <a:buNone/>
            </a:pPr>
            <a:r>
              <a:rPr lang="en-US" altLang="en-US" sz="1800">
                <a:solidFill>
                  <a:srgbClr val="000000"/>
                </a:solidFill>
                <a:cs typeface="Arial" panose="020B0604020202020204" pitchFamily="34" charset="0"/>
              </a:rPr>
              <a:t>atmosphere at equilibrium in a closed container.</a:t>
            </a:r>
          </a:p>
        </p:txBody>
      </p:sp>
      <p:pic>
        <p:nvPicPr>
          <p:cNvPr id="109570" name="Picture 2" descr="graph of Clausius Clapeyron Equation. Curve going up as temperature increase">
            <a:extLst>
              <a:ext uri="{FF2B5EF4-FFF2-40B4-BE49-F238E27FC236}">
                <a16:creationId xmlns:a16="http://schemas.microsoft.com/office/drawing/2014/main" id="{85EC9482-CCBB-2745-94FF-201FF8A869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8" y="1028700"/>
            <a:ext cx="6772275" cy="4686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E83DD628-E494-C74A-ACF3-4D2FACBD083A}"/>
              </a:ext>
            </a:extLst>
          </p:cNvPr>
          <p:cNvSpPr/>
          <p:nvPr/>
        </p:nvSpPr>
        <p:spPr>
          <a:xfrm>
            <a:off x="296863" y="2489200"/>
            <a:ext cx="304800" cy="19050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9572" name="TextBox 4">
            <a:extLst>
              <a:ext uri="{FF2B5EF4-FFF2-40B4-BE49-F238E27FC236}">
                <a16:creationId xmlns:a16="http://schemas.microsoft.com/office/drawing/2014/main" id="{39BB88C0-A0E2-E140-BC24-023C6B000A83}"/>
              </a:ext>
            </a:extLst>
          </p:cNvPr>
          <p:cNvSpPr txBox="1">
            <a:spLocks noChangeArrowheads="1"/>
          </p:cNvSpPr>
          <p:nvPr/>
        </p:nvSpPr>
        <p:spPr bwMode="auto">
          <a:xfrm rot="-5400000">
            <a:off x="-1499393" y="3031331"/>
            <a:ext cx="391795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800">
                <a:cs typeface="Arial" panose="020B0604020202020204" pitchFamily="34" charset="0"/>
              </a:rPr>
              <a:t>saturation vapor pressure (</a:t>
            </a:r>
            <a:r>
              <a:rPr lang="en-US" altLang="en-US" sz="1800" i="1">
                <a:cs typeface="Arial" panose="020B0604020202020204" pitchFamily="34" charset="0"/>
              </a:rPr>
              <a:t>e</a:t>
            </a:r>
            <a:r>
              <a:rPr lang="en-US" altLang="en-US" sz="1800" baseline="-25000">
                <a:cs typeface="Arial" panose="020B0604020202020204" pitchFamily="34" charset="0"/>
              </a:rPr>
              <a:t>s</a:t>
            </a:r>
            <a:r>
              <a:rPr lang="en-US" altLang="en-US" sz="1800">
                <a:cs typeface="Arial" panose="020B0604020202020204" pitchFamily="34" charset="0"/>
              </a:rPr>
              <a:t>, hPa)</a:t>
            </a:r>
          </a:p>
        </p:txBody>
      </p:sp>
      <p:cxnSp>
        <p:nvCxnSpPr>
          <p:cNvPr id="9" name="Straight Connector 8">
            <a:extLst>
              <a:ext uri="{FF2B5EF4-FFF2-40B4-BE49-F238E27FC236}">
                <a16:creationId xmlns:a16="http://schemas.microsoft.com/office/drawing/2014/main" id="{7132565A-D5DF-6642-98B8-DE50E5B16C42}"/>
              </a:ext>
            </a:extLst>
          </p:cNvPr>
          <p:cNvCxnSpPr>
            <a:cxnSpLocks/>
          </p:cNvCxnSpPr>
          <p:nvPr/>
        </p:nvCxnSpPr>
        <p:spPr>
          <a:xfrm flipV="1">
            <a:off x="5029200" y="3543300"/>
            <a:ext cx="0" cy="1676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A8ABFC3-D853-E040-8C24-B7E78F5521CC}"/>
              </a:ext>
            </a:extLst>
          </p:cNvPr>
          <p:cNvCxnSpPr>
            <a:cxnSpLocks/>
          </p:cNvCxnSpPr>
          <p:nvPr/>
        </p:nvCxnSpPr>
        <p:spPr>
          <a:xfrm>
            <a:off x="990600" y="3543300"/>
            <a:ext cx="40386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CD404330-D022-BC42-A807-9580185C43B1}"/>
              </a:ext>
            </a:extLst>
          </p:cNvPr>
          <p:cNvCxnSpPr>
            <a:cxnSpLocks/>
          </p:cNvCxnSpPr>
          <p:nvPr/>
        </p:nvCxnSpPr>
        <p:spPr>
          <a:xfrm>
            <a:off x="990600" y="4381500"/>
            <a:ext cx="297180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0FC850C-6028-1240-A898-95CB23E07FD6}"/>
              </a:ext>
            </a:extLst>
          </p:cNvPr>
          <p:cNvCxnSpPr>
            <a:cxnSpLocks/>
          </p:cNvCxnSpPr>
          <p:nvPr/>
        </p:nvCxnSpPr>
        <p:spPr>
          <a:xfrm flipV="1">
            <a:off x="3946525" y="4411663"/>
            <a:ext cx="0" cy="808037"/>
          </a:xfrm>
          <a:prstGeom prst="line">
            <a:avLst/>
          </a:prstGeom>
        </p:spPr>
        <p:style>
          <a:lnRef idx="2">
            <a:schemeClr val="accent1"/>
          </a:lnRef>
          <a:fillRef idx="0">
            <a:schemeClr val="accent1"/>
          </a:fillRef>
          <a:effectRef idx="1">
            <a:schemeClr val="accent1"/>
          </a:effectRef>
          <a:fontRef idx="minor">
            <a:schemeClr val="tx1"/>
          </a:fontRef>
        </p:style>
      </p:cxnSp>
      <p:sp>
        <p:nvSpPr>
          <p:cNvPr id="2" name="Oval 1">
            <a:extLst>
              <a:ext uri="{FF2B5EF4-FFF2-40B4-BE49-F238E27FC236}">
                <a16:creationId xmlns:a16="http://schemas.microsoft.com/office/drawing/2014/main" id="{E57C9B42-1A6B-8A46-AB2E-3378560015E4}"/>
              </a:ext>
            </a:extLst>
          </p:cNvPr>
          <p:cNvSpPr/>
          <p:nvPr/>
        </p:nvSpPr>
        <p:spPr>
          <a:xfrm>
            <a:off x="4953000" y="4329113"/>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Oval 13">
            <a:extLst>
              <a:ext uri="{FF2B5EF4-FFF2-40B4-BE49-F238E27FC236}">
                <a16:creationId xmlns:a16="http://schemas.microsoft.com/office/drawing/2014/main" id="{F3573713-6B2D-5043-A621-AC570AC946F6}"/>
              </a:ext>
            </a:extLst>
          </p:cNvPr>
          <p:cNvSpPr/>
          <p:nvPr/>
        </p:nvSpPr>
        <p:spPr>
          <a:xfrm>
            <a:off x="4953000" y="3519488"/>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 name="Oval 14">
            <a:extLst>
              <a:ext uri="{FF2B5EF4-FFF2-40B4-BE49-F238E27FC236}">
                <a16:creationId xmlns:a16="http://schemas.microsoft.com/office/drawing/2014/main" id="{B53BDE2E-9C71-F342-8412-B75DD815C29D}"/>
              </a:ext>
            </a:extLst>
          </p:cNvPr>
          <p:cNvSpPr/>
          <p:nvPr/>
        </p:nvSpPr>
        <p:spPr>
          <a:xfrm>
            <a:off x="3848100" y="4341813"/>
            <a:ext cx="152400" cy="106362"/>
          </a:xfrm>
          <a:prstGeom prst="ellipse">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9581" name="TextBox 2">
            <a:extLst>
              <a:ext uri="{FF2B5EF4-FFF2-40B4-BE49-F238E27FC236}">
                <a16:creationId xmlns:a16="http://schemas.microsoft.com/office/drawing/2014/main" id="{929F7C55-1221-9446-AB03-996CB476A612}"/>
              </a:ext>
            </a:extLst>
          </p:cNvPr>
          <p:cNvSpPr txBox="1">
            <a:spLocks noChangeArrowheads="1"/>
          </p:cNvSpPr>
          <p:nvPr/>
        </p:nvSpPr>
        <p:spPr bwMode="auto">
          <a:xfrm>
            <a:off x="5105400" y="4164013"/>
            <a:ext cx="355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cs typeface="Arial" panose="020B0604020202020204" pitchFamily="34" charset="0"/>
              </a:rPr>
              <a:t>1</a:t>
            </a:r>
          </a:p>
        </p:txBody>
      </p:sp>
      <p:sp>
        <p:nvSpPr>
          <p:cNvPr id="109582" name="TextBox 16">
            <a:extLst>
              <a:ext uri="{FF2B5EF4-FFF2-40B4-BE49-F238E27FC236}">
                <a16:creationId xmlns:a16="http://schemas.microsoft.com/office/drawing/2014/main" id="{F4FF028A-2062-724D-A831-66D9608D7795}"/>
              </a:ext>
            </a:extLst>
          </p:cNvPr>
          <p:cNvSpPr txBox="1">
            <a:spLocks noChangeArrowheads="1"/>
          </p:cNvSpPr>
          <p:nvPr/>
        </p:nvSpPr>
        <p:spPr bwMode="auto">
          <a:xfrm>
            <a:off x="5084763" y="3313113"/>
            <a:ext cx="3571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cs typeface="Arial" panose="020B0604020202020204" pitchFamily="34" charset="0"/>
              </a:rPr>
              <a:t>2</a:t>
            </a:r>
          </a:p>
        </p:txBody>
      </p:sp>
      <p:sp>
        <p:nvSpPr>
          <p:cNvPr id="109583" name="TextBox 18">
            <a:extLst>
              <a:ext uri="{FF2B5EF4-FFF2-40B4-BE49-F238E27FC236}">
                <a16:creationId xmlns:a16="http://schemas.microsoft.com/office/drawing/2014/main" id="{5FBD60DE-C6B8-254E-A0E3-B9F0C2335A6C}"/>
              </a:ext>
            </a:extLst>
          </p:cNvPr>
          <p:cNvSpPr txBox="1">
            <a:spLocks noChangeArrowheads="1"/>
          </p:cNvSpPr>
          <p:nvPr/>
        </p:nvSpPr>
        <p:spPr bwMode="auto">
          <a:xfrm>
            <a:off x="4056063" y="4175125"/>
            <a:ext cx="355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cs typeface="Arial" panose="020B0604020202020204" pitchFamily="34" charset="0"/>
              </a:rPr>
              <a:t>3</a:t>
            </a:r>
          </a:p>
        </p:txBody>
      </p:sp>
      <p:sp>
        <p:nvSpPr>
          <p:cNvPr id="3" name="Up Arrow 2">
            <a:extLst>
              <a:ext uri="{FF2B5EF4-FFF2-40B4-BE49-F238E27FC236}">
                <a16:creationId xmlns:a16="http://schemas.microsoft.com/office/drawing/2014/main" id="{2F9BC785-AE4B-9642-AE19-9BEBC07D23B8}"/>
              </a:ext>
            </a:extLst>
          </p:cNvPr>
          <p:cNvSpPr/>
          <p:nvPr/>
        </p:nvSpPr>
        <p:spPr>
          <a:xfrm>
            <a:off x="5271475" y="3564584"/>
            <a:ext cx="381000" cy="755650"/>
          </a:xfrm>
          <a:prstGeom prst="upArrow">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6">
            <a:extLst>
              <a:ext uri="{FF2B5EF4-FFF2-40B4-BE49-F238E27FC236}">
                <a16:creationId xmlns:a16="http://schemas.microsoft.com/office/drawing/2014/main" id="{9AD91A28-9F77-C746-AD28-EB3C9CE6783B}"/>
              </a:ext>
            </a:extLst>
          </p:cNvPr>
          <p:cNvSpPr txBox="1">
            <a:spLocks noChangeArrowheads="1"/>
          </p:cNvSpPr>
          <p:nvPr/>
        </p:nvSpPr>
        <p:spPr bwMode="auto">
          <a:xfrm>
            <a:off x="5547556" y="3713460"/>
            <a:ext cx="273504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cs typeface="Arial" panose="020B0604020202020204" pitchFamily="34" charset="0"/>
              </a:rPr>
              <a:t>add moisture to air</a:t>
            </a:r>
          </a:p>
        </p:txBody>
      </p:sp>
      <p:sp>
        <p:nvSpPr>
          <p:cNvPr id="20" name="Up Arrow 19">
            <a:extLst>
              <a:ext uri="{FF2B5EF4-FFF2-40B4-BE49-F238E27FC236}">
                <a16:creationId xmlns:a16="http://schemas.microsoft.com/office/drawing/2014/main" id="{7C48B77A-ECA1-1E4F-BC31-8282805891FB}"/>
              </a:ext>
            </a:extLst>
          </p:cNvPr>
          <p:cNvSpPr/>
          <p:nvPr/>
        </p:nvSpPr>
        <p:spPr>
          <a:xfrm rot="16200000">
            <a:off x="4303020" y="4375150"/>
            <a:ext cx="381000" cy="755650"/>
          </a:xfrm>
          <a:prstGeom prst="upArrow">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16">
            <a:extLst>
              <a:ext uri="{FF2B5EF4-FFF2-40B4-BE49-F238E27FC236}">
                <a16:creationId xmlns:a16="http://schemas.microsoft.com/office/drawing/2014/main" id="{E4F0E740-FCC0-754F-B7DA-6C89914057B1}"/>
              </a:ext>
            </a:extLst>
          </p:cNvPr>
          <p:cNvSpPr txBox="1">
            <a:spLocks noChangeArrowheads="1"/>
          </p:cNvSpPr>
          <p:nvPr/>
        </p:nvSpPr>
        <p:spPr bwMode="auto">
          <a:xfrm>
            <a:off x="3647775" y="4824709"/>
            <a:ext cx="169148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cs typeface="Arial" panose="020B0604020202020204" pitchFamily="34" charset="0"/>
              </a:rPr>
              <a:t>cool the air</a:t>
            </a:r>
          </a:p>
        </p:txBody>
      </p:sp>
      <p:sp>
        <p:nvSpPr>
          <p:cNvPr id="22" name="Up Arrow 21">
            <a:extLst>
              <a:ext uri="{FF2B5EF4-FFF2-40B4-BE49-F238E27FC236}">
                <a16:creationId xmlns:a16="http://schemas.microsoft.com/office/drawing/2014/main" id="{41BE8737-43E1-EA4A-AB96-3B9737CDB720}"/>
              </a:ext>
            </a:extLst>
          </p:cNvPr>
          <p:cNvSpPr/>
          <p:nvPr/>
        </p:nvSpPr>
        <p:spPr>
          <a:xfrm rot="14167436">
            <a:off x="4153181" y="3368674"/>
            <a:ext cx="381000" cy="755650"/>
          </a:xfrm>
          <a:prstGeom prst="upArrow">
            <a:avLst/>
          </a:prstGeom>
          <a:solidFill>
            <a:srgbClr val="00B05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B050"/>
              </a:solidFill>
            </a:endParaRPr>
          </a:p>
        </p:txBody>
      </p:sp>
      <p:sp>
        <p:nvSpPr>
          <p:cNvPr id="4" name="Cloud 3">
            <a:extLst>
              <a:ext uri="{FF2B5EF4-FFF2-40B4-BE49-F238E27FC236}">
                <a16:creationId xmlns:a16="http://schemas.microsoft.com/office/drawing/2014/main" id="{70F0D430-64D8-6848-960C-5927DA67AD99}"/>
              </a:ext>
            </a:extLst>
          </p:cNvPr>
          <p:cNvSpPr/>
          <p:nvPr/>
        </p:nvSpPr>
        <p:spPr>
          <a:xfrm>
            <a:off x="2144225" y="2431106"/>
            <a:ext cx="2727120" cy="1401119"/>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TextBox 16">
            <a:extLst>
              <a:ext uri="{FF2B5EF4-FFF2-40B4-BE49-F238E27FC236}">
                <a16:creationId xmlns:a16="http://schemas.microsoft.com/office/drawing/2014/main" id="{C8421657-DFE3-1E42-BE97-80650574689E}"/>
              </a:ext>
            </a:extLst>
          </p:cNvPr>
          <p:cNvSpPr txBox="1">
            <a:spLocks noChangeArrowheads="1"/>
          </p:cNvSpPr>
          <p:nvPr/>
        </p:nvSpPr>
        <p:spPr bwMode="auto">
          <a:xfrm>
            <a:off x="2391661" y="2696706"/>
            <a:ext cx="21691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400" dirty="0">
                <a:solidFill>
                  <a:srgbClr val="00B050"/>
                </a:solidFill>
                <a:cs typeface="Arial" panose="020B0604020202020204" pitchFamily="34" charset="0"/>
              </a:rPr>
              <a:t>cool the air</a:t>
            </a:r>
            <a:r>
              <a:rPr lang="en-US" sz="2400" dirty="0">
                <a:solidFill>
                  <a:srgbClr val="00B050"/>
                </a:solidFill>
              </a:rPr>
              <a:t> ➡</a:t>
            </a:r>
            <a:r>
              <a:rPr lang="en-US" altLang="en-US" sz="2400" dirty="0">
                <a:solidFill>
                  <a:srgbClr val="00B050"/>
                </a:solidFill>
                <a:cs typeface="Arial" panose="020B0604020202020204" pitchFamily="34" charset="0"/>
              </a:rPr>
              <a:t> </a:t>
            </a:r>
          </a:p>
          <a:p>
            <a:pPr algn="ctr">
              <a:spcBef>
                <a:spcPct val="0"/>
              </a:spcBef>
              <a:buFontTx/>
              <a:buNone/>
            </a:pPr>
            <a:r>
              <a:rPr lang="en-US" altLang="en-US" sz="2400" dirty="0">
                <a:solidFill>
                  <a:srgbClr val="00B050"/>
                </a:solidFill>
                <a:cs typeface="Arial" panose="020B0604020202020204" pitchFamily="34" charset="0"/>
              </a:rPr>
              <a:t>condensation</a:t>
            </a:r>
          </a:p>
        </p:txBody>
      </p:sp>
      <p:sp>
        <p:nvSpPr>
          <p:cNvPr id="24" name="TextBox 23">
            <a:extLst>
              <a:ext uri="{FF2B5EF4-FFF2-40B4-BE49-F238E27FC236}">
                <a16:creationId xmlns:a16="http://schemas.microsoft.com/office/drawing/2014/main" id="{6A22C518-D850-8C4F-AAE3-FF212CCBA334}"/>
              </a:ext>
            </a:extLst>
          </p:cNvPr>
          <p:cNvSpPr txBox="1"/>
          <p:nvPr/>
        </p:nvSpPr>
        <p:spPr>
          <a:xfrm>
            <a:off x="7010400" y="1714500"/>
            <a:ext cx="2170787" cy="830997"/>
          </a:xfrm>
          <a:prstGeom prst="rect">
            <a:avLst/>
          </a:prstGeom>
          <a:noFill/>
        </p:spPr>
        <p:txBody>
          <a:bodyPr wrap="none" rtlCol="0">
            <a:spAutoFit/>
          </a:bodyPr>
          <a:lstStyle/>
          <a:p>
            <a:r>
              <a:rPr lang="en-US" dirty="0">
                <a:solidFill>
                  <a:srgbClr val="00B050"/>
                </a:solidFill>
              </a:rPr>
              <a:t>What happens</a:t>
            </a:r>
          </a:p>
          <a:p>
            <a:r>
              <a:rPr lang="en-US" dirty="0">
                <a:solidFill>
                  <a:srgbClr val="00B050"/>
                </a:solidFill>
              </a:rPr>
              <a:t>if 2 ➡ 3?</a:t>
            </a:r>
          </a:p>
        </p:txBody>
      </p:sp>
    </p:spTree>
    <p:extLst>
      <p:ext uri="{BB962C8B-B14F-4D97-AF65-F5344CB8AC3E}">
        <p14:creationId xmlns:p14="http://schemas.microsoft.com/office/powerpoint/2010/main" val="28738658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117762" name="TextBox 4">
            <a:extLst>
              <a:ext uri="{FF2B5EF4-FFF2-40B4-BE49-F238E27FC236}">
                <a16:creationId xmlns:a16="http://schemas.microsoft.com/office/drawing/2014/main" id="{5B6BAACE-F06D-1D45-9285-95B54472FECC}"/>
              </a:ext>
            </a:extLst>
          </p:cNvPr>
          <p:cNvSpPr txBox="1">
            <a:spLocks noChangeArrowheads="1"/>
          </p:cNvSpPr>
          <p:nvPr/>
        </p:nvSpPr>
        <p:spPr bwMode="auto">
          <a:xfrm>
            <a:off x="1676400" y="1943100"/>
            <a:ext cx="57404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dirty="0">
                <a:solidFill>
                  <a:srgbClr val="FFFF00"/>
                </a:solidFill>
                <a:effectLst>
                  <a:outerShdw blurRad="50800" dist="38100" dir="2700000" algn="tl" rotWithShape="0">
                    <a:prstClr val="black">
                      <a:alpha val="40000"/>
                    </a:prstClr>
                  </a:outerShdw>
                </a:effectLst>
                <a:cs typeface="Arial" panose="020B0604020202020204" pitchFamily="34" charset="0"/>
              </a:rPr>
              <a:t>A practical example of </a:t>
            </a:r>
          </a:p>
          <a:p>
            <a:pPr algn="ctr">
              <a:spcBef>
                <a:spcPct val="0"/>
              </a:spcBef>
              <a:buFontTx/>
              <a:buNone/>
            </a:pPr>
            <a:r>
              <a:rPr lang="en-US" altLang="en-US" dirty="0">
                <a:solidFill>
                  <a:srgbClr val="FFFF00"/>
                </a:solidFill>
                <a:effectLst>
                  <a:outerShdw blurRad="50800" dist="38100" dir="2700000" algn="tl" rotWithShape="0">
                    <a:prstClr val="black">
                      <a:alpha val="40000"/>
                    </a:prstClr>
                  </a:outerShdw>
                </a:effectLst>
                <a:cs typeface="Arial" panose="020B0604020202020204" pitchFamily="34" charset="0"/>
              </a:rPr>
              <a:t>dry and moist adiabatic motion</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9876338-E1B2-6C4E-9AD0-0A75DAAA41E2}"/>
              </a:ext>
            </a:extLst>
          </p:cNvPr>
          <p:cNvPicPr>
            <a:picLocks noChangeAspect="1"/>
          </p:cNvPicPr>
          <p:nvPr/>
        </p:nvPicPr>
        <p:blipFill>
          <a:blip r:embed="rId3"/>
          <a:stretch>
            <a:fillRect/>
          </a:stretch>
        </p:blipFill>
        <p:spPr>
          <a:xfrm>
            <a:off x="-457200" y="0"/>
            <a:ext cx="10160000" cy="5715000"/>
          </a:xfrm>
          <a:prstGeom prst="rect">
            <a:avLst/>
          </a:prstGeom>
        </p:spPr>
      </p:pic>
      <p:sp>
        <p:nvSpPr>
          <p:cNvPr id="9" name="TextBox 8">
            <a:extLst>
              <a:ext uri="{FF2B5EF4-FFF2-40B4-BE49-F238E27FC236}">
                <a16:creationId xmlns:a16="http://schemas.microsoft.com/office/drawing/2014/main" id="{65588108-7AB5-8747-A168-A2C06881C5E6}"/>
              </a:ext>
            </a:extLst>
          </p:cNvPr>
          <p:cNvSpPr txBox="1"/>
          <p:nvPr/>
        </p:nvSpPr>
        <p:spPr>
          <a:xfrm>
            <a:off x="1304423" y="20371"/>
            <a:ext cx="6636753" cy="461665"/>
          </a:xfrm>
          <a:prstGeom prst="rect">
            <a:avLst/>
          </a:prstGeom>
          <a:solidFill>
            <a:schemeClr val="bg1"/>
          </a:solidFill>
          <a:ln>
            <a:solidFill>
              <a:srgbClr val="FF0000"/>
            </a:solidFill>
          </a:ln>
        </p:spPr>
        <p:txBody>
          <a:bodyPr wrap="none" rtlCol="0">
            <a:spAutoFit/>
          </a:bodyPr>
          <a:lstStyle/>
          <a:p>
            <a:r>
              <a:rPr lang="en-US" dirty="0">
                <a:solidFill>
                  <a:srgbClr val="FF0000"/>
                </a:solidFill>
              </a:rPr>
              <a:t>As long as the air parcel remains unsaturated…</a:t>
            </a:r>
          </a:p>
        </p:txBody>
      </p:sp>
    </p:spTree>
    <p:extLst>
      <p:ext uri="{BB962C8B-B14F-4D97-AF65-F5344CB8AC3E}">
        <p14:creationId xmlns:p14="http://schemas.microsoft.com/office/powerpoint/2010/main" val="1560740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39C152-83C3-4E46-BAE9-A75016650224}"/>
              </a:ext>
            </a:extLst>
          </p:cNvPr>
          <p:cNvPicPr>
            <a:picLocks noChangeAspect="1"/>
          </p:cNvPicPr>
          <p:nvPr/>
        </p:nvPicPr>
        <p:blipFill>
          <a:blip r:embed="rId3"/>
          <a:stretch>
            <a:fillRect/>
          </a:stretch>
        </p:blipFill>
        <p:spPr>
          <a:xfrm>
            <a:off x="762000" y="0"/>
            <a:ext cx="7620000" cy="5715000"/>
          </a:xfrm>
          <a:prstGeom prst="rect">
            <a:avLst/>
          </a:prstGeom>
        </p:spPr>
      </p:pic>
      <p:sp>
        <p:nvSpPr>
          <p:cNvPr id="6" name="Rectangle 5">
            <a:extLst>
              <a:ext uri="{FF2B5EF4-FFF2-40B4-BE49-F238E27FC236}">
                <a16:creationId xmlns:a16="http://schemas.microsoft.com/office/drawing/2014/main" id="{015DBFB9-788F-D145-BD3E-A47D9DA50C04}"/>
              </a:ext>
            </a:extLst>
          </p:cNvPr>
          <p:cNvSpPr/>
          <p:nvPr/>
        </p:nvSpPr>
        <p:spPr>
          <a:xfrm>
            <a:off x="6629400" y="0"/>
            <a:ext cx="1752600" cy="52959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5588108-7AB5-8747-A168-A2C06881C5E6}"/>
              </a:ext>
            </a:extLst>
          </p:cNvPr>
          <p:cNvSpPr txBox="1"/>
          <p:nvPr/>
        </p:nvSpPr>
        <p:spPr>
          <a:xfrm>
            <a:off x="919702" y="0"/>
            <a:ext cx="7406195" cy="1200329"/>
          </a:xfrm>
          <a:prstGeom prst="rect">
            <a:avLst/>
          </a:prstGeom>
          <a:solidFill>
            <a:schemeClr val="bg1"/>
          </a:solidFill>
          <a:ln>
            <a:solidFill>
              <a:srgbClr val="FF0000"/>
            </a:solidFill>
          </a:ln>
        </p:spPr>
        <p:txBody>
          <a:bodyPr wrap="none" rtlCol="0">
            <a:spAutoFit/>
          </a:bodyPr>
          <a:lstStyle/>
          <a:p>
            <a:r>
              <a:rPr lang="en-US" dirty="0">
                <a:solidFill>
                  <a:srgbClr val="FF0000"/>
                </a:solidFill>
              </a:rPr>
              <a:t>Once the air parcel becomes saturated, latent heat is</a:t>
            </a:r>
          </a:p>
          <a:p>
            <a:r>
              <a:rPr lang="en-US" dirty="0">
                <a:solidFill>
                  <a:srgbClr val="FF0000"/>
                </a:solidFill>
              </a:rPr>
              <a:t>released to the atmosphere, offsetting dry adiabatic </a:t>
            </a:r>
          </a:p>
          <a:p>
            <a:r>
              <a:rPr lang="en-US" dirty="0">
                <a:solidFill>
                  <a:srgbClr val="FF0000"/>
                </a:solidFill>
              </a:rPr>
              <a:t>cooling due to expansion.</a:t>
            </a:r>
          </a:p>
        </p:txBody>
      </p:sp>
      <p:sp>
        <p:nvSpPr>
          <p:cNvPr id="7" name="TextBox 6">
            <a:extLst>
              <a:ext uri="{FF2B5EF4-FFF2-40B4-BE49-F238E27FC236}">
                <a16:creationId xmlns:a16="http://schemas.microsoft.com/office/drawing/2014/main" id="{83E20D72-5628-3545-9968-2D9920317A3D}"/>
              </a:ext>
            </a:extLst>
          </p:cNvPr>
          <p:cNvSpPr txBox="1"/>
          <p:nvPr/>
        </p:nvSpPr>
        <p:spPr>
          <a:xfrm>
            <a:off x="5638800" y="1866900"/>
            <a:ext cx="490840" cy="246221"/>
          </a:xfrm>
          <a:prstGeom prst="rect">
            <a:avLst/>
          </a:prstGeom>
          <a:solidFill>
            <a:srgbClr val="81C3F1"/>
          </a:solidFill>
        </p:spPr>
        <p:txBody>
          <a:bodyPr wrap="none" rtlCol="0">
            <a:spAutoFit/>
          </a:bodyPr>
          <a:lstStyle/>
          <a:p>
            <a:r>
              <a:rPr lang="en-US" sz="1000" dirty="0"/>
              <a:t>Moist</a:t>
            </a:r>
          </a:p>
        </p:txBody>
      </p:sp>
      <p:sp>
        <p:nvSpPr>
          <p:cNvPr id="10" name="TextBox 9">
            <a:extLst>
              <a:ext uri="{FF2B5EF4-FFF2-40B4-BE49-F238E27FC236}">
                <a16:creationId xmlns:a16="http://schemas.microsoft.com/office/drawing/2014/main" id="{A7953817-FA42-B94F-9DDF-41020533A696}"/>
              </a:ext>
            </a:extLst>
          </p:cNvPr>
          <p:cNvSpPr txBox="1"/>
          <p:nvPr/>
        </p:nvSpPr>
        <p:spPr>
          <a:xfrm>
            <a:off x="863105" y="5143500"/>
            <a:ext cx="6708888" cy="461665"/>
          </a:xfrm>
          <a:prstGeom prst="rect">
            <a:avLst/>
          </a:prstGeom>
          <a:solidFill>
            <a:schemeClr val="bg1"/>
          </a:solidFill>
          <a:ln>
            <a:solidFill>
              <a:srgbClr val="FF0000"/>
            </a:solidFill>
          </a:ln>
        </p:spPr>
        <p:txBody>
          <a:bodyPr wrap="none" rtlCol="0">
            <a:spAutoFit/>
          </a:bodyPr>
          <a:lstStyle/>
          <a:p>
            <a:r>
              <a:rPr lang="en-US" dirty="0">
                <a:solidFill>
                  <a:srgbClr val="FF0000"/>
                </a:solidFill>
              </a:rPr>
              <a:t>moist adiabatic </a:t>
            </a:r>
            <a:r>
              <a:rPr lang="en-US">
                <a:solidFill>
                  <a:srgbClr val="FF0000"/>
                </a:solidFill>
              </a:rPr>
              <a:t>lapse rate: </a:t>
            </a:r>
            <a:r>
              <a:rPr lang="en-US" dirty="0">
                <a:solidFill>
                  <a:srgbClr val="FF0000"/>
                </a:solidFill>
              </a:rPr>
              <a:t>varies, but 5–8</a:t>
            </a:r>
            <a:r>
              <a:rPr lang="en-US" dirty="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US" dirty="0">
                <a:solidFill>
                  <a:srgbClr val="FF0000"/>
                </a:solidFill>
              </a:rPr>
              <a:t>C/km</a:t>
            </a:r>
          </a:p>
        </p:txBody>
      </p:sp>
    </p:spTree>
    <p:extLst>
      <p:ext uri="{BB962C8B-B14F-4D97-AF65-F5344CB8AC3E}">
        <p14:creationId xmlns:p14="http://schemas.microsoft.com/office/powerpoint/2010/main" val="29537090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117762" name="TextBox 4">
            <a:extLst>
              <a:ext uri="{FF2B5EF4-FFF2-40B4-BE49-F238E27FC236}">
                <a16:creationId xmlns:a16="http://schemas.microsoft.com/office/drawing/2014/main" id="{5B6BAACE-F06D-1D45-9285-95B54472FECC}"/>
              </a:ext>
            </a:extLst>
          </p:cNvPr>
          <p:cNvSpPr txBox="1">
            <a:spLocks noChangeArrowheads="1"/>
          </p:cNvSpPr>
          <p:nvPr/>
        </p:nvSpPr>
        <p:spPr bwMode="auto">
          <a:xfrm>
            <a:off x="1641798" y="1943100"/>
            <a:ext cx="580960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dirty="0">
                <a:solidFill>
                  <a:srgbClr val="FFFF00"/>
                </a:solidFill>
                <a:effectLst>
                  <a:outerShdw blurRad="50800" dist="38100" dir="2700000" algn="tl" rotWithShape="0">
                    <a:prstClr val="black">
                      <a:alpha val="40000"/>
                    </a:prstClr>
                  </a:outerShdw>
                </a:effectLst>
                <a:cs typeface="Arial" panose="020B0604020202020204" pitchFamily="34" charset="0"/>
              </a:rPr>
              <a:t>Dry and moist adiabatic motion</a:t>
            </a:r>
          </a:p>
        </p:txBody>
      </p:sp>
    </p:spTree>
    <p:extLst>
      <p:ext uri="{BB962C8B-B14F-4D97-AF65-F5344CB8AC3E}">
        <p14:creationId xmlns:p14="http://schemas.microsoft.com/office/powerpoint/2010/main" val="4328976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65B8068-B5AF-2547-A5F1-77F9A314D7BE}"/>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4" name="Oval 3">
            <a:extLst>
              <a:ext uri="{FF2B5EF4-FFF2-40B4-BE49-F238E27FC236}">
                <a16:creationId xmlns:a16="http://schemas.microsoft.com/office/drawing/2014/main" id="{4A4871E7-B494-2D4B-AEE2-7DE0D0814A81}"/>
              </a:ext>
            </a:extLst>
          </p:cNvPr>
          <p:cNvSpPr/>
          <p:nvPr/>
        </p:nvSpPr>
        <p:spPr>
          <a:xfrm>
            <a:off x="2819400" y="3271838"/>
            <a:ext cx="457200"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8787" name="TextBox 5">
            <a:extLst>
              <a:ext uri="{FF2B5EF4-FFF2-40B4-BE49-F238E27FC236}">
                <a16:creationId xmlns:a16="http://schemas.microsoft.com/office/drawing/2014/main" id="{120ED13A-7A74-2B4A-8D61-8198F1F13900}"/>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18788" name="TextBox 8">
            <a:extLst>
              <a:ext uri="{FF2B5EF4-FFF2-40B4-BE49-F238E27FC236}">
                <a16:creationId xmlns:a16="http://schemas.microsoft.com/office/drawing/2014/main" id="{F1EEE3E0-6381-2141-8071-BAB76263B1DE}"/>
              </a:ext>
            </a:extLst>
          </p:cNvPr>
          <p:cNvSpPr txBox="1">
            <a:spLocks noChangeArrowheads="1"/>
          </p:cNvSpPr>
          <p:nvPr/>
        </p:nvSpPr>
        <p:spPr bwMode="auto">
          <a:xfrm>
            <a:off x="1981200" y="3933825"/>
            <a:ext cx="15224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18789" name="TextBox 11">
            <a:extLst>
              <a:ext uri="{FF2B5EF4-FFF2-40B4-BE49-F238E27FC236}">
                <a16:creationId xmlns:a16="http://schemas.microsoft.com/office/drawing/2014/main" id="{1B811A08-D464-C448-B273-DEA3FB744DA3}"/>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18790" name="TextBox 12">
            <a:extLst>
              <a:ext uri="{FF2B5EF4-FFF2-40B4-BE49-F238E27FC236}">
                <a16:creationId xmlns:a16="http://schemas.microsoft.com/office/drawing/2014/main" id="{6ABB9B3B-D5C2-C046-9B92-ECE7344FC565}"/>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18791" name="TextBox 13">
            <a:extLst>
              <a:ext uri="{FF2B5EF4-FFF2-40B4-BE49-F238E27FC236}">
                <a16:creationId xmlns:a16="http://schemas.microsoft.com/office/drawing/2014/main" id="{A3D70BB5-7BAD-1243-B238-1FEBB1E4CB71}"/>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819400" y="3271838"/>
            <a:ext cx="457200"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9810" name="TextBox 5">
            <a:extLst>
              <a:ext uri="{FF2B5EF4-FFF2-40B4-BE49-F238E27FC236}">
                <a16:creationId xmlns:a16="http://schemas.microsoft.com/office/drawing/2014/main" id="{C0802498-169A-794A-94DB-A5783E6F22CA}"/>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19811" name="TextBox 8">
            <a:extLst>
              <a:ext uri="{FF2B5EF4-FFF2-40B4-BE49-F238E27FC236}">
                <a16:creationId xmlns:a16="http://schemas.microsoft.com/office/drawing/2014/main" id="{1753E712-8BBB-C240-B906-FC612CC29862}"/>
              </a:ext>
            </a:extLst>
          </p:cNvPr>
          <p:cNvSpPr txBox="1">
            <a:spLocks noChangeArrowheads="1"/>
          </p:cNvSpPr>
          <p:nvPr/>
        </p:nvSpPr>
        <p:spPr bwMode="auto">
          <a:xfrm>
            <a:off x="1981200" y="3924300"/>
            <a:ext cx="15224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19812" name="TextBox 10">
            <a:extLst>
              <a:ext uri="{FF2B5EF4-FFF2-40B4-BE49-F238E27FC236}">
                <a16:creationId xmlns:a16="http://schemas.microsoft.com/office/drawing/2014/main" id="{0A592C7F-E408-5F4F-81BA-75A78682FAFE}"/>
              </a:ext>
            </a:extLst>
          </p:cNvPr>
          <p:cNvSpPr txBox="1">
            <a:spLocks noChangeArrowheads="1"/>
          </p:cNvSpPr>
          <p:nvPr/>
        </p:nvSpPr>
        <p:spPr bwMode="auto">
          <a:xfrm>
            <a:off x="1890713" y="2014538"/>
            <a:ext cx="10064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a:t>
            </a:r>
          </a:p>
        </p:txBody>
      </p:sp>
      <p:sp>
        <p:nvSpPr>
          <p:cNvPr id="12" name="Oval 11">
            <a:extLst>
              <a:ext uri="{FF2B5EF4-FFF2-40B4-BE49-F238E27FC236}">
                <a16:creationId xmlns:a16="http://schemas.microsoft.com/office/drawing/2014/main" id="{9A80F5D3-CB19-7E4F-A0BA-75BCB7D602A2}"/>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9814" name="TextBox 12">
            <a:extLst>
              <a:ext uri="{FF2B5EF4-FFF2-40B4-BE49-F238E27FC236}">
                <a16:creationId xmlns:a16="http://schemas.microsoft.com/office/drawing/2014/main" id="{4D7F8F39-D530-1941-924E-DA9D569E0C32}"/>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19815" name="TextBox 13">
            <a:extLst>
              <a:ext uri="{FF2B5EF4-FFF2-40B4-BE49-F238E27FC236}">
                <a16:creationId xmlns:a16="http://schemas.microsoft.com/office/drawing/2014/main" id="{5A6A3088-9094-FA4D-9928-8C3500D24536}"/>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5" name="Freeform 14">
            <a:extLst>
              <a:ext uri="{FF2B5EF4-FFF2-40B4-BE49-F238E27FC236}">
                <a16:creationId xmlns:a16="http://schemas.microsoft.com/office/drawing/2014/main" id="{F94374F6-9CBE-5C40-8DE3-B4C14ECD3658}"/>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19817" name="TextBox 15">
            <a:extLst>
              <a:ext uri="{FF2B5EF4-FFF2-40B4-BE49-F238E27FC236}">
                <a16:creationId xmlns:a16="http://schemas.microsoft.com/office/drawing/2014/main" id="{94361F30-35A3-C143-A933-16AA86299216}"/>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819400" y="3271838"/>
            <a:ext cx="457200"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0834" name="TextBox 5">
            <a:extLst>
              <a:ext uri="{FF2B5EF4-FFF2-40B4-BE49-F238E27FC236}">
                <a16:creationId xmlns:a16="http://schemas.microsoft.com/office/drawing/2014/main" id="{0AB9009B-5A11-1A47-9D49-457AC39EB056}"/>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20835" name="TextBox 8">
            <a:extLst>
              <a:ext uri="{FF2B5EF4-FFF2-40B4-BE49-F238E27FC236}">
                <a16:creationId xmlns:a16="http://schemas.microsoft.com/office/drawing/2014/main" id="{B72231D7-E8D3-8F43-93CD-E5283ABD4905}"/>
              </a:ext>
            </a:extLst>
          </p:cNvPr>
          <p:cNvSpPr txBox="1">
            <a:spLocks noChangeArrowheads="1"/>
          </p:cNvSpPr>
          <p:nvPr/>
        </p:nvSpPr>
        <p:spPr bwMode="auto">
          <a:xfrm>
            <a:off x="1981200" y="3924300"/>
            <a:ext cx="15224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20836" name="TextBox 10">
            <a:extLst>
              <a:ext uri="{FF2B5EF4-FFF2-40B4-BE49-F238E27FC236}">
                <a16:creationId xmlns:a16="http://schemas.microsoft.com/office/drawing/2014/main" id="{BC05AE76-8F66-D847-8271-913F0AA1CE17}"/>
              </a:ext>
            </a:extLst>
          </p:cNvPr>
          <p:cNvSpPr txBox="1">
            <a:spLocks noChangeArrowheads="1"/>
          </p:cNvSpPr>
          <p:nvPr/>
        </p:nvSpPr>
        <p:spPr bwMode="auto">
          <a:xfrm>
            <a:off x="1828800" y="21796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2" name="Oval 11">
            <a:extLst>
              <a:ext uri="{FF2B5EF4-FFF2-40B4-BE49-F238E27FC236}">
                <a16:creationId xmlns:a16="http://schemas.microsoft.com/office/drawing/2014/main" id="{9A80F5D3-CB19-7E4F-A0BA-75BCB7D602A2}"/>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0838" name="TextBox 12">
            <a:extLst>
              <a:ext uri="{FF2B5EF4-FFF2-40B4-BE49-F238E27FC236}">
                <a16:creationId xmlns:a16="http://schemas.microsoft.com/office/drawing/2014/main" id="{EE6C1BB4-7363-7D48-836D-6BDDB8D68561}"/>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20839" name="TextBox 13">
            <a:extLst>
              <a:ext uri="{FF2B5EF4-FFF2-40B4-BE49-F238E27FC236}">
                <a16:creationId xmlns:a16="http://schemas.microsoft.com/office/drawing/2014/main" id="{3B358D7A-A285-D94E-8E29-510E59F38430}"/>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0" name="Freeform 9">
            <a:extLst>
              <a:ext uri="{FF2B5EF4-FFF2-40B4-BE49-F238E27FC236}">
                <a16:creationId xmlns:a16="http://schemas.microsoft.com/office/drawing/2014/main" id="{597D2BE7-A03D-1D44-B2E9-F4E4A4D62595}"/>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20841" name="TextBox 14">
            <a:extLst>
              <a:ext uri="{FF2B5EF4-FFF2-40B4-BE49-F238E27FC236}">
                <a16:creationId xmlns:a16="http://schemas.microsoft.com/office/drawing/2014/main" id="{6D5C3598-A0F0-D843-B29D-CCEE0AFCFAEC}"/>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1858" name="TextBox 5">
            <a:extLst>
              <a:ext uri="{FF2B5EF4-FFF2-40B4-BE49-F238E27FC236}">
                <a16:creationId xmlns:a16="http://schemas.microsoft.com/office/drawing/2014/main" id="{A081157E-7354-D843-96A6-8B8610C4A550}"/>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21859" name="TextBox 6">
            <a:extLst>
              <a:ext uri="{FF2B5EF4-FFF2-40B4-BE49-F238E27FC236}">
                <a16:creationId xmlns:a16="http://schemas.microsoft.com/office/drawing/2014/main" id="{25B1589B-6D58-7B4B-8EFE-FBA2717ECF70}"/>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21860" name="TextBox 7">
            <a:extLst>
              <a:ext uri="{FF2B5EF4-FFF2-40B4-BE49-F238E27FC236}">
                <a16:creationId xmlns:a16="http://schemas.microsoft.com/office/drawing/2014/main" id="{0C0D0FFA-2F09-A743-8F24-B89B35A6B957}"/>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21861" name="TextBox 8">
            <a:extLst>
              <a:ext uri="{FF2B5EF4-FFF2-40B4-BE49-F238E27FC236}">
                <a16:creationId xmlns:a16="http://schemas.microsoft.com/office/drawing/2014/main" id="{4658A6DA-EC4C-2E45-A6DB-0770C63D6CC9}"/>
              </a:ext>
            </a:extLst>
          </p:cNvPr>
          <p:cNvSpPr txBox="1">
            <a:spLocks noChangeArrowheads="1"/>
          </p:cNvSpPr>
          <p:nvPr/>
        </p:nvSpPr>
        <p:spPr bwMode="auto">
          <a:xfrm>
            <a:off x="1982788" y="3933825"/>
            <a:ext cx="15224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Oval 10">
            <a:extLst>
              <a:ext uri="{FF2B5EF4-FFF2-40B4-BE49-F238E27FC236}">
                <a16:creationId xmlns:a16="http://schemas.microsoft.com/office/drawing/2014/main" id="{D8FBCDC2-2F6E-4A4E-AC92-E7EFC6D29D68}"/>
              </a:ext>
            </a:extLst>
          </p:cNvPr>
          <p:cNvSpPr/>
          <p:nvPr/>
        </p:nvSpPr>
        <p:spPr>
          <a:xfrm>
            <a:off x="3116263" y="342900"/>
            <a:ext cx="1455737" cy="1433513"/>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1864" name="TextBox 11">
            <a:extLst>
              <a:ext uri="{FF2B5EF4-FFF2-40B4-BE49-F238E27FC236}">
                <a16:creationId xmlns:a16="http://schemas.microsoft.com/office/drawing/2014/main" id="{6BC41913-9187-0949-91D9-9554FC419C89}"/>
              </a:ext>
            </a:extLst>
          </p:cNvPr>
          <p:cNvSpPr txBox="1">
            <a:spLocks noChangeArrowheads="1"/>
          </p:cNvSpPr>
          <p:nvPr/>
        </p:nvSpPr>
        <p:spPr bwMode="auto">
          <a:xfrm>
            <a:off x="1828800" y="21796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21865" name="TextBox 12">
            <a:extLst>
              <a:ext uri="{FF2B5EF4-FFF2-40B4-BE49-F238E27FC236}">
                <a16:creationId xmlns:a16="http://schemas.microsoft.com/office/drawing/2014/main" id="{76B8C563-1363-9441-81F0-E543FB071D4A}"/>
              </a:ext>
            </a:extLst>
          </p:cNvPr>
          <p:cNvSpPr txBox="1">
            <a:spLocks noChangeArrowheads="1"/>
          </p:cNvSpPr>
          <p:nvPr/>
        </p:nvSpPr>
        <p:spPr bwMode="auto">
          <a:xfrm>
            <a:off x="1879600" y="1112838"/>
            <a:ext cx="10080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a:t>
            </a:r>
          </a:p>
        </p:txBody>
      </p:sp>
      <p:sp>
        <p:nvSpPr>
          <p:cNvPr id="14" name="Freeform 13">
            <a:extLst>
              <a:ext uri="{FF2B5EF4-FFF2-40B4-BE49-F238E27FC236}">
                <a16:creationId xmlns:a16="http://schemas.microsoft.com/office/drawing/2014/main" id="{C871D494-D4F6-6B41-A15F-9AFBF936DDA4}"/>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21867" name="TextBox 14">
            <a:extLst>
              <a:ext uri="{FF2B5EF4-FFF2-40B4-BE49-F238E27FC236}">
                <a16:creationId xmlns:a16="http://schemas.microsoft.com/office/drawing/2014/main" id="{5C259075-32EC-D445-90C2-11D3A0F4F58D}"/>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2882" name="TextBox 5">
            <a:extLst>
              <a:ext uri="{FF2B5EF4-FFF2-40B4-BE49-F238E27FC236}">
                <a16:creationId xmlns:a16="http://schemas.microsoft.com/office/drawing/2014/main" id="{1E54333A-F5AA-B54C-8FDE-E5C205A10434}"/>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22883" name="TextBox 6">
            <a:extLst>
              <a:ext uri="{FF2B5EF4-FFF2-40B4-BE49-F238E27FC236}">
                <a16:creationId xmlns:a16="http://schemas.microsoft.com/office/drawing/2014/main" id="{56589439-1113-4F4D-9445-8C40DD8C2AA1}"/>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22884" name="TextBox 7">
            <a:extLst>
              <a:ext uri="{FF2B5EF4-FFF2-40B4-BE49-F238E27FC236}">
                <a16:creationId xmlns:a16="http://schemas.microsoft.com/office/drawing/2014/main" id="{56E61DA1-701C-9F4D-AA17-A9298F13084D}"/>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22885" name="TextBox 8">
            <a:extLst>
              <a:ext uri="{FF2B5EF4-FFF2-40B4-BE49-F238E27FC236}">
                <a16:creationId xmlns:a16="http://schemas.microsoft.com/office/drawing/2014/main" id="{BA5BC9E7-925B-2140-BA30-06D69897ACE8}"/>
              </a:ext>
            </a:extLst>
          </p:cNvPr>
          <p:cNvSpPr txBox="1">
            <a:spLocks noChangeArrowheads="1"/>
          </p:cNvSpPr>
          <p:nvPr/>
        </p:nvSpPr>
        <p:spPr bwMode="auto">
          <a:xfrm>
            <a:off x="1982788" y="3933825"/>
            <a:ext cx="15224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Oval 10">
            <a:extLst>
              <a:ext uri="{FF2B5EF4-FFF2-40B4-BE49-F238E27FC236}">
                <a16:creationId xmlns:a16="http://schemas.microsoft.com/office/drawing/2014/main" id="{D8FBCDC2-2F6E-4A4E-AC92-E7EFC6D29D68}"/>
              </a:ext>
            </a:extLst>
          </p:cNvPr>
          <p:cNvSpPr/>
          <p:nvPr/>
        </p:nvSpPr>
        <p:spPr>
          <a:xfrm>
            <a:off x="3171825" y="390525"/>
            <a:ext cx="1455738" cy="1433513"/>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2888" name="TextBox 11">
            <a:extLst>
              <a:ext uri="{FF2B5EF4-FFF2-40B4-BE49-F238E27FC236}">
                <a16:creationId xmlns:a16="http://schemas.microsoft.com/office/drawing/2014/main" id="{F38156EF-E5B6-814E-9A05-294B6784C883}"/>
              </a:ext>
            </a:extLst>
          </p:cNvPr>
          <p:cNvSpPr txBox="1">
            <a:spLocks noChangeArrowheads="1"/>
          </p:cNvSpPr>
          <p:nvPr/>
        </p:nvSpPr>
        <p:spPr bwMode="auto">
          <a:xfrm>
            <a:off x="1830388" y="2247900"/>
            <a:ext cx="152241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22889" name="TextBox 12">
            <a:extLst>
              <a:ext uri="{FF2B5EF4-FFF2-40B4-BE49-F238E27FC236}">
                <a16:creationId xmlns:a16="http://schemas.microsoft.com/office/drawing/2014/main" id="{A716BE19-75D7-5E4F-9283-272884241EF7}"/>
              </a:ext>
            </a:extLst>
          </p:cNvPr>
          <p:cNvSpPr txBox="1">
            <a:spLocks noChangeArrowheads="1"/>
          </p:cNvSpPr>
          <p:nvPr/>
        </p:nvSpPr>
        <p:spPr bwMode="auto">
          <a:xfrm>
            <a:off x="1879600" y="1181100"/>
            <a:ext cx="1524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4" name="Freeform 13">
            <a:extLst>
              <a:ext uri="{FF2B5EF4-FFF2-40B4-BE49-F238E27FC236}">
                <a16:creationId xmlns:a16="http://schemas.microsoft.com/office/drawing/2014/main" id="{ABDBBEF5-872F-6841-8841-5208D11BC347}"/>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22891" name="TextBox 14">
            <a:extLst>
              <a:ext uri="{FF2B5EF4-FFF2-40B4-BE49-F238E27FC236}">
                <a16:creationId xmlns:a16="http://schemas.microsoft.com/office/drawing/2014/main" id="{75E4B3B9-7934-0842-8D36-05C2CC6DC024}"/>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3906" name="TextBox 5">
            <a:extLst>
              <a:ext uri="{FF2B5EF4-FFF2-40B4-BE49-F238E27FC236}">
                <a16:creationId xmlns:a16="http://schemas.microsoft.com/office/drawing/2014/main" id="{4B83A96A-B318-2248-B1BE-BC86D760608B}"/>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23907" name="TextBox 6">
            <a:extLst>
              <a:ext uri="{FF2B5EF4-FFF2-40B4-BE49-F238E27FC236}">
                <a16:creationId xmlns:a16="http://schemas.microsoft.com/office/drawing/2014/main" id="{AA1682A9-28BB-4D49-BC83-E210BDDEB51F}"/>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23908" name="TextBox 7">
            <a:extLst>
              <a:ext uri="{FF2B5EF4-FFF2-40B4-BE49-F238E27FC236}">
                <a16:creationId xmlns:a16="http://schemas.microsoft.com/office/drawing/2014/main" id="{89EB6B76-D14B-F64D-8E67-E5F4C6C34BBA}"/>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23909" name="TextBox 8">
            <a:extLst>
              <a:ext uri="{FF2B5EF4-FFF2-40B4-BE49-F238E27FC236}">
                <a16:creationId xmlns:a16="http://schemas.microsoft.com/office/drawing/2014/main" id="{ECF1891A-708B-F84F-B70D-46C0727F2029}"/>
              </a:ext>
            </a:extLst>
          </p:cNvPr>
          <p:cNvSpPr txBox="1">
            <a:spLocks noChangeArrowheads="1"/>
          </p:cNvSpPr>
          <p:nvPr/>
        </p:nvSpPr>
        <p:spPr bwMode="auto">
          <a:xfrm>
            <a:off x="1982788" y="3933825"/>
            <a:ext cx="15224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3911" name="TextBox 11">
            <a:extLst>
              <a:ext uri="{FF2B5EF4-FFF2-40B4-BE49-F238E27FC236}">
                <a16:creationId xmlns:a16="http://schemas.microsoft.com/office/drawing/2014/main" id="{444B46C2-B0EE-8649-94A5-3E8301A44A56}"/>
              </a:ext>
            </a:extLst>
          </p:cNvPr>
          <p:cNvSpPr txBox="1">
            <a:spLocks noChangeArrowheads="1"/>
          </p:cNvSpPr>
          <p:nvPr/>
        </p:nvSpPr>
        <p:spPr bwMode="auto">
          <a:xfrm>
            <a:off x="1828800" y="22558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 name="Cloud 1">
            <a:extLst>
              <a:ext uri="{FF2B5EF4-FFF2-40B4-BE49-F238E27FC236}">
                <a16:creationId xmlns:a16="http://schemas.microsoft.com/office/drawing/2014/main" id="{8AC64C69-9B6E-8343-96CA-EC760FF8291E}"/>
              </a:ext>
            </a:extLst>
          </p:cNvPr>
          <p:cNvSpPr/>
          <p:nvPr/>
        </p:nvSpPr>
        <p:spPr>
          <a:xfrm>
            <a:off x="2759075" y="309563"/>
            <a:ext cx="1905000" cy="1595437"/>
          </a:xfrm>
          <a:prstGeom prst="cloud">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2248BB45-8825-1046-B031-275420DE0659}"/>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23914" name="TextBox 14">
            <a:extLst>
              <a:ext uri="{FF2B5EF4-FFF2-40B4-BE49-F238E27FC236}">
                <a16:creationId xmlns:a16="http://schemas.microsoft.com/office/drawing/2014/main" id="{EE259DCF-EC5F-6348-8CAA-80E55C37C4C7}"/>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
        <p:nvSpPr>
          <p:cNvPr id="123915" name="TextBox 12">
            <a:extLst>
              <a:ext uri="{FF2B5EF4-FFF2-40B4-BE49-F238E27FC236}">
                <a16:creationId xmlns:a16="http://schemas.microsoft.com/office/drawing/2014/main" id="{EB57E863-FEA4-E24F-BC23-D2ACAF0111C8}"/>
              </a:ext>
            </a:extLst>
          </p:cNvPr>
          <p:cNvSpPr txBox="1">
            <a:spLocks noChangeArrowheads="1"/>
          </p:cNvSpPr>
          <p:nvPr/>
        </p:nvSpPr>
        <p:spPr bwMode="auto">
          <a:xfrm>
            <a:off x="1828800" y="12652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4930" name="TextBox 5">
            <a:extLst>
              <a:ext uri="{FF2B5EF4-FFF2-40B4-BE49-F238E27FC236}">
                <a16:creationId xmlns:a16="http://schemas.microsoft.com/office/drawing/2014/main" id="{879CAAD9-B0B8-174A-92DB-883C39C5F33D}"/>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24931" name="TextBox 6">
            <a:extLst>
              <a:ext uri="{FF2B5EF4-FFF2-40B4-BE49-F238E27FC236}">
                <a16:creationId xmlns:a16="http://schemas.microsoft.com/office/drawing/2014/main" id="{5005AE95-3B1F-2B48-86F7-ED48D4CCCE13}"/>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24932" name="TextBox 7">
            <a:extLst>
              <a:ext uri="{FF2B5EF4-FFF2-40B4-BE49-F238E27FC236}">
                <a16:creationId xmlns:a16="http://schemas.microsoft.com/office/drawing/2014/main" id="{7763166D-1835-B54C-AEF2-9F19BB5DDB5B}"/>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24933" name="TextBox 8">
            <a:extLst>
              <a:ext uri="{FF2B5EF4-FFF2-40B4-BE49-F238E27FC236}">
                <a16:creationId xmlns:a16="http://schemas.microsoft.com/office/drawing/2014/main" id="{8C1DD0A9-7380-1D41-AE76-B2A8606D4A45}"/>
              </a:ext>
            </a:extLst>
          </p:cNvPr>
          <p:cNvSpPr txBox="1">
            <a:spLocks noChangeArrowheads="1"/>
          </p:cNvSpPr>
          <p:nvPr/>
        </p:nvSpPr>
        <p:spPr bwMode="auto">
          <a:xfrm>
            <a:off x="1982788" y="3933825"/>
            <a:ext cx="15224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4935" name="TextBox 11">
            <a:extLst>
              <a:ext uri="{FF2B5EF4-FFF2-40B4-BE49-F238E27FC236}">
                <a16:creationId xmlns:a16="http://schemas.microsoft.com/office/drawing/2014/main" id="{61741A1D-A406-C447-93FD-2D45EE1DB48F}"/>
              </a:ext>
            </a:extLst>
          </p:cNvPr>
          <p:cNvSpPr txBox="1">
            <a:spLocks noChangeArrowheads="1"/>
          </p:cNvSpPr>
          <p:nvPr/>
        </p:nvSpPr>
        <p:spPr bwMode="auto">
          <a:xfrm>
            <a:off x="1828800" y="23320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 name="Cloud 1">
            <a:extLst>
              <a:ext uri="{FF2B5EF4-FFF2-40B4-BE49-F238E27FC236}">
                <a16:creationId xmlns:a16="http://schemas.microsoft.com/office/drawing/2014/main" id="{8AC64C69-9B6E-8343-96CA-EC760FF8291E}"/>
              </a:ext>
            </a:extLst>
          </p:cNvPr>
          <p:cNvSpPr/>
          <p:nvPr/>
        </p:nvSpPr>
        <p:spPr>
          <a:xfrm>
            <a:off x="2759075" y="-1104900"/>
            <a:ext cx="2193925" cy="3009900"/>
          </a:xfrm>
          <a:prstGeom prst="cloud">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2248BB45-8825-1046-B031-275420DE0659}"/>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24938" name="TextBox 14">
            <a:extLst>
              <a:ext uri="{FF2B5EF4-FFF2-40B4-BE49-F238E27FC236}">
                <a16:creationId xmlns:a16="http://schemas.microsoft.com/office/drawing/2014/main" id="{1A440217-C1BF-2A41-9678-DCA2485AF86B}"/>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
        <p:nvSpPr>
          <p:cNvPr id="124939" name="TextBox 12">
            <a:extLst>
              <a:ext uri="{FF2B5EF4-FFF2-40B4-BE49-F238E27FC236}">
                <a16:creationId xmlns:a16="http://schemas.microsoft.com/office/drawing/2014/main" id="{1B057D12-F015-AF4C-B568-904E9C2FA48C}"/>
              </a:ext>
            </a:extLst>
          </p:cNvPr>
          <p:cNvSpPr txBox="1">
            <a:spLocks noChangeArrowheads="1"/>
          </p:cNvSpPr>
          <p:nvPr/>
        </p:nvSpPr>
        <p:spPr bwMode="auto">
          <a:xfrm>
            <a:off x="1828800" y="13414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24940" name="TextBox 15">
            <a:extLst>
              <a:ext uri="{FF2B5EF4-FFF2-40B4-BE49-F238E27FC236}">
                <a16:creationId xmlns:a16="http://schemas.microsoft.com/office/drawing/2014/main" id="{CB17FA6A-E35C-BF44-AA43-46AFC8C3E70A}"/>
              </a:ext>
            </a:extLst>
          </p:cNvPr>
          <p:cNvSpPr txBox="1">
            <a:spLocks noChangeArrowheads="1"/>
          </p:cNvSpPr>
          <p:nvPr/>
        </p:nvSpPr>
        <p:spPr bwMode="auto">
          <a:xfrm>
            <a:off x="4953000" y="55563"/>
            <a:ext cx="11763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5954" name="TextBox 5">
            <a:extLst>
              <a:ext uri="{FF2B5EF4-FFF2-40B4-BE49-F238E27FC236}">
                <a16:creationId xmlns:a16="http://schemas.microsoft.com/office/drawing/2014/main" id="{7D94FE5A-B56C-8F4F-A489-E3B909FA01EC}"/>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25955" name="TextBox 6">
            <a:extLst>
              <a:ext uri="{FF2B5EF4-FFF2-40B4-BE49-F238E27FC236}">
                <a16:creationId xmlns:a16="http://schemas.microsoft.com/office/drawing/2014/main" id="{A0E2E493-4706-2E4B-ABCF-E0AEDD6E4AF4}"/>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25956" name="TextBox 7">
            <a:extLst>
              <a:ext uri="{FF2B5EF4-FFF2-40B4-BE49-F238E27FC236}">
                <a16:creationId xmlns:a16="http://schemas.microsoft.com/office/drawing/2014/main" id="{FBFA7820-D953-F54B-B004-9C32D708D02C}"/>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25957" name="TextBox 8">
            <a:extLst>
              <a:ext uri="{FF2B5EF4-FFF2-40B4-BE49-F238E27FC236}">
                <a16:creationId xmlns:a16="http://schemas.microsoft.com/office/drawing/2014/main" id="{47E93611-E07D-DA48-814D-3AEACA611740}"/>
              </a:ext>
            </a:extLst>
          </p:cNvPr>
          <p:cNvSpPr txBox="1">
            <a:spLocks noChangeArrowheads="1"/>
          </p:cNvSpPr>
          <p:nvPr/>
        </p:nvSpPr>
        <p:spPr bwMode="auto">
          <a:xfrm>
            <a:off x="1982788" y="3933825"/>
            <a:ext cx="15224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5959" name="TextBox 11">
            <a:extLst>
              <a:ext uri="{FF2B5EF4-FFF2-40B4-BE49-F238E27FC236}">
                <a16:creationId xmlns:a16="http://schemas.microsoft.com/office/drawing/2014/main" id="{4B1F93D4-F1EA-4045-B0C5-F33D7D27CEDC}"/>
              </a:ext>
            </a:extLst>
          </p:cNvPr>
          <p:cNvSpPr txBox="1">
            <a:spLocks noChangeArrowheads="1"/>
          </p:cNvSpPr>
          <p:nvPr/>
        </p:nvSpPr>
        <p:spPr bwMode="auto">
          <a:xfrm>
            <a:off x="1828800" y="23320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 name="Cloud 1">
            <a:extLst>
              <a:ext uri="{FF2B5EF4-FFF2-40B4-BE49-F238E27FC236}">
                <a16:creationId xmlns:a16="http://schemas.microsoft.com/office/drawing/2014/main" id="{8AC64C69-9B6E-8343-96CA-EC760FF8291E}"/>
              </a:ext>
            </a:extLst>
          </p:cNvPr>
          <p:cNvSpPr/>
          <p:nvPr/>
        </p:nvSpPr>
        <p:spPr>
          <a:xfrm>
            <a:off x="2759075" y="-1104900"/>
            <a:ext cx="2193925" cy="3009900"/>
          </a:xfrm>
          <a:prstGeom prst="cloud">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2248BB45-8825-1046-B031-275420DE0659}"/>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25962" name="TextBox 14">
            <a:extLst>
              <a:ext uri="{FF2B5EF4-FFF2-40B4-BE49-F238E27FC236}">
                <a16:creationId xmlns:a16="http://schemas.microsoft.com/office/drawing/2014/main" id="{7C3CD0F5-E682-FB44-8198-DCBC51FC6866}"/>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
        <p:nvSpPr>
          <p:cNvPr id="125963" name="TextBox 12">
            <a:extLst>
              <a:ext uri="{FF2B5EF4-FFF2-40B4-BE49-F238E27FC236}">
                <a16:creationId xmlns:a16="http://schemas.microsoft.com/office/drawing/2014/main" id="{8BD9FACD-6F0A-6746-962E-18923989AD82}"/>
              </a:ext>
            </a:extLst>
          </p:cNvPr>
          <p:cNvSpPr txBox="1">
            <a:spLocks noChangeArrowheads="1"/>
          </p:cNvSpPr>
          <p:nvPr/>
        </p:nvSpPr>
        <p:spPr bwMode="auto">
          <a:xfrm>
            <a:off x="1828800" y="13414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25964" name="TextBox 15">
            <a:extLst>
              <a:ext uri="{FF2B5EF4-FFF2-40B4-BE49-F238E27FC236}">
                <a16:creationId xmlns:a16="http://schemas.microsoft.com/office/drawing/2014/main" id="{562EFD26-2342-3F4D-8255-648B1629F151}"/>
              </a:ext>
            </a:extLst>
          </p:cNvPr>
          <p:cNvSpPr txBox="1">
            <a:spLocks noChangeArrowheads="1"/>
          </p:cNvSpPr>
          <p:nvPr/>
        </p:nvSpPr>
        <p:spPr bwMode="auto">
          <a:xfrm>
            <a:off x="4953000" y="55563"/>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grpSp>
        <p:nvGrpSpPr>
          <p:cNvPr id="125965" name="Group 19">
            <a:extLst>
              <a:ext uri="{FF2B5EF4-FFF2-40B4-BE49-F238E27FC236}">
                <a16:creationId xmlns:a16="http://schemas.microsoft.com/office/drawing/2014/main" id="{188013BB-8AD4-0945-8C22-2A2E9C0EEA02}"/>
              </a:ext>
            </a:extLst>
          </p:cNvPr>
          <p:cNvGrpSpPr>
            <a:grpSpLocks/>
          </p:cNvGrpSpPr>
          <p:nvPr/>
        </p:nvGrpSpPr>
        <p:grpSpPr bwMode="auto">
          <a:xfrm flipH="1">
            <a:off x="3413125" y="1050925"/>
            <a:ext cx="920750" cy="1176338"/>
            <a:chOff x="4546998" y="3312417"/>
            <a:chExt cx="901305" cy="1176595"/>
          </a:xfrm>
        </p:grpSpPr>
        <p:cxnSp>
          <p:nvCxnSpPr>
            <p:cNvPr id="21" name="Straight Connector 20">
              <a:extLst>
                <a:ext uri="{FF2B5EF4-FFF2-40B4-BE49-F238E27FC236}">
                  <a16:creationId xmlns:a16="http://schemas.microsoft.com/office/drawing/2014/main" id="{8583999B-55CF-9047-9F17-258FCE5D95A3}"/>
                </a:ext>
              </a:extLst>
            </p:cNvPr>
            <p:cNvCxnSpPr>
              <a:cxnSpLocks/>
            </p:cNvCxnSpPr>
            <p:nvPr/>
          </p:nvCxnSpPr>
          <p:spPr>
            <a:xfrm flipH="1">
              <a:off x="4546998" y="3312417"/>
              <a:ext cx="380723" cy="1109905"/>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9737097C-6698-6A49-88BA-C2B9DE9A6D8C}"/>
                </a:ext>
              </a:extLst>
            </p:cNvPr>
            <p:cNvCxnSpPr>
              <a:cxnSpLocks/>
            </p:cNvCxnSpPr>
            <p:nvPr/>
          </p:nvCxnSpPr>
          <p:spPr>
            <a:xfrm flipH="1">
              <a:off x="4686856" y="3361641"/>
              <a:ext cx="380723" cy="1109904"/>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BF94B985-DF20-5B44-976D-39D2C23147BB}"/>
                </a:ext>
              </a:extLst>
            </p:cNvPr>
            <p:cNvCxnSpPr>
              <a:cxnSpLocks/>
            </p:cNvCxnSpPr>
            <p:nvPr/>
          </p:nvCxnSpPr>
          <p:spPr>
            <a:xfrm flipH="1">
              <a:off x="4839145" y="3347350"/>
              <a:ext cx="380723" cy="1109905"/>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2BA71BE-2E3E-204E-A638-0759D9946421}"/>
                </a:ext>
              </a:extLst>
            </p:cNvPr>
            <p:cNvCxnSpPr>
              <a:cxnSpLocks/>
            </p:cNvCxnSpPr>
            <p:nvPr/>
          </p:nvCxnSpPr>
          <p:spPr>
            <a:xfrm flipH="1">
              <a:off x="4955693" y="3369579"/>
              <a:ext cx="380724" cy="1109905"/>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DC2E7469-3C33-1B48-AF00-305E26688EBA}"/>
                </a:ext>
              </a:extLst>
            </p:cNvPr>
            <p:cNvCxnSpPr>
              <a:cxnSpLocks/>
            </p:cNvCxnSpPr>
            <p:nvPr/>
          </p:nvCxnSpPr>
          <p:spPr>
            <a:xfrm flipH="1">
              <a:off x="5067579" y="3379107"/>
              <a:ext cx="380724" cy="1109905"/>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6978" name="TextBox 5">
            <a:extLst>
              <a:ext uri="{FF2B5EF4-FFF2-40B4-BE49-F238E27FC236}">
                <a16:creationId xmlns:a16="http://schemas.microsoft.com/office/drawing/2014/main" id="{C403047D-C5CE-EB49-9E6A-F9139B3EB804}"/>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26979" name="TextBox 6">
            <a:extLst>
              <a:ext uri="{FF2B5EF4-FFF2-40B4-BE49-F238E27FC236}">
                <a16:creationId xmlns:a16="http://schemas.microsoft.com/office/drawing/2014/main" id="{DE772B86-978B-6743-8F03-AE523C3552F7}"/>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26980" name="TextBox 7">
            <a:extLst>
              <a:ext uri="{FF2B5EF4-FFF2-40B4-BE49-F238E27FC236}">
                <a16:creationId xmlns:a16="http://schemas.microsoft.com/office/drawing/2014/main" id="{3FB3B820-173D-8146-99BA-91859AA4A9A8}"/>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26981" name="TextBox 8">
            <a:extLst>
              <a:ext uri="{FF2B5EF4-FFF2-40B4-BE49-F238E27FC236}">
                <a16:creationId xmlns:a16="http://schemas.microsoft.com/office/drawing/2014/main" id="{C9CA684D-DF1D-8043-8891-AE131CCFF40B}"/>
              </a:ext>
            </a:extLst>
          </p:cNvPr>
          <p:cNvSpPr txBox="1">
            <a:spLocks noChangeArrowheads="1"/>
          </p:cNvSpPr>
          <p:nvPr/>
        </p:nvSpPr>
        <p:spPr bwMode="auto">
          <a:xfrm>
            <a:off x="1982788" y="3933825"/>
            <a:ext cx="15224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6983" name="TextBox 11">
            <a:extLst>
              <a:ext uri="{FF2B5EF4-FFF2-40B4-BE49-F238E27FC236}">
                <a16:creationId xmlns:a16="http://schemas.microsoft.com/office/drawing/2014/main" id="{C7737BF8-54DD-8E4D-A760-3E707EDAB676}"/>
              </a:ext>
            </a:extLst>
          </p:cNvPr>
          <p:cNvSpPr txBox="1">
            <a:spLocks noChangeArrowheads="1"/>
          </p:cNvSpPr>
          <p:nvPr/>
        </p:nvSpPr>
        <p:spPr bwMode="auto">
          <a:xfrm>
            <a:off x="1828800" y="23320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 name="Cloud 1">
            <a:extLst>
              <a:ext uri="{FF2B5EF4-FFF2-40B4-BE49-F238E27FC236}">
                <a16:creationId xmlns:a16="http://schemas.microsoft.com/office/drawing/2014/main" id="{8AC64C69-9B6E-8343-96CA-EC760FF8291E}"/>
              </a:ext>
            </a:extLst>
          </p:cNvPr>
          <p:cNvSpPr/>
          <p:nvPr/>
        </p:nvSpPr>
        <p:spPr>
          <a:xfrm>
            <a:off x="2759075" y="-1104900"/>
            <a:ext cx="2193925" cy="3009900"/>
          </a:xfrm>
          <a:prstGeom prst="cloud">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2248BB45-8825-1046-B031-275420DE0659}"/>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26986" name="TextBox 14">
            <a:extLst>
              <a:ext uri="{FF2B5EF4-FFF2-40B4-BE49-F238E27FC236}">
                <a16:creationId xmlns:a16="http://schemas.microsoft.com/office/drawing/2014/main" id="{9916039D-7E6F-0E48-8749-9E3984915F97}"/>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
        <p:nvSpPr>
          <p:cNvPr id="126987" name="TextBox 12">
            <a:extLst>
              <a:ext uri="{FF2B5EF4-FFF2-40B4-BE49-F238E27FC236}">
                <a16:creationId xmlns:a16="http://schemas.microsoft.com/office/drawing/2014/main" id="{D4C7CC22-ED12-7B4C-B80E-0314DCE63D65}"/>
              </a:ext>
            </a:extLst>
          </p:cNvPr>
          <p:cNvSpPr txBox="1">
            <a:spLocks noChangeArrowheads="1"/>
          </p:cNvSpPr>
          <p:nvPr/>
        </p:nvSpPr>
        <p:spPr bwMode="auto">
          <a:xfrm>
            <a:off x="1828800" y="13414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26988" name="TextBox 15">
            <a:extLst>
              <a:ext uri="{FF2B5EF4-FFF2-40B4-BE49-F238E27FC236}">
                <a16:creationId xmlns:a16="http://schemas.microsoft.com/office/drawing/2014/main" id="{876738B9-1246-E54E-873B-89C90EAA29F8}"/>
              </a:ext>
            </a:extLst>
          </p:cNvPr>
          <p:cNvSpPr txBox="1">
            <a:spLocks noChangeArrowheads="1"/>
          </p:cNvSpPr>
          <p:nvPr/>
        </p:nvSpPr>
        <p:spPr bwMode="auto">
          <a:xfrm>
            <a:off x="4953000" y="55563"/>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grpSp>
        <p:nvGrpSpPr>
          <p:cNvPr id="126989" name="Group 19">
            <a:extLst>
              <a:ext uri="{FF2B5EF4-FFF2-40B4-BE49-F238E27FC236}">
                <a16:creationId xmlns:a16="http://schemas.microsoft.com/office/drawing/2014/main" id="{EEAE0698-9648-7E4D-AD86-E71B31A42078}"/>
              </a:ext>
            </a:extLst>
          </p:cNvPr>
          <p:cNvGrpSpPr>
            <a:grpSpLocks/>
          </p:cNvGrpSpPr>
          <p:nvPr/>
        </p:nvGrpSpPr>
        <p:grpSpPr bwMode="auto">
          <a:xfrm flipH="1">
            <a:off x="3413125" y="1050925"/>
            <a:ext cx="920750" cy="1176338"/>
            <a:chOff x="4546998" y="3312417"/>
            <a:chExt cx="901305" cy="1176595"/>
          </a:xfrm>
        </p:grpSpPr>
        <p:cxnSp>
          <p:nvCxnSpPr>
            <p:cNvPr id="21" name="Straight Connector 20">
              <a:extLst>
                <a:ext uri="{FF2B5EF4-FFF2-40B4-BE49-F238E27FC236}">
                  <a16:creationId xmlns:a16="http://schemas.microsoft.com/office/drawing/2014/main" id="{8583999B-55CF-9047-9F17-258FCE5D95A3}"/>
                </a:ext>
              </a:extLst>
            </p:cNvPr>
            <p:cNvCxnSpPr>
              <a:cxnSpLocks/>
            </p:cNvCxnSpPr>
            <p:nvPr/>
          </p:nvCxnSpPr>
          <p:spPr>
            <a:xfrm flipH="1">
              <a:off x="4546998" y="3312417"/>
              <a:ext cx="380723" cy="1109905"/>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9737097C-6698-6A49-88BA-C2B9DE9A6D8C}"/>
                </a:ext>
              </a:extLst>
            </p:cNvPr>
            <p:cNvCxnSpPr>
              <a:cxnSpLocks/>
            </p:cNvCxnSpPr>
            <p:nvPr/>
          </p:nvCxnSpPr>
          <p:spPr>
            <a:xfrm flipH="1">
              <a:off x="4686856" y="3361641"/>
              <a:ext cx="380723" cy="1109904"/>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BF94B985-DF20-5B44-976D-39D2C23147BB}"/>
                </a:ext>
              </a:extLst>
            </p:cNvPr>
            <p:cNvCxnSpPr>
              <a:cxnSpLocks/>
            </p:cNvCxnSpPr>
            <p:nvPr/>
          </p:nvCxnSpPr>
          <p:spPr>
            <a:xfrm flipH="1">
              <a:off x="4839145" y="3347350"/>
              <a:ext cx="380723" cy="1109905"/>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2BA71BE-2E3E-204E-A638-0759D9946421}"/>
                </a:ext>
              </a:extLst>
            </p:cNvPr>
            <p:cNvCxnSpPr>
              <a:cxnSpLocks/>
            </p:cNvCxnSpPr>
            <p:nvPr/>
          </p:nvCxnSpPr>
          <p:spPr>
            <a:xfrm flipH="1">
              <a:off x="4955693" y="3369579"/>
              <a:ext cx="380724" cy="1109905"/>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DC2E7469-3C33-1B48-AF00-305E26688EBA}"/>
                </a:ext>
              </a:extLst>
            </p:cNvPr>
            <p:cNvCxnSpPr>
              <a:cxnSpLocks/>
            </p:cNvCxnSpPr>
            <p:nvPr/>
          </p:nvCxnSpPr>
          <p:spPr>
            <a:xfrm flipH="1">
              <a:off x="5067579" y="3379107"/>
              <a:ext cx="380724" cy="1109905"/>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grpSp>
      <p:sp>
        <p:nvSpPr>
          <p:cNvPr id="3" name="Rectangle 2">
            <a:extLst>
              <a:ext uri="{FF2B5EF4-FFF2-40B4-BE49-F238E27FC236}">
                <a16:creationId xmlns:a16="http://schemas.microsoft.com/office/drawing/2014/main" id="{2F00BDFB-86C1-5D45-AB22-C21727002A47}"/>
              </a:ext>
            </a:extLst>
          </p:cNvPr>
          <p:cNvSpPr/>
          <p:nvPr/>
        </p:nvSpPr>
        <p:spPr>
          <a:xfrm>
            <a:off x="533400" y="2227263"/>
            <a:ext cx="7772400" cy="3144837"/>
          </a:xfrm>
          <a:prstGeom prst="rect">
            <a:avLst/>
          </a:prstGeom>
          <a:solidFill>
            <a:srgbClr val="7030A0"/>
          </a:solidFill>
          <a:ln>
            <a:solidFill>
              <a:srgbClr val="7030A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t>What is the shape of a raindrop?</a:t>
            </a:r>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p:txBody>
      </p:sp>
      <p:sp>
        <p:nvSpPr>
          <p:cNvPr id="5" name="Oval 4">
            <a:extLst>
              <a:ext uri="{FF2B5EF4-FFF2-40B4-BE49-F238E27FC236}">
                <a16:creationId xmlns:a16="http://schemas.microsoft.com/office/drawing/2014/main" id="{92CFC729-79DE-2D4B-8E88-E656A6AD3B6A}"/>
              </a:ext>
            </a:extLst>
          </p:cNvPr>
          <p:cNvSpPr/>
          <p:nvPr/>
        </p:nvSpPr>
        <p:spPr>
          <a:xfrm>
            <a:off x="1366838" y="3651250"/>
            <a:ext cx="560387" cy="5651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Oval 10">
            <a:extLst>
              <a:ext uri="{FF2B5EF4-FFF2-40B4-BE49-F238E27FC236}">
                <a16:creationId xmlns:a16="http://schemas.microsoft.com/office/drawing/2014/main" id="{15D6CCE4-7C2A-3A41-BE52-B330D55F9C9A}"/>
              </a:ext>
            </a:extLst>
          </p:cNvPr>
          <p:cNvSpPr/>
          <p:nvPr/>
        </p:nvSpPr>
        <p:spPr>
          <a:xfrm>
            <a:off x="5260975" y="3729038"/>
            <a:ext cx="1203325"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 name="Teardrop 16">
            <a:extLst>
              <a:ext uri="{FF2B5EF4-FFF2-40B4-BE49-F238E27FC236}">
                <a16:creationId xmlns:a16="http://schemas.microsoft.com/office/drawing/2014/main" id="{EF13DB12-8BAE-8C47-AFAE-15E748805597}"/>
              </a:ext>
            </a:extLst>
          </p:cNvPr>
          <p:cNvSpPr/>
          <p:nvPr/>
        </p:nvSpPr>
        <p:spPr>
          <a:xfrm rot="18814625">
            <a:off x="2518569" y="3594894"/>
            <a:ext cx="763587" cy="733425"/>
          </a:xfrm>
          <a:prstGeom prst="teardrop">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nvGrpSpPr>
          <p:cNvPr id="126994" name="Group 25">
            <a:extLst>
              <a:ext uri="{FF2B5EF4-FFF2-40B4-BE49-F238E27FC236}">
                <a16:creationId xmlns:a16="http://schemas.microsoft.com/office/drawing/2014/main" id="{EF0B8CCE-767B-0F4F-872F-135A2CA53CF3}"/>
              </a:ext>
            </a:extLst>
          </p:cNvPr>
          <p:cNvGrpSpPr>
            <a:grpSpLocks/>
          </p:cNvGrpSpPr>
          <p:nvPr/>
        </p:nvGrpSpPr>
        <p:grpSpPr bwMode="auto">
          <a:xfrm>
            <a:off x="3517900" y="3749675"/>
            <a:ext cx="1435100" cy="877888"/>
            <a:chOff x="5127903" y="3347439"/>
            <a:chExt cx="1435036" cy="878893"/>
          </a:xfrm>
        </p:grpSpPr>
        <p:sp>
          <p:nvSpPr>
            <p:cNvPr id="18" name="Oval 17">
              <a:extLst>
                <a:ext uri="{FF2B5EF4-FFF2-40B4-BE49-F238E27FC236}">
                  <a16:creationId xmlns:a16="http://schemas.microsoft.com/office/drawing/2014/main" id="{A99868B1-3DCD-904D-9314-2B0979948A7C}"/>
                </a:ext>
              </a:extLst>
            </p:cNvPr>
            <p:cNvSpPr/>
            <p:nvPr/>
          </p:nvSpPr>
          <p:spPr>
            <a:xfrm>
              <a:off x="5491425" y="3347439"/>
              <a:ext cx="757203" cy="6993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 name="Rectangle 18">
              <a:extLst>
                <a:ext uri="{FF2B5EF4-FFF2-40B4-BE49-F238E27FC236}">
                  <a16:creationId xmlns:a16="http://schemas.microsoft.com/office/drawing/2014/main" id="{C22D453B-1E6A-1549-8E2A-73D540DEB632}"/>
                </a:ext>
              </a:extLst>
            </p:cNvPr>
            <p:cNvSpPr/>
            <p:nvPr/>
          </p:nvSpPr>
          <p:spPr>
            <a:xfrm>
              <a:off x="5127903" y="3697089"/>
              <a:ext cx="1435036" cy="529243"/>
            </a:xfrm>
            <a:prstGeom prst="rect">
              <a:avLst/>
            </a:prstGeom>
            <a:solidFill>
              <a:srgbClr val="7030A0"/>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endParaRPr lang="en-US">
                <a:ln w="0"/>
                <a:solidFill>
                  <a:schemeClr val="tx1"/>
                </a:solidFill>
                <a:effectLst>
                  <a:outerShdw blurRad="38100" dist="19050" dir="2700000" algn="tl" rotWithShape="0">
                    <a:schemeClr val="dk1">
                      <a:alpha val="40000"/>
                    </a:schemeClr>
                  </a:outerShdw>
                </a:effectLst>
              </a:endParaRPr>
            </a:p>
          </p:txBody>
        </p:sp>
      </p:grpSp>
      <p:sp>
        <p:nvSpPr>
          <p:cNvPr id="27" name="Oval 26">
            <a:extLst>
              <a:ext uri="{FF2B5EF4-FFF2-40B4-BE49-F238E27FC236}">
                <a16:creationId xmlns:a16="http://schemas.microsoft.com/office/drawing/2014/main" id="{3D429E3A-16C4-4B46-94BE-99B06E46BA1F}"/>
              </a:ext>
            </a:extLst>
          </p:cNvPr>
          <p:cNvSpPr/>
          <p:nvPr/>
        </p:nvSpPr>
        <p:spPr>
          <a:xfrm>
            <a:off x="6950075" y="3089275"/>
            <a:ext cx="739775" cy="1690688"/>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6996" name="TextBox 27">
            <a:extLst>
              <a:ext uri="{FF2B5EF4-FFF2-40B4-BE49-F238E27FC236}">
                <a16:creationId xmlns:a16="http://schemas.microsoft.com/office/drawing/2014/main" id="{6EB85027-6302-6644-BA02-FCD9398B8428}"/>
              </a:ext>
            </a:extLst>
          </p:cNvPr>
          <p:cNvSpPr txBox="1">
            <a:spLocks noChangeArrowheads="1"/>
          </p:cNvSpPr>
          <p:nvPr/>
        </p:nvSpPr>
        <p:spPr bwMode="auto">
          <a:xfrm>
            <a:off x="1447800" y="4491038"/>
            <a:ext cx="588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FF00"/>
                </a:solidFill>
                <a:cs typeface="Arial" panose="020B0604020202020204" pitchFamily="34" charset="0"/>
              </a:rPr>
              <a:t>A</a:t>
            </a:r>
          </a:p>
        </p:txBody>
      </p:sp>
      <p:sp>
        <p:nvSpPr>
          <p:cNvPr id="126997" name="TextBox 28">
            <a:extLst>
              <a:ext uri="{FF2B5EF4-FFF2-40B4-BE49-F238E27FC236}">
                <a16:creationId xmlns:a16="http://schemas.microsoft.com/office/drawing/2014/main" id="{33FEEBFF-3673-F443-A394-3C596173F60C}"/>
              </a:ext>
            </a:extLst>
          </p:cNvPr>
          <p:cNvSpPr txBox="1">
            <a:spLocks noChangeArrowheads="1"/>
          </p:cNvSpPr>
          <p:nvPr/>
        </p:nvSpPr>
        <p:spPr bwMode="auto">
          <a:xfrm>
            <a:off x="2687638" y="4448175"/>
            <a:ext cx="588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FF00"/>
                </a:solidFill>
                <a:cs typeface="Arial" panose="020B0604020202020204" pitchFamily="34" charset="0"/>
              </a:rPr>
              <a:t>B</a:t>
            </a:r>
          </a:p>
        </p:txBody>
      </p:sp>
      <p:sp>
        <p:nvSpPr>
          <p:cNvPr id="126998" name="TextBox 29">
            <a:extLst>
              <a:ext uri="{FF2B5EF4-FFF2-40B4-BE49-F238E27FC236}">
                <a16:creationId xmlns:a16="http://schemas.microsoft.com/office/drawing/2014/main" id="{68E82CF5-EBE9-F14A-9930-8B575E167FAD}"/>
              </a:ext>
            </a:extLst>
          </p:cNvPr>
          <p:cNvSpPr txBox="1">
            <a:spLocks noChangeArrowheads="1"/>
          </p:cNvSpPr>
          <p:nvPr/>
        </p:nvSpPr>
        <p:spPr bwMode="auto">
          <a:xfrm>
            <a:off x="4054475" y="4425950"/>
            <a:ext cx="590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FF00"/>
                </a:solidFill>
                <a:cs typeface="Arial" panose="020B0604020202020204" pitchFamily="34" charset="0"/>
              </a:rPr>
              <a:t>C</a:t>
            </a:r>
          </a:p>
        </p:txBody>
      </p:sp>
      <p:sp>
        <p:nvSpPr>
          <p:cNvPr id="126999" name="TextBox 30">
            <a:extLst>
              <a:ext uri="{FF2B5EF4-FFF2-40B4-BE49-F238E27FC236}">
                <a16:creationId xmlns:a16="http://schemas.microsoft.com/office/drawing/2014/main" id="{A987B2A8-74E0-1A4C-8374-CB5ED8479496}"/>
              </a:ext>
            </a:extLst>
          </p:cNvPr>
          <p:cNvSpPr txBox="1">
            <a:spLocks noChangeArrowheads="1"/>
          </p:cNvSpPr>
          <p:nvPr/>
        </p:nvSpPr>
        <p:spPr bwMode="auto">
          <a:xfrm>
            <a:off x="5673725" y="4389438"/>
            <a:ext cx="588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FF00"/>
                </a:solidFill>
                <a:cs typeface="Arial" panose="020B0604020202020204" pitchFamily="34" charset="0"/>
              </a:rPr>
              <a:t>D</a:t>
            </a:r>
          </a:p>
        </p:txBody>
      </p:sp>
      <p:sp>
        <p:nvSpPr>
          <p:cNvPr id="127000" name="TextBox 31">
            <a:extLst>
              <a:ext uri="{FF2B5EF4-FFF2-40B4-BE49-F238E27FC236}">
                <a16:creationId xmlns:a16="http://schemas.microsoft.com/office/drawing/2014/main" id="{6298D024-2158-044C-B97C-0D0BA8FA0EA2}"/>
              </a:ext>
            </a:extLst>
          </p:cNvPr>
          <p:cNvSpPr txBox="1">
            <a:spLocks noChangeArrowheads="1"/>
          </p:cNvSpPr>
          <p:nvPr/>
        </p:nvSpPr>
        <p:spPr bwMode="auto">
          <a:xfrm>
            <a:off x="7183438" y="4822825"/>
            <a:ext cx="588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FF00"/>
                </a:solidFill>
                <a:cs typeface="Arial" panose="020B0604020202020204" pitchFamily="34" charset="0"/>
              </a:rPr>
              <a:t>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8002" name="TextBox 5">
            <a:extLst>
              <a:ext uri="{FF2B5EF4-FFF2-40B4-BE49-F238E27FC236}">
                <a16:creationId xmlns:a16="http://schemas.microsoft.com/office/drawing/2014/main" id="{BF174380-5DF5-3E4F-BFBC-2151AF74B835}"/>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28003" name="TextBox 6">
            <a:extLst>
              <a:ext uri="{FF2B5EF4-FFF2-40B4-BE49-F238E27FC236}">
                <a16:creationId xmlns:a16="http://schemas.microsoft.com/office/drawing/2014/main" id="{6F5F41CB-E190-8E48-BCF7-0BF50BC05D15}"/>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28004" name="TextBox 7">
            <a:extLst>
              <a:ext uri="{FF2B5EF4-FFF2-40B4-BE49-F238E27FC236}">
                <a16:creationId xmlns:a16="http://schemas.microsoft.com/office/drawing/2014/main" id="{DB4694FF-FAEB-1447-BCFA-CC64E25E1135}"/>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28005" name="TextBox 8">
            <a:extLst>
              <a:ext uri="{FF2B5EF4-FFF2-40B4-BE49-F238E27FC236}">
                <a16:creationId xmlns:a16="http://schemas.microsoft.com/office/drawing/2014/main" id="{1D5E95EA-161B-2141-9C44-B6C9107426AC}"/>
              </a:ext>
            </a:extLst>
          </p:cNvPr>
          <p:cNvSpPr txBox="1">
            <a:spLocks noChangeArrowheads="1"/>
          </p:cNvSpPr>
          <p:nvPr/>
        </p:nvSpPr>
        <p:spPr bwMode="auto">
          <a:xfrm>
            <a:off x="1982788" y="3933825"/>
            <a:ext cx="15224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8007" name="TextBox 11">
            <a:extLst>
              <a:ext uri="{FF2B5EF4-FFF2-40B4-BE49-F238E27FC236}">
                <a16:creationId xmlns:a16="http://schemas.microsoft.com/office/drawing/2014/main" id="{BC1CCF8D-A49E-9D45-ADD5-AE816DA8DE7F}"/>
              </a:ext>
            </a:extLst>
          </p:cNvPr>
          <p:cNvSpPr txBox="1">
            <a:spLocks noChangeArrowheads="1"/>
          </p:cNvSpPr>
          <p:nvPr/>
        </p:nvSpPr>
        <p:spPr bwMode="auto">
          <a:xfrm>
            <a:off x="1828800" y="23320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 name="Cloud 1">
            <a:extLst>
              <a:ext uri="{FF2B5EF4-FFF2-40B4-BE49-F238E27FC236}">
                <a16:creationId xmlns:a16="http://schemas.microsoft.com/office/drawing/2014/main" id="{8AC64C69-9B6E-8343-96CA-EC760FF8291E}"/>
              </a:ext>
            </a:extLst>
          </p:cNvPr>
          <p:cNvSpPr/>
          <p:nvPr/>
        </p:nvSpPr>
        <p:spPr>
          <a:xfrm>
            <a:off x="2759075" y="-1104900"/>
            <a:ext cx="2193925" cy="3009900"/>
          </a:xfrm>
          <a:prstGeom prst="cloud">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2248BB45-8825-1046-B031-275420DE0659}"/>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28010" name="TextBox 14">
            <a:extLst>
              <a:ext uri="{FF2B5EF4-FFF2-40B4-BE49-F238E27FC236}">
                <a16:creationId xmlns:a16="http://schemas.microsoft.com/office/drawing/2014/main" id="{FF9DD009-69D3-614B-96BF-54D475F3D69D}"/>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
        <p:nvSpPr>
          <p:cNvPr id="128011" name="TextBox 12">
            <a:extLst>
              <a:ext uri="{FF2B5EF4-FFF2-40B4-BE49-F238E27FC236}">
                <a16:creationId xmlns:a16="http://schemas.microsoft.com/office/drawing/2014/main" id="{97D0917A-543A-024F-A0C7-CBD170C4CBDD}"/>
              </a:ext>
            </a:extLst>
          </p:cNvPr>
          <p:cNvSpPr txBox="1">
            <a:spLocks noChangeArrowheads="1"/>
          </p:cNvSpPr>
          <p:nvPr/>
        </p:nvSpPr>
        <p:spPr bwMode="auto">
          <a:xfrm>
            <a:off x="1828800" y="13414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28012" name="TextBox 15">
            <a:extLst>
              <a:ext uri="{FF2B5EF4-FFF2-40B4-BE49-F238E27FC236}">
                <a16:creationId xmlns:a16="http://schemas.microsoft.com/office/drawing/2014/main" id="{1942A970-87D7-9C48-963D-FE3C95CB2765}"/>
              </a:ext>
            </a:extLst>
          </p:cNvPr>
          <p:cNvSpPr txBox="1">
            <a:spLocks noChangeArrowheads="1"/>
          </p:cNvSpPr>
          <p:nvPr/>
        </p:nvSpPr>
        <p:spPr bwMode="auto">
          <a:xfrm>
            <a:off x="4953000" y="55563"/>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grpSp>
        <p:nvGrpSpPr>
          <p:cNvPr id="128013" name="Group 19">
            <a:extLst>
              <a:ext uri="{FF2B5EF4-FFF2-40B4-BE49-F238E27FC236}">
                <a16:creationId xmlns:a16="http://schemas.microsoft.com/office/drawing/2014/main" id="{93E4FB22-9F8D-C84C-880A-AFC64524D4A7}"/>
              </a:ext>
            </a:extLst>
          </p:cNvPr>
          <p:cNvGrpSpPr>
            <a:grpSpLocks/>
          </p:cNvGrpSpPr>
          <p:nvPr/>
        </p:nvGrpSpPr>
        <p:grpSpPr bwMode="auto">
          <a:xfrm flipH="1">
            <a:off x="3413125" y="1050925"/>
            <a:ext cx="920750" cy="1176338"/>
            <a:chOff x="4546998" y="3312417"/>
            <a:chExt cx="901305" cy="1176595"/>
          </a:xfrm>
        </p:grpSpPr>
        <p:cxnSp>
          <p:nvCxnSpPr>
            <p:cNvPr id="21" name="Straight Connector 20">
              <a:extLst>
                <a:ext uri="{FF2B5EF4-FFF2-40B4-BE49-F238E27FC236}">
                  <a16:creationId xmlns:a16="http://schemas.microsoft.com/office/drawing/2014/main" id="{8583999B-55CF-9047-9F17-258FCE5D95A3}"/>
                </a:ext>
              </a:extLst>
            </p:cNvPr>
            <p:cNvCxnSpPr>
              <a:cxnSpLocks/>
            </p:cNvCxnSpPr>
            <p:nvPr/>
          </p:nvCxnSpPr>
          <p:spPr>
            <a:xfrm flipH="1">
              <a:off x="4546998" y="3312417"/>
              <a:ext cx="380723" cy="1109905"/>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9737097C-6698-6A49-88BA-C2B9DE9A6D8C}"/>
                </a:ext>
              </a:extLst>
            </p:cNvPr>
            <p:cNvCxnSpPr>
              <a:cxnSpLocks/>
            </p:cNvCxnSpPr>
            <p:nvPr/>
          </p:nvCxnSpPr>
          <p:spPr>
            <a:xfrm flipH="1">
              <a:off x="4686856" y="3361641"/>
              <a:ext cx="380723" cy="1109904"/>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BF94B985-DF20-5B44-976D-39D2C23147BB}"/>
                </a:ext>
              </a:extLst>
            </p:cNvPr>
            <p:cNvCxnSpPr>
              <a:cxnSpLocks/>
            </p:cNvCxnSpPr>
            <p:nvPr/>
          </p:nvCxnSpPr>
          <p:spPr>
            <a:xfrm flipH="1">
              <a:off x="4839145" y="3347350"/>
              <a:ext cx="380723" cy="1109905"/>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2BA71BE-2E3E-204E-A638-0759D9946421}"/>
                </a:ext>
              </a:extLst>
            </p:cNvPr>
            <p:cNvCxnSpPr>
              <a:cxnSpLocks/>
            </p:cNvCxnSpPr>
            <p:nvPr/>
          </p:nvCxnSpPr>
          <p:spPr>
            <a:xfrm flipH="1">
              <a:off x="4955693" y="3369579"/>
              <a:ext cx="380724" cy="1109905"/>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DC2E7469-3C33-1B48-AF00-305E26688EBA}"/>
                </a:ext>
              </a:extLst>
            </p:cNvPr>
            <p:cNvCxnSpPr>
              <a:cxnSpLocks/>
            </p:cNvCxnSpPr>
            <p:nvPr/>
          </p:nvCxnSpPr>
          <p:spPr>
            <a:xfrm flipH="1">
              <a:off x="5067579" y="3379107"/>
              <a:ext cx="380724" cy="1109905"/>
            </a:xfrm>
            <a:prstGeom prst="line">
              <a:avLst/>
            </a:prstGeom>
            <a:ln>
              <a:solidFill>
                <a:schemeClr val="accent1">
                  <a:lumMod val="50000"/>
                </a:schemeClr>
              </a:solidFill>
            </a:ln>
          </p:spPr>
          <p:style>
            <a:lnRef idx="2">
              <a:schemeClr val="accent1"/>
            </a:lnRef>
            <a:fillRef idx="0">
              <a:schemeClr val="accent1"/>
            </a:fillRef>
            <a:effectRef idx="1">
              <a:schemeClr val="accent1"/>
            </a:effectRef>
            <a:fontRef idx="minor">
              <a:schemeClr val="tx1"/>
            </a:fontRef>
          </p:style>
        </p:cxnSp>
      </p:grpSp>
      <p:sp>
        <p:nvSpPr>
          <p:cNvPr id="3" name="Rectangle 2">
            <a:extLst>
              <a:ext uri="{FF2B5EF4-FFF2-40B4-BE49-F238E27FC236}">
                <a16:creationId xmlns:a16="http://schemas.microsoft.com/office/drawing/2014/main" id="{2F00BDFB-86C1-5D45-AB22-C21727002A47}"/>
              </a:ext>
            </a:extLst>
          </p:cNvPr>
          <p:cNvSpPr/>
          <p:nvPr/>
        </p:nvSpPr>
        <p:spPr>
          <a:xfrm>
            <a:off x="533400" y="2227263"/>
            <a:ext cx="7772400" cy="3144837"/>
          </a:xfrm>
          <a:prstGeom prst="rect">
            <a:avLst/>
          </a:prstGeom>
          <a:solidFill>
            <a:srgbClr val="7030A0"/>
          </a:solidFill>
          <a:ln>
            <a:solidFill>
              <a:srgbClr val="7030A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t>What is the shape of a raindrop?</a:t>
            </a:r>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a:p>
            <a:pPr algn="ctr">
              <a:defRPr/>
            </a:pPr>
            <a:endParaRPr lang="en-US" dirty="0"/>
          </a:p>
        </p:txBody>
      </p:sp>
      <p:sp>
        <p:nvSpPr>
          <p:cNvPr id="5" name="Oval 4">
            <a:extLst>
              <a:ext uri="{FF2B5EF4-FFF2-40B4-BE49-F238E27FC236}">
                <a16:creationId xmlns:a16="http://schemas.microsoft.com/office/drawing/2014/main" id="{92CFC729-79DE-2D4B-8E88-E656A6AD3B6A}"/>
              </a:ext>
            </a:extLst>
          </p:cNvPr>
          <p:cNvSpPr/>
          <p:nvPr/>
        </p:nvSpPr>
        <p:spPr>
          <a:xfrm>
            <a:off x="1366838" y="3651250"/>
            <a:ext cx="560387" cy="5651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 name="Oval 10">
            <a:extLst>
              <a:ext uri="{FF2B5EF4-FFF2-40B4-BE49-F238E27FC236}">
                <a16:creationId xmlns:a16="http://schemas.microsoft.com/office/drawing/2014/main" id="{15D6CCE4-7C2A-3A41-BE52-B330D55F9C9A}"/>
              </a:ext>
            </a:extLst>
          </p:cNvPr>
          <p:cNvSpPr/>
          <p:nvPr/>
        </p:nvSpPr>
        <p:spPr>
          <a:xfrm>
            <a:off x="5260975" y="3729038"/>
            <a:ext cx="1203325"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 name="Teardrop 16">
            <a:extLst>
              <a:ext uri="{FF2B5EF4-FFF2-40B4-BE49-F238E27FC236}">
                <a16:creationId xmlns:a16="http://schemas.microsoft.com/office/drawing/2014/main" id="{EF13DB12-8BAE-8C47-AFAE-15E748805597}"/>
              </a:ext>
            </a:extLst>
          </p:cNvPr>
          <p:cNvSpPr/>
          <p:nvPr/>
        </p:nvSpPr>
        <p:spPr>
          <a:xfrm rot="18814625">
            <a:off x="2518569" y="3594894"/>
            <a:ext cx="763587" cy="733425"/>
          </a:xfrm>
          <a:prstGeom prst="teardrop">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grpSp>
        <p:nvGrpSpPr>
          <p:cNvPr id="128018" name="Group 25">
            <a:extLst>
              <a:ext uri="{FF2B5EF4-FFF2-40B4-BE49-F238E27FC236}">
                <a16:creationId xmlns:a16="http://schemas.microsoft.com/office/drawing/2014/main" id="{4B136DB2-F209-1741-B215-652ECCF87528}"/>
              </a:ext>
            </a:extLst>
          </p:cNvPr>
          <p:cNvGrpSpPr>
            <a:grpSpLocks/>
          </p:cNvGrpSpPr>
          <p:nvPr/>
        </p:nvGrpSpPr>
        <p:grpSpPr bwMode="auto">
          <a:xfrm>
            <a:off x="3517900" y="3749675"/>
            <a:ext cx="1435100" cy="877888"/>
            <a:chOff x="5127903" y="3347439"/>
            <a:chExt cx="1435036" cy="878893"/>
          </a:xfrm>
        </p:grpSpPr>
        <p:sp>
          <p:nvSpPr>
            <p:cNvPr id="18" name="Oval 17">
              <a:extLst>
                <a:ext uri="{FF2B5EF4-FFF2-40B4-BE49-F238E27FC236}">
                  <a16:creationId xmlns:a16="http://schemas.microsoft.com/office/drawing/2014/main" id="{A99868B1-3DCD-904D-9314-2B0979948A7C}"/>
                </a:ext>
              </a:extLst>
            </p:cNvPr>
            <p:cNvSpPr/>
            <p:nvPr/>
          </p:nvSpPr>
          <p:spPr>
            <a:xfrm>
              <a:off x="5491425" y="3347439"/>
              <a:ext cx="757203" cy="6993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 name="Rectangle 18">
              <a:extLst>
                <a:ext uri="{FF2B5EF4-FFF2-40B4-BE49-F238E27FC236}">
                  <a16:creationId xmlns:a16="http://schemas.microsoft.com/office/drawing/2014/main" id="{C22D453B-1E6A-1549-8E2A-73D540DEB632}"/>
                </a:ext>
              </a:extLst>
            </p:cNvPr>
            <p:cNvSpPr/>
            <p:nvPr/>
          </p:nvSpPr>
          <p:spPr>
            <a:xfrm>
              <a:off x="5127903" y="3697089"/>
              <a:ext cx="1435036" cy="529243"/>
            </a:xfrm>
            <a:prstGeom prst="rect">
              <a:avLst/>
            </a:prstGeom>
            <a:solidFill>
              <a:srgbClr val="7030A0"/>
            </a:solidFill>
            <a:ln>
              <a:noFill/>
            </a:ln>
          </p:spPr>
          <p:style>
            <a:lnRef idx="0">
              <a:scrgbClr r="0" g="0" b="0"/>
            </a:lnRef>
            <a:fillRef idx="0">
              <a:scrgbClr r="0" g="0" b="0"/>
            </a:fillRef>
            <a:effectRef idx="0">
              <a:scrgbClr r="0" g="0" b="0"/>
            </a:effectRef>
            <a:fontRef idx="minor">
              <a:schemeClr val="lt1"/>
            </a:fontRef>
          </p:style>
          <p:txBody>
            <a:bodyPr anchor="ctr"/>
            <a:lstStyle/>
            <a:p>
              <a:pPr algn="ctr">
                <a:defRPr/>
              </a:pPr>
              <a:endParaRPr lang="en-US">
                <a:ln w="0"/>
                <a:solidFill>
                  <a:schemeClr val="tx1"/>
                </a:solidFill>
                <a:effectLst>
                  <a:outerShdw blurRad="38100" dist="19050" dir="2700000" algn="tl" rotWithShape="0">
                    <a:schemeClr val="dk1">
                      <a:alpha val="40000"/>
                    </a:schemeClr>
                  </a:outerShdw>
                </a:effectLst>
              </a:endParaRPr>
            </a:p>
          </p:txBody>
        </p:sp>
      </p:grpSp>
      <p:sp>
        <p:nvSpPr>
          <p:cNvPr id="27" name="Oval 26">
            <a:extLst>
              <a:ext uri="{FF2B5EF4-FFF2-40B4-BE49-F238E27FC236}">
                <a16:creationId xmlns:a16="http://schemas.microsoft.com/office/drawing/2014/main" id="{3D429E3A-16C4-4B46-94BE-99B06E46BA1F}"/>
              </a:ext>
            </a:extLst>
          </p:cNvPr>
          <p:cNvSpPr/>
          <p:nvPr/>
        </p:nvSpPr>
        <p:spPr>
          <a:xfrm>
            <a:off x="6950075" y="3089275"/>
            <a:ext cx="739775" cy="1690688"/>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8020" name="TextBox 27">
            <a:extLst>
              <a:ext uri="{FF2B5EF4-FFF2-40B4-BE49-F238E27FC236}">
                <a16:creationId xmlns:a16="http://schemas.microsoft.com/office/drawing/2014/main" id="{5A54B3C8-3160-EB46-A0A4-9EDD49EE6716}"/>
              </a:ext>
            </a:extLst>
          </p:cNvPr>
          <p:cNvSpPr txBox="1">
            <a:spLocks noChangeArrowheads="1"/>
          </p:cNvSpPr>
          <p:nvPr/>
        </p:nvSpPr>
        <p:spPr bwMode="auto">
          <a:xfrm>
            <a:off x="1447800" y="4491038"/>
            <a:ext cx="588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FF00"/>
                </a:solidFill>
                <a:cs typeface="Arial" panose="020B0604020202020204" pitchFamily="34" charset="0"/>
              </a:rPr>
              <a:t>A</a:t>
            </a:r>
          </a:p>
        </p:txBody>
      </p:sp>
      <p:sp>
        <p:nvSpPr>
          <p:cNvPr id="128021" name="TextBox 28">
            <a:extLst>
              <a:ext uri="{FF2B5EF4-FFF2-40B4-BE49-F238E27FC236}">
                <a16:creationId xmlns:a16="http://schemas.microsoft.com/office/drawing/2014/main" id="{CF3CFD67-6E17-3B4D-89C7-4F6C89391DD5}"/>
              </a:ext>
            </a:extLst>
          </p:cNvPr>
          <p:cNvSpPr txBox="1">
            <a:spLocks noChangeArrowheads="1"/>
          </p:cNvSpPr>
          <p:nvPr/>
        </p:nvSpPr>
        <p:spPr bwMode="auto">
          <a:xfrm>
            <a:off x="2687638" y="4448175"/>
            <a:ext cx="588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FF00"/>
                </a:solidFill>
                <a:cs typeface="Arial" panose="020B0604020202020204" pitchFamily="34" charset="0"/>
              </a:rPr>
              <a:t>B</a:t>
            </a:r>
          </a:p>
        </p:txBody>
      </p:sp>
      <p:sp>
        <p:nvSpPr>
          <p:cNvPr id="128022" name="TextBox 29">
            <a:extLst>
              <a:ext uri="{FF2B5EF4-FFF2-40B4-BE49-F238E27FC236}">
                <a16:creationId xmlns:a16="http://schemas.microsoft.com/office/drawing/2014/main" id="{1250E48B-E1FD-7949-A009-5E3EF65C76D6}"/>
              </a:ext>
            </a:extLst>
          </p:cNvPr>
          <p:cNvSpPr txBox="1">
            <a:spLocks noChangeArrowheads="1"/>
          </p:cNvSpPr>
          <p:nvPr/>
        </p:nvSpPr>
        <p:spPr bwMode="auto">
          <a:xfrm>
            <a:off x="4054475" y="4425950"/>
            <a:ext cx="590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FF00"/>
                </a:solidFill>
                <a:cs typeface="Arial" panose="020B0604020202020204" pitchFamily="34" charset="0"/>
              </a:rPr>
              <a:t>C</a:t>
            </a:r>
          </a:p>
        </p:txBody>
      </p:sp>
      <p:sp>
        <p:nvSpPr>
          <p:cNvPr id="128023" name="TextBox 30">
            <a:extLst>
              <a:ext uri="{FF2B5EF4-FFF2-40B4-BE49-F238E27FC236}">
                <a16:creationId xmlns:a16="http://schemas.microsoft.com/office/drawing/2014/main" id="{BD5F866E-7D0F-E346-A8D6-02C36040CF12}"/>
              </a:ext>
            </a:extLst>
          </p:cNvPr>
          <p:cNvSpPr txBox="1">
            <a:spLocks noChangeArrowheads="1"/>
          </p:cNvSpPr>
          <p:nvPr/>
        </p:nvSpPr>
        <p:spPr bwMode="auto">
          <a:xfrm>
            <a:off x="5673725" y="4389438"/>
            <a:ext cx="5889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FF00"/>
                </a:solidFill>
                <a:cs typeface="Arial" panose="020B0604020202020204" pitchFamily="34" charset="0"/>
              </a:rPr>
              <a:t>D</a:t>
            </a:r>
          </a:p>
        </p:txBody>
      </p:sp>
      <p:sp>
        <p:nvSpPr>
          <p:cNvPr id="128024" name="TextBox 31">
            <a:extLst>
              <a:ext uri="{FF2B5EF4-FFF2-40B4-BE49-F238E27FC236}">
                <a16:creationId xmlns:a16="http://schemas.microsoft.com/office/drawing/2014/main" id="{E9E04C08-E95C-AC43-8540-016944135631}"/>
              </a:ext>
            </a:extLst>
          </p:cNvPr>
          <p:cNvSpPr txBox="1">
            <a:spLocks noChangeArrowheads="1"/>
          </p:cNvSpPr>
          <p:nvPr/>
        </p:nvSpPr>
        <p:spPr bwMode="auto">
          <a:xfrm>
            <a:off x="7183438" y="4822825"/>
            <a:ext cx="5889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solidFill>
                  <a:srgbClr val="FFFF00"/>
                </a:solidFill>
                <a:cs typeface="Arial" panose="020B0604020202020204" pitchFamily="34" charset="0"/>
              </a:rPr>
              <a:t>E</a:t>
            </a:r>
          </a:p>
        </p:txBody>
      </p:sp>
      <p:pic>
        <p:nvPicPr>
          <p:cNvPr id="128025" name="Picture 33">
            <a:extLst>
              <a:ext uri="{FF2B5EF4-FFF2-40B4-BE49-F238E27FC236}">
                <a16:creationId xmlns:a16="http://schemas.microsoft.com/office/drawing/2014/main" id="{3B9CAF33-CE2F-AD4C-9526-A65D4D17C3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31963"/>
            <a:ext cx="9144000"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9026" name="TextBox 5">
            <a:extLst>
              <a:ext uri="{FF2B5EF4-FFF2-40B4-BE49-F238E27FC236}">
                <a16:creationId xmlns:a16="http://schemas.microsoft.com/office/drawing/2014/main" id="{FD2A6C9D-CA0E-5443-8095-95B10FDD2C49}"/>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29027" name="TextBox 6">
            <a:extLst>
              <a:ext uri="{FF2B5EF4-FFF2-40B4-BE49-F238E27FC236}">
                <a16:creationId xmlns:a16="http://schemas.microsoft.com/office/drawing/2014/main" id="{FDCB170A-C9D9-7145-962C-39C9BEAFE53A}"/>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29028" name="TextBox 7">
            <a:extLst>
              <a:ext uri="{FF2B5EF4-FFF2-40B4-BE49-F238E27FC236}">
                <a16:creationId xmlns:a16="http://schemas.microsoft.com/office/drawing/2014/main" id="{86468D00-669C-5341-853D-DBF4A88112AE}"/>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29029" name="TextBox 8">
            <a:extLst>
              <a:ext uri="{FF2B5EF4-FFF2-40B4-BE49-F238E27FC236}">
                <a16:creationId xmlns:a16="http://schemas.microsoft.com/office/drawing/2014/main" id="{8C34FA89-E8C7-A34B-9657-1181DB3863D5}"/>
              </a:ext>
            </a:extLst>
          </p:cNvPr>
          <p:cNvSpPr txBox="1">
            <a:spLocks noChangeArrowheads="1"/>
          </p:cNvSpPr>
          <p:nvPr/>
        </p:nvSpPr>
        <p:spPr bwMode="auto">
          <a:xfrm>
            <a:off x="1982788" y="3933825"/>
            <a:ext cx="15224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9031" name="TextBox 11">
            <a:extLst>
              <a:ext uri="{FF2B5EF4-FFF2-40B4-BE49-F238E27FC236}">
                <a16:creationId xmlns:a16="http://schemas.microsoft.com/office/drawing/2014/main" id="{18FE938E-39E7-8F48-A279-D268E1F0BE1C}"/>
              </a:ext>
            </a:extLst>
          </p:cNvPr>
          <p:cNvSpPr txBox="1">
            <a:spLocks noChangeArrowheads="1"/>
          </p:cNvSpPr>
          <p:nvPr/>
        </p:nvSpPr>
        <p:spPr bwMode="auto">
          <a:xfrm>
            <a:off x="1828800" y="23320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 name="Cloud 1">
            <a:extLst>
              <a:ext uri="{FF2B5EF4-FFF2-40B4-BE49-F238E27FC236}">
                <a16:creationId xmlns:a16="http://schemas.microsoft.com/office/drawing/2014/main" id="{8AC64C69-9B6E-8343-96CA-EC760FF8291E}"/>
              </a:ext>
            </a:extLst>
          </p:cNvPr>
          <p:cNvSpPr/>
          <p:nvPr/>
        </p:nvSpPr>
        <p:spPr>
          <a:xfrm>
            <a:off x="2759075" y="-1104900"/>
            <a:ext cx="2193925" cy="3009900"/>
          </a:xfrm>
          <a:prstGeom prst="cloud">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2248BB45-8825-1046-B031-275420DE0659}"/>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29034" name="TextBox 14">
            <a:extLst>
              <a:ext uri="{FF2B5EF4-FFF2-40B4-BE49-F238E27FC236}">
                <a16:creationId xmlns:a16="http://schemas.microsoft.com/office/drawing/2014/main" id="{8C494A16-7AD3-304D-A2DE-82A8BAD66B77}"/>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
        <p:nvSpPr>
          <p:cNvPr id="129035" name="TextBox 12">
            <a:extLst>
              <a:ext uri="{FF2B5EF4-FFF2-40B4-BE49-F238E27FC236}">
                <a16:creationId xmlns:a16="http://schemas.microsoft.com/office/drawing/2014/main" id="{AA4FDB71-45F6-9E4C-BA33-D537E3111042}"/>
              </a:ext>
            </a:extLst>
          </p:cNvPr>
          <p:cNvSpPr txBox="1">
            <a:spLocks noChangeArrowheads="1"/>
          </p:cNvSpPr>
          <p:nvPr/>
        </p:nvSpPr>
        <p:spPr bwMode="auto">
          <a:xfrm>
            <a:off x="1828800" y="13414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29036" name="TextBox 15">
            <a:extLst>
              <a:ext uri="{FF2B5EF4-FFF2-40B4-BE49-F238E27FC236}">
                <a16:creationId xmlns:a16="http://schemas.microsoft.com/office/drawing/2014/main" id="{CB680740-8131-5049-9800-C80AD9F8B2BF}"/>
              </a:ext>
            </a:extLst>
          </p:cNvPr>
          <p:cNvSpPr txBox="1">
            <a:spLocks noChangeArrowheads="1"/>
          </p:cNvSpPr>
          <p:nvPr/>
        </p:nvSpPr>
        <p:spPr bwMode="auto">
          <a:xfrm>
            <a:off x="4953000" y="55563"/>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8" name="Oval 17">
            <a:extLst>
              <a:ext uri="{FF2B5EF4-FFF2-40B4-BE49-F238E27FC236}">
                <a16:creationId xmlns:a16="http://schemas.microsoft.com/office/drawing/2014/main" id="{C438E66F-D298-4048-A90F-C7C90C2B0360}"/>
              </a:ext>
            </a:extLst>
          </p:cNvPr>
          <p:cNvSpPr/>
          <p:nvPr/>
        </p:nvSpPr>
        <p:spPr>
          <a:xfrm>
            <a:off x="5894388" y="584200"/>
            <a:ext cx="1455737" cy="1433513"/>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9038" name="TextBox 18">
            <a:extLst>
              <a:ext uri="{FF2B5EF4-FFF2-40B4-BE49-F238E27FC236}">
                <a16:creationId xmlns:a16="http://schemas.microsoft.com/office/drawing/2014/main" id="{BE8E8E4A-FB56-0F47-973B-00549286F5B2}"/>
              </a:ext>
            </a:extLst>
          </p:cNvPr>
          <p:cNvSpPr txBox="1">
            <a:spLocks noChangeArrowheads="1"/>
          </p:cNvSpPr>
          <p:nvPr/>
        </p:nvSpPr>
        <p:spPr bwMode="auto">
          <a:xfrm>
            <a:off x="7450138" y="869950"/>
            <a:ext cx="117633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0050" name="TextBox 5">
            <a:extLst>
              <a:ext uri="{FF2B5EF4-FFF2-40B4-BE49-F238E27FC236}">
                <a16:creationId xmlns:a16="http://schemas.microsoft.com/office/drawing/2014/main" id="{7BE15C27-FB0B-004D-8E85-56D9A45C38E1}"/>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30051" name="TextBox 6">
            <a:extLst>
              <a:ext uri="{FF2B5EF4-FFF2-40B4-BE49-F238E27FC236}">
                <a16:creationId xmlns:a16="http://schemas.microsoft.com/office/drawing/2014/main" id="{7AA83CC8-C869-0241-A718-BA27F639ED74}"/>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30052" name="TextBox 7">
            <a:extLst>
              <a:ext uri="{FF2B5EF4-FFF2-40B4-BE49-F238E27FC236}">
                <a16:creationId xmlns:a16="http://schemas.microsoft.com/office/drawing/2014/main" id="{29361117-FD6F-0F48-BCA8-5C3DAB13245D}"/>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30053" name="TextBox 8">
            <a:extLst>
              <a:ext uri="{FF2B5EF4-FFF2-40B4-BE49-F238E27FC236}">
                <a16:creationId xmlns:a16="http://schemas.microsoft.com/office/drawing/2014/main" id="{A02E5B54-5B16-A041-BF7D-5AD0D2C42B45}"/>
              </a:ext>
            </a:extLst>
          </p:cNvPr>
          <p:cNvSpPr txBox="1">
            <a:spLocks noChangeArrowheads="1"/>
          </p:cNvSpPr>
          <p:nvPr/>
        </p:nvSpPr>
        <p:spPr bwMode="auto">
          <a:xfrm>
            <a:off x="1982788" y="3933825"/>
            <a:ext cx="15224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0055" name="TextBox 11">
            <a:extLst>
              <a:ext uri="{FF2B5EF4-FFF2-40B4-BE49-F238E27FC236}">
                <a16:creationId xmlns:a16="http://schemas.microsoft.com/office/drawing/2014/main" id="{D9446CCE-DE27-6C42-870D-57A0406B9AB6}"/>
              </a:ext>
            </a:extLst>
          </p:cNvPr>
          <p:cNvSpPr txBox="1">
            <a:spLocks noChangeArrowheads="1"/>
          </p:cNvSpPr>
          <p:nvPr/>
        </p:nvSpPr>
        <p:spPr bwMode="auto">
          <a:xfrm>
            <a:off x="1828800" y="23320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 name="Cloud 1">
            <a:extLst>
              <a:ext uri="{FF2B5EF4-FFF2-40B4-BE49-F238E27FC236}">
                <a16:creationId xmlns:a16="http://schemas.microsoft.com/office/drawing/2014/main" id="{8AC64C69-9B6E-8343-96CA-EC760FF8291E}"/>
              </a:ext>
            </a:extLst>
          </p:cNvPr>
          <p:cNvSpPr/>
          <p:nvPr/>
        </p:nvSpPr>
        <p:spPr>
          <a:xfrm>
            <a:off x="2759075" y="-1104900"/>
            <a:ext cx="2193925" cy="3009900"/>
          </a:xfrm>
          <a:prstGeom prst="cloud">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2248BB45-8825-1046-B031-275420DE0659}"/>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30058" name="TextBox 14">
            <a:extLst>
              <a:ext uri="{FF2B5EF4-FFF2-40B4-BE49-F238E27FC236}">
                <a16:creationId xmlns:a16="http://schemas.microsoft.com/office/drawing/2014/main" id="{8310D033-6A1D-944C-A4B0-383DE153A3DA}"/>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
        <p:nvSpPr>
          <p:cNvPr id="130059" name="TextBox 12">
            <a:extLst>
              <a:ext uri="{FF2B5EF4-FFF2-40B4-BE49-F238E27FC236}">
                <a16:creationId xmlns:a16="http://schemas.microsoft.com/office/drawing/2014/main" id="{52CC8221-6D27-8E4C-94F9-3D71A8ABDEC0}"/>
              </a:ext>
            </a:extLst>
          </p:cNvPr>
          <p:cNvSpPr txBox="1">
            <a:spLocks noChangeArrowheads="1"/>
          </p:cNvSpPr>
          <p:nvPr/>
        </p:nvSpPr>
        <p:spPr bwMode="auto">
          <a:xfrm>
            <a:off x="1828800" y="13414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30060" name="TextBox 15">
            <a:extLst>
              <a:ext uri="{FF2B5EF4-FFF2-40B4-BE49-F238E27FC236}">
                <a16:creationId xmlns:a16="http://schemas.microsoft.com/office/drawing/2014/main" id="{ACF0AD90-0D35-824A-84AB-0552E8C6844A}"/>
              </a:ext>
            </a:extLst>
          </p:cNvPr>
          <p:cNvSpPr txBox="1">
            <a:spLocks noChangeArrowheads="1"/>
          </p:cNvSpPr>
          <p:nvPr/>
        </p:nvSpPr>
        <p:spPr bwMode="auto">
          <a:xfrm>
            <a:off x="4953000" y="55563"/>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8" name="Oval 17">
            <a:extLst>
              <a:ext uri="{FF2B5EF4-FFF2-40B4-BE49-F238E27FC236}">
                <a16:creationId xmlns:a16="http://schemas.microsoft.com/office/drawing/2014/main" id="{C438E66F-D298-4048-A90F-C7C90C2B0360}"/>
              </a:ext>
            </a:extLst>
          </p:cNvPr>
          <p:cNvSpPr/>
          <p:nvPr/>
        </p:nvSpPr>
        <p:spPr>
          <a:xfrm>
            <a:off x="5894388" y="584200"/>
            <a:ext cx="1455737" cy="1433513"/>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0062" name="TextBox 18">
            <a:extLst>
              <a:ext uri="{FF2B5EF4-FFF2-40B4-BE49-F238E27FC236}">
                <a16:creationId xmlns:a16="http://schemas.microsoft.com/office/drawing/2014/main" id="{AEB47CB5-59A7-5A4D-802F-0F522FC559BD}"/>
              </a:ext>
            </a:extLst>
          </p:cNvPr>
          <p:cNvSpPr txBox="1">
            <a:spLocks noChangeArrowheads="1"/>
          </p:cNvSpPr>
          <p:nvPr/>
        </p:nvSpPr>
        <p:spPr bwMode="auto">
          <a:xfrm>
            <a:off x="7450138" y="869950"/>
            <a:ext cx="16652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1074" name="TextBox 5">
            <a:extLst>
              <a:ext uri="{FF2B5EF4-FFF2-40B4-BE49-F238E27FC236}">
                <a16:creationId xmlns:a16="http://schemas.microsoft.com/office/drawing/2014/main" id="{F4F759BD-D40D-C643-BE82-2516403C6581}"/>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31075" name="TextBox 6">
            <a:extLst>
              <a:ext uri="{FF2B5EF4-FFF2-40B4-BE49-F238E27FC236}">
                <a16:creationId xmlns:a16="http://schemas.microsoft.com/office/drawing/2014/main" id="{8B376A90-B745-2642-B972-7DD3FC977FA7}"/>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31076" name="TextBox 7">
            <a:extLst>
              <a:ext uri="{FF2B5EF4-FFF2-40B4-BE49-F238E27FC236}">
                <a16:creationId xmlns:a16="http://schemas.microsoft.com/office/drawing/2014/main" id="{CFB38CE4-5182-274D-A74C-88C704084AD2}"/>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31077" name="TextBox 8">
            <a:extLst>
              <a:ext uri="{FF2B5EF4-FFF2-40B4-BE49-F238E27FC236}">
                <a16:creationId xmlns:a16="http://schemas.microsoft.com/office/drawing/2014/main" id="{38C3D43E-2666-9C4E-8F40-322FF1D2A8A9}"/>
              </a:ext>
            </a:extLst>
          </p:cNvPr>
          <p:cNvSpPr txBox="1">
            <a:spLocks noChangeArrowheads="1"/>
          </p:cNvSpPr>
          <p:nvPr/>
        </p:nvSpPr>
        <p:spPr bwMode="auto">
          <a:xfrm>
            <a:off x="1982788" y="3933825"/>
            <a:ext cx="15224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1079" name="TextBox 11">
            <a:extLst>
              <a:ext uri="{FF2B5EF4-FFF2-40B4-BE49-F238E27FC236}">
                <a16:creationId xmlns:a16="http://schemas.microsoft.com/office/drawing/2014/main" id="{6661C394-935F-5440-B0D7-9E1EB6928301}"/>
              </a:ext>
            </a:extLst>
          </p:cNvPr>
          <p:cNvSpPr txBox="1">
            <a:spLocks noChangeArrowheads="1"/>
          </p:cNvSpPr>
          <p:nvPr/>
        </p:nvSpPr>
        <p:spPr bwMode="auto">
          <a:xfrm>
            <a:off x="1828800" y="23320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 name="Cloud 1">
            <a:extLst>
              <a:ext uri="{FF2B5EF4-FFF2-40B4-BE49-F238E27FC236}">
                <a16:creationId xmlns:a16="http://schemas.microsoft.com/office/drawing/2014/main" id="{8AC64C69-9B6E-8343-96CA-EC760FF8291E}"/>
              </a:ext>
            </a:extLst>
          </p:cNvPr>
          <p:cNvSpPr/>
          <p:nvPr/>
        </p:nvSpPr>
        <p:spPr>
          <a:xfrm>
            <a:off x="2759075" y="-1104900"/>
            <a:ext cx="2193925" cy="3009900"/>
          </a:xfrm>
          <a:prstGeom prst="cloud">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2248BB45-8825-1046-B031-275420DE0659}"/>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31082" name="TextBox 14">
            <a:extLst>
              <a:ext uri="{FF2B5EF4-FFF2-40B4-BE49-F238E27FC236}">
                <a16:creationId xmlns:a16="http://schemas.microsoft.com/office/drawing/2014/main" id="{BC70295D-8012-8649-B6E2-B35BCF3D55F4}"/>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
        <p:nvSpPr>
          <p:cNvPr id="131083" name="TextBox 12">
            <a:extLst>
              <a:ext uri="{FF2B5EF4-FFF2-40B4-BE49-F238E27FC236}">
                <a16:creationId xmlns:a16="http://schemas.microsoft.com/office/drawing/2014/main" id="{03AB7823-0F33-974E-89CD-6CCFAB85950D}"/>
              </a:ext>
            </a:extLst>
          </p:cNvPr>
          <p:cNvSpPr txBox="1">
            <a:spLocks noChangeArrowheads="1"/>
          </p:cNvSpPr>
          <p:nvPr/>
        </p:nvSpPr>
        <p:spPr bwMode="auto">
          <a:xfrm>
            <a:off x="1828800" y="13414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31084" name="TextBox 15">
            <a:extLst>
              <a:ext uri="{FF2B5EF4-FFF2-40B4-BE49-F238E27FC236}">
                <a16:creationId xmlns:a16="http://schemas.microsoft.com/office/drawing/2014/main" id="{41F6DDFA-D591-5646-B28E-51D455CC731F}"/>
              </a:ext>
            </a:extLst>
          </p:cNvPr>
          <p:cNvSpPr txBox="1">
            <a:spLocks noChangeArrowheads="1"/>
          </p:cNvSpPr>
          <p:nvPr/>
        </p:nvSpPr>
        <p:spPr bwMode="auto">
          <a:xfrm>
            <a:off x="4953000" y="55563"/>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8" name="Oval 17">
            <a:extLst>
              <a:ext uri="{FF2B5EF4-FFF2-40B4-BE49-F238E27FC236}">
                <a16:creationId xmlns:a16="http://schemas.microsoft.com/office/drawing/2014/main" id="{C438E66F-D298-4048-A90F-C7C90C2B0360}"/>
              </a:ext>
            </a:extLst>
          </p:cNvPr>
          <p:cNvSpPr/>
          <p:nvPr/>
        </p:nvSpPr>
        <p:spPr>
          <a:xfrm>
            <a:off x="5894388" y="584200"/>
            <a:ext cx="1455737" cy="1433513"/>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1086" name="TextBox 18">
            <a:extLst>
              <a:ext uri="{FF2B5EF4-FFF2-40B4-BE49-F238E27FC236}">
                <a16:creationId xmlns:a16="http://schemas.microsoft.com/office/drawing/2014/main" id="{6A105FA4-F8FB-4949-9830-FB9E75E468E2}"/>
              </a:ext>
            </a:extLst>
          </p:cNvPr>
          <p:cNvSpPr txBox="1">
            <a:spLocks noChangeArrowheads="1"/>
          </p:cNvSpPr>
          <p:nvPr/>
        </p:nvSpPr>
        <p:spPr bwMode="auto">
          <a:xfrm>
            <a:off x="7450138" y="869950"/>
            <a:ext cx="16652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7" name="Oval 16">
            <a:extLst>
              <a:ext uri="{FF2B5EF4-FFF2-40B4-BE49-F238E27FC236}">
                <a16:creationId xmlns:a16="http://schemas.microsoft.com/office/drawing/2014/main" id="{E4C326E6-11C9-614A-8B5A-47FA4FEF6269}"/>
              </a:ext>
            </a:extLst>
          </p:cNvPr>
          <p:cNvSpPr/>
          <p:nvPr/>
        </p:nvSpPr>
        <p:spPr>
          <a:xfrm>
            <a:off x="6396038" y="2017713"/>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1088" name="TextBox 19">
            <a:extLst>
              <a:ext uri="{FF2B5EF4-FFF2-40B4-BE49-F238E27FC236}">
                <a16:creationId xmlns:a16="http://schemas.microsoft.com/office/drawing/2014/main" id="{3E8557C0-AA32-B045-AD37-D51C0BF0BBFC}"/>
              </a:ext>
            </a:extLst>
          </p:cNvPr>
          <p:cNvSpPr txBox="1">
            <a:spLocks noChangeArrowheads="1"/>
          </p:cNvSpPr>
          <p:nvPr/>
        </p:nvSpPr>
        <p:spPr bwMode="auto">
          <a:xfrm>
            <a:off x="7467600" y="2171700"/>
            <a:ext cx="11763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2098" name="TextBox 5">
            <a:extLst>
              <a:ext uri="{FF2B5EF4-FFF2-40B4-BE49-F238E27FC236}">
                <a16:creationId xmlns:a16="http://schemas.microsoft.com/office/drawing/2014/main" id="{DD590433-80E0-0B47-9D3D-197BC74BEFAA}"/>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32099" name="TextBox 6">
            <a:extLst>
              <a:ext uri="{FF2B5EF4-FFF2-40B4-BE49-F238E27FC236}">
                <a16:creationId xmlns:a16="http://schemas.microsoft.com/office/drawing/2014/main" id="{38753860-79C1-F241-B34D-20CB64255EE6}"/>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32100" name="TextBox 7">
            <a:extLst>
              <a:ext uri="{FF2B5EF4-FFF2-40B4-BE49-F238E27FC236}">
                <a16:creationId xmlns:a16="http://schemas.microsoft.com/office/drawing/2014/main" id="{12F71655-C5CB-964A-8591-76DB02209ADB}"/>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32101" name="TextBox 8">
            <a:extLst>
              <a:ext uri="{FF2B5EF4-FFF2-40B4-BE49-F238E27FC236}">
                <a16:creationId xmlns:a16="http://schemas.microsoft.com/office/drawing/2014/main" id="{059BD16A-0CA4-C84E-BBF1-BECFD0C930F0}"/>
              </a:ext>
            </a:extLst>
          </p:cNvPr>
          <p:cNvSpPr txBox="1">
            <a:spLocks noChangeArrowheads="1"/>
          </p:cNvSpPr>
          <p:nvPr/>
        </p:nvSpPr>
        <p:spPr bwMode="auto">
          <a:xfrm>
            <a:off x="1982788" y="3933825"/>
            <a:ext cx="15224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2103" name="TextBox 11">
            <a:extLst>
              <a:ext uri="{FF2B5EF4-FFF2-40B4-BE49-F238E27FC236}">
                <a16:creationId xmlns:a16="http://schemas.microsoft.com/office/drawing/2014/main" id="{10DCCC5B-6C77-7F47-9517-0B80FE9A2EBE}"/>
              </a:ext>
            </a:extLst>
          </p:cNvPr>
          <p:cNvSpPr txBox="1">
            <a:spLocks noChangeArrowheads="1"/>
          </p:cNvSpPr>
          <p:nvPr/>
        </p:nvSpPr>
        <p:spPr bwMode="auto">
          <a:xfrm>
            <a:off x="1828800" y="23320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 name="Cloud 1">
            <a:extLst>
              <a:ext uri="{FF2B5EF4-FFF2-40B4-BE49-F238E27FC236}">
                <a16:creationId xmlns:a16="http://schemas.microsoft.com/office/drawing/2014/main" id="{8AC64C69-9B6E-8343-96CA-EC760FF8291E}"/>
              </a:ext>
            </a:extLst>
          </p:cNvPr>
          <p:cNvSpPr/>
          <p:nvPr/>
        </p:nvSpPr>
        <p:spPr>
          <a:xfrm>
            <a:off x="2759075" y="-1104900"/>
            <a:ext cx="2193925" cy="3009900"/>
          </a:xfrm>
          <a:prstGeom prst="cloud">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2248BB45-8825-1046-B031-275420DE0659}"/>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32106" name="TextBox 14">
            <a:extLst>
              <a:ext uri="{FF2B5EF4-FFF2-40B4-BE49-F238E27FC236}">
                <a16:creationId xmlns:a16="http://schemas.microsoft.com/office/drawing/2014/main" id="{8E4EB1F2-63C5-AC47-8B5B-614434CDEB33}"/>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
        <p:nvSpPr>
          <p:cNvPr id="132107" name="TextBox 12">
            <a:extLst>
              <a:ext uri="{FF2B5EF4-FFF2-40B4-BE49-F238E27FC236}">
                <a16:creationId xmlns:a16="http://schemas.microsoft.com/office/drawing/2014/main" id="{445302FF-F7DA-8247-94ED-946897859C9F}"/>
              </a:ext>
            </a:extLst>
          </p:cNvPr>
          <p:cNvSpPr txBox="1">
            <a:spLocks noChangeArrowheads="1"/>
          </p:cNvSpPr>
          <p:nvPr/>
        </p:nvSpPr>
        <p:spPr bwMode="auto">
          <a:xfrm>
            <a:off x="1828800" y="13414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32108" name="TextBox 15">
            <a:extLst>
              <a:ext uri="{FF2B5EF4-FFF2-40B4-BE49-F238E27FC236}">
                <a16:creationId xmlns:a16="http://schemas.microsoft.com/office/drawing/2014/main" id="{F813F547-1BE2-024A-86FD-8E5678919CF3}"/>
              </a:ext>
            </a:extLst>
          </p:cNvPr>
          <p:cNvSpPr txBox="1">
            <a:spLocks noChangeArrowheads="1"/>
          </p:cNvSpPr>
          <p:nvPr/>
        </p:nvSpPr>
        <p:spPr bwMode="auto">
          <a:xfrm>
            <a:off x="4953000" y="55563"/>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8" name="Oval 17">
            <a:extLst>
              <a:ext uri="{FF2B5EF4-FFF2-40B4-BE49-F238E27FC236}">
                <a16:creationId xmlns:a16="http://schemas.microsoft.com/office/drawing/2014/main" id="{C438E66F-D298-4048-A90F-C7C90C2B0360}"/>
              </a:ext>
            </a:extLst>
          </p:cNvPr>
          <p:cNvSpPr/>
          <p:nvPr/>
        </p:nvSpPr>
        <p:spPr>
          <a:xfrm>
            <a:off x="5894388" y="584200"/>
            <a:ext cx="1455737" cy="1433513"/>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2110" name="TextBox 18">
            <a:extLst>
              <a:ext uri="{FF2B5EF4-FFF2-40B4-BE49-F238E27FC236}">
                <a16:creationId xmlns:a16="http://schemas.microsoft.com/office/drawing/2014/main" id="{650D6696-3DB2-6342-ADDD-A9E5BA19ED37}"/>
              </a:ext>
            </a:extLst>
          </p:cNvPr>
          <p:cNvSpPr txBox="1">
            <a:spLocks noChangeArrowheads="1"/>
          </p:cNvSpPr>
          <p:nvPr/>
        </p:nvSpPr>
        <p:spPr bwMode="auto">
          <a:xfrm>
            <a:off x="7450138" y="869950"/>
            <a:ext cx="16652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7" name="Oval 16">
            <a:extLst>
              <a:ext uri="{FF2B5EF4-FFF2-40B4-BE49-F238E27FC236}">
                <a16:creationId xmlns:a16="http://schemas.microsoft.com/office/drawing/2014/main" id="{E4C326E6-11C9-614A-8B5A-47FA4FEF6269}"/>
              </a:ext>
            </a:extLst>
          </p:cNvPr>
          <p:cNvSpPr/>
          <p:nvPr/>
        </p:nvSpPr>
        <p:spPr>
          <a:xfrm>
            <a:off x="6396038" y="2017713"/>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2112" name="TextBox 19">
            <a:extLst>
              <a:ext uri="{FF2B5EF4-FFF2-40B4-BE49-F238E27FC236}">
                <a16:creationId xmlns:a16="http://schemas.microsoft.com/office/drawing/2014/main" id="{47C4277C-B23D-AE42-A6DE-C739C8FD1A63}"/>
              </a:ext>
            </a:extLst>
          </p:cNvPr>
          <p:cNvSpPr txBox="1">
            <a:spLocks noChangeArrowheads="1"/>
          </p:cNvSpPr>
          <p:nvPr/>
        </p:nvSpPr>
        <p:spPr bwMode="auto">
          <a:xfrm>
            <a:off x="7467600" y="2171700"/>
            <a:ext cx="16652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3122" name="TextBox 5">
            <a:extLst>
              <a:ext uri="{FF2B5EF4-FFF2-40B4-BE49-F238E27FC236}">
                <a16:creationId xmlns:a16="http://schemas.microsoft.com/office/drawing/2014/main" id="{762EFE58-3BCB-D440-B0AA-96FDFB8EC16E}"/>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33123" name="TextBox 6">
            <a:extLst>
              <a:ext uri="{FF2B5EF4-FFF2-40B4-BE49-F238E27FC236}">
                <a16:creationId xmlns:a16="http://schemas.microsoft.com/office/drawing/2014/main" id="{6DD212F7-4602-6F4C-8572-FCEE5BFA073F}"/>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33124" name="TextBox 7">
            <a:extLst>
              <a:ext uri="{FF2B5EF4-FFF2-40B4-BE49-F238E27FC236}">
                <a16:creationId xmlns:a16="http://schemas.microsoft.com/office/drawing/2014/main" id="{4C55FB42-1A75-D14E-B9C2-9846FC5B2FCE}"/>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33125" name="TextBox 8">
            <a:extLst>
              <a:ext uri="{FF2B5EF4-FFF2-40B4-BE49-F238E27FC236}">
                <a16:creationId xmlns:a16="http://schemas.microsoft.com/office/drawing/2014/main" id="{0DD8D91B-9DDA-1347-BF50-4FC5A5A5B156}"/>
              </a:ext>
            </a:extLst>
          </p:cNvPr>
          <p:cNvSpPr txBox="1">
            <a:spLocks noChangeArrowheads="1"/>
          </p:cNvSpPr>
          <p:nvPr/>
        </p:nvSpPr>
        <p:spPr bwMode="auto">
          <a:xfrm>
            <a:off x="1982788" y="3933825"/>
            <a:ext cx="15224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3127" name="TextBox 11">
            <a:extLst>
              <a:ext uri="{FF2B5EF4-FFF2-40B4-BE49-F238E27FC236}">
                <a16:creationId xmlns:a16="http://schemas.microsoft.com/office/drawing/2014/main" id="{A0E2A524-105F-8D49-AA16-3CC3445CC5D9}"/>
              </a:ext>
            </a:extLst>
          </p:cNvPr>
          <p:cNvSpPr txBox="1">
            <a:spLocks noChangeArrowheads="1"/>
          </p:cNvSpPr>
          <p:nvPr/>
        </p:nvSpPr>
        <p:spPr bwMode="auto">
          <a:xfrm>
            <a:off x="1828800" y="23320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 name="Cloud 1">
            <a:extLst>
              <a:ext uri="{FF2B5EF4-FFF2-40B4-BE49-F238E27FC236}">
                <a16:creationId xmlns:a16="http://schemas.microsoft.com/office/drawing/2014/main" id="{8AC64C69-9B6E-8343-96CA-EC760FF8291E}"/>
              </a:ext>
            </a:extLst>
          </p:cNvPr>
          <p:cNvSpPr/>
          <p:nvPr/>
        </p:nvSpPr>
        <p:spPr>
          <a:xfrm>
            <a:off x="2759075" y="-1104900"/>
            <a:ext cx="2193925" cy="3009900"/>
          </a:xfrm>
          <a:prstGeom prst="cloud">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2248BB45-8825-1046-B031-275420DE0659}"/>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33130" name="TextBox 14">
            <a:extLst>
              <a:ext uri="{FF2B5EF4-FFF2-40B4-BE49-F238E27FC236}">
                <a16:creationId xmlns:a16="http://schemas.microsoft.com/office/drawing/2014/main" id="{DA0512D0-0ED4-3A41-9A33-B60F19FB3595}"/>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
        <p:nvSpPr>
          <p:cNvPr id="133131" name="TextBox 12">
            <a:extLst>
              <a:ext uri="{FF2B5EF4-FFF2-40B4-BE49-F238E27FC236}">
                <a16:creationId xmlns:a16="http://schemas.microsoft.com/office/drawing/2014/main" id="{966A7F01-0343-E944-AD59-42B56DDA1C8C}"/>
              </a:ext>
            </a:extLst>
          </p:cNvPr>
          <p:cNvSpPr txBox="1">
            <a:spLocks noChangeArrowheads="1"/>
          </p:cNvSpPr>
          <p:nvPr/>
        </p:nvSpPr>
        <p:spPr bwMode="auto">
          <a:xfrm>
            <a:off x="1828800" y="13414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33132" name="TextBox 15">
            <a:extLst>
              <a:ext uri="{FF2B5EF4-FFF2-40B4-BE49-F238E27FC236}">
                <a16:creationId xmlns:a16="http://schemas.microsoft.com/office/drawing/2014/main" id="{B6B5F1D7-A359-6B47-A267-C34017C9D95F}"/>
              </a:ext>
            </a:extLst>
          </p:cNvPr>
          <p:cNvSpPr txBox="1">
            <a:spLocks noChangeArrowheads="1"/>
          </p:cNvSpPr>
          <p:nvPr/>
        </p:nvSpPr>
        <p:spPr bwMode="auto">
          <a:xfrm>
            <a:off x="4953000" y="55563"/>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8" name="Oval 17">
            <a:extLst>
              <a:ext uri="{FF2B5EF4-FFF2-40B4-BE49-F238E27FC236}">
                <a16:creationId xmlns:a16="http://schemas.microsoft.com/office/drawing/2014/main" id="{C438E66F-D298-4048-A90F-C7C90C2B0360}"/>
              </a:ext>
            </a:extLst>
          </p:cNvPr>
          <p:cNvSpPr/>
          <p:nvPr/>
        </p:nvSpPr>
        <p:spPr>
          <a:xfrm>
            <a:off x="5894388" y="584200"/>
            <a:ext cx="1455737" cy="1433513"/>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3134" name="TextBox 18">
            <a:extLst>
              <a:ext uri="{FF2B5EF4-FFF2-40B4-BE49-F238E27FC236}">
                <a16:creationId xmlns:a16="http://schemas.microsoft.com/office/drawing/2014/main" id="{2FE8E4D3-2F4A-CB41-B204-B5508DC19282}"/>
              </a:ext>
            </a:extLst>
          </p:cNvPr>
          <p:cNvSpPr txBox="1">
            <a:spLocks noChangeArrowheads="1"/>
          </p:cNvSpPr>
          <p:nvPr/>
        </p:nvSpPr>
        <p:spPr bwMode="auto">
          <a:xfrm>
            <a:off x="7450138" y="869950"/>
            <a:ext cx="16652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7" name="Oval 16">
            <a:extLst>
              <a:ext uri="{FF2B5EF4-FFF2-40B4-BE49-F238E27FC236}">
                <a16:creationId xmlns:a16="http://schemas.microsoft.com/office/drawing/2014/main" id="{E4C326E6-11C9-614A-8B5A-47FA4FEF6269}"/>
              </a:ext>
            </a:extLst>
          </p:cNvPr>
          <p:cNvSpPr/>
          <p:nvPr/>
        </p:nvSpPr>
        <p:spPr>
          <a:xfrm>
            <a:off x="6396038" y="2017713"/>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3136" name="TextBox 19">
            <a:extLst>
              <a:ext uri="{FF2B5EF4-FFF2-40B4-BE49-F238E27FC236}">
                <a16:creationId xmlns:a16="http://schemas.microsoft.com/office/drawing/2014/main" id="{4B9B9C08-B007-4743-99A3-8ED27789651D}"/>
              </a:ext>
            </a:extLst>
          </p:cNvPr>
          <p:cNvSpPr txBox="1">
            <a:spLocks noChangeArrowheads="1"/>
          </p:cNvSpPr>
          <p:nvPr/>
        </p:nvSpPr>
        <p:spPr bwMode="auto">
          <a:xfrm>
            <a:off x="7467600" y="2171700"/>
            <a:ext cx="16652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1" name="Oval 20">
            <a:extLst>
              <a:ext uri="{FF2B5EF4-FFF2-40B4-BE49-F238E27FC236}">
                <a16:creationId xmlns:a16="http://schemas.microsoft.com/office/drawing/2014/main" id="{FFB2D915-D7BC-3545-A164-A10D989CA246}"/>
              </a:ext>
            </a:extLst>
          </p:cNvPr>
          <p:cNvSpPr/>
          <p:nvPr/>
        </p:nvSpPr>
        <p:spPr>
          <a:xfrm>
            <a:off x="7696200" y="3271838"/>
            <a:ext cx="477838"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3138" name="TextBox 21">
            <a:extLst>
              <a:ext uri="{FF2B5EF4-FFF2-40B4-BE49-F238E27FC236}">
                <a16:creationId xmlns:a16="http://schemas.microsoft.com/office/drawing/2014/main" id="{5D72CE77-29EA-3540-91E4-E19860ABE0E7}"/>
              </a:ext>
            </a:extLst>
          </p:cNvPr>
          <p:cNvSpPr txBox="1">
            <a:spLocks noChangeArrowheads="1"/>
          </p:cNvSpPr>
          <p:nvPr/>
        </p:nvSpPr>
        <p:spPr bwMode="auto">
          <a:xfrm>
            <a:off x="7467600" y="3803650"/>
            <a:ext cx="11763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4146" name="TextBox 5">
            <a:extLst>
              <a:ext uri="{FF2B5EF4-FFF2-40B4-BE49-F238E27FC236}">
                <a16:creationId xmlns:a16="http://schemas.microsoft.com/office/drawing/2014/main" id="{41C2CBA6-9BD1-224E-86E0-4963BD617AB0}"/>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34147" name="TextBox 6">
            <a:extLst>
              <a:ext uri="{FF2B5EF4-FFF2-40B4-BE49-F238E27FC236}">
                <a16:creationId xmlns:a16="http://schemas.microsoft.com/office/drawing/2014/main" id="{869099F7-79CA-7D45-B4EA-1F3850BF6192}"/>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34148" name="TextBox 7">
            <a:extLst>
              <a:ext uri="{FF2B5EF4-FFF2-40B4-BE49-F238E27FC236}">
                <a16:creationId xmlns:a16="http://schemas.microsoft.com/office/drawing/2014/main" id="{E192C15D-2BFE-B643-B345-AC019753C2B1}"/>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34149" name="TextBox 8">
            <a:extLst>
              <a:ext uri="{FF2B5EF4-FFF2-40B4-BE49-F238E27FC236}">
                <a16:creationId xmlns:a16="http://schemas.microsoft.com/office/drawing/2014/main" id="{230FB693-6C76-6646-B411-B269C5A24F5E}"/>
              </a:ext>
            </a:extLst>
          </p:cNvPr>
          <p:cNvSpPr txBox="1">
            <a:spLocks noChangeArrowheads="1"/>
          </p:cNvSpPr>
          <p:nvPr/>
        </p:nvSpPr>
        <p:spPr bwMode="auto">
          <a:xfrm>
            <a:off x="1982788" y="3933825"/>
            <a:ext cx="1522412"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4151" name="TextBox 11">
            <a:extLst>
              <a:ext uri="{FF2B5EF4-FFF2-40B4-BE49-F238E27FC236}">
                <a16:creationId xmlns:a16="http://schemas.microsoft.com/office/drawing/2014/main" id="{7E9332F8-4EB9-B846-82AE-51EDE46BC16F}"/>
              </a:ext>
            </a:extLst>
          </p:cNvPr>
          <p:cNvSpPr txBox="1">
            <a:spLocks noChangeArrowheads="1"/>
          </p:cNvSpPr>
          <p:nvPr/>
        </p:nvSpPr>
        <p:spPr bwMode="auto">
          <a:xfrm>
            <a:off x="1828800" y="23320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 name="Cloud 1">
            <a:extLst>
              <a:ext uri="{FF2B5EF4-FFF2-40B4-BE49-F238E27FC236}">
                <a16:creationId xmlns:a16="http://schemas.microsoft.com/office/drawing/2014/main" id="{8AC64C69-9B6E-8343-96CA-EC760FF8291E}"/>
              </a:ext>
            </a:extLst>
          </p:cNvPr>
          <p:cNvSpPr/>
          <p:nvPr/>
        </p:nvSpPr>
        <p:spPr>
          <a:xfrm>
            <a:off x="2759075" y="-1104900"/>
            <a:ext cx="2193925" cy="3009900"/>
          </a:xfrm>
          <a:prstGeom prst="cloud">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2248BB45-8825-1046-B031-275420DE0659}"/>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34154" name="TextBox 14">
            <a:extLst>
              <a:ext uri="{FF2B5EF4-FFF2-40B4-BE49-F238E27FC236}">
                <a16:creationId xmlns:a16="http://schemas.microsoft.com/office/drawing/2014/main" id="{A4401B0F-88F6-704F-9E38-0678C0382A7F}"/>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
        <p:nvSpPr>
          <p:cNvPr id="134155" name="TextBox 12">
            <a:extLst>
              <a:ext uri="{FF2B5EF4-FFF2-40B4-BE49-F238E27FC236}">
                <a16:creationId xmlns:a16="http://schemas.microsoft.com/office/drawing/2014/main" id="{2C3A3B2B-B3A1-6D48-971E-8003F3ADD2DA}"/>
              </a:ext>
            </a:extLst>
          </p:cNvPr>
          <p:cNvSpPr txBox="1">
            <a:spLocks noChangeArrowheads="1"/>
          </p:cNvSpPr>
          <p:nvPr/>
        </p:nvSpPr>
        <p:spPr bwMode="auto">
          <a:xfrm>
            <a:off x="1828800" y="13414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34156" name="TextBox 15">
            <a:extLst>
              <a:ext uri="{FF2B5EF4-FFF2-40B4-BE49-F238E27FC236}">
                <a16:creationId xmlns:a16="http://schemas.microsoft.com/office/drawing/2014/main" id="{DA085B8D-B321-A542-BEF1-1E17767AB994}"/>
              </a:ext>
            </a:extLst>
          </p:cNvPr>
          <p:cNvSpPr txBox="1">
            <a:spLocks noChangeArrowheads="1"/>
          </p:cNvSpPr>
          <p:nvPr/>
        </p:nvSpPr>
        <p:spPr bwMode="auto">
          <a:xfrm>
            <a:off x="4953000" y="55563"/>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8" name="Oval 17">
            <a:extLst>
              <a:ext uri="{FF2B5EF4-FFF2-40B4-BE49-F238E27FC236}">
                <a16:creationId xmlns:a16="http://schemas.microsoft.com/office/drawing/2014/main" id="{C438E66F-D298-4048-A90F-C7C90C2B0360}"/>
              </a:ext>
            </a:extLst>
          </p:cNvPr>
          <p:cNvSpPr/>
          <p:nvPr/>
        </p:nvSpPr>
        <p:spPr>
          <a:xfrm>
            <a:off x="5894388" y="584200"/>
            <a:ext cx="1455737" cy="1433513"/>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4158" name="TextBox 18">
            <a:extLst>
              <a:ext uri="{FF2B5EF4-FFF2-40B4-BE49-F238E27FC236}">
                <a16:creationId xmlns:a16="http://schemas.microsoft.com/office/drawing/2014/main" id="{75017A38-9040-EB4D-B6C1-A8DC8E43630B}"/>
              </a:ext>
            </a:extLst>
          </p:cNvPr>
          <p:cNvSpPr txBox="1">
            <a:spLocks noChangeArrowheads="1"/>
          </p:cNvSpPr>
          <p:nvPr/>
        </p:nvSpPr>
        <p:spPr bwMode="auto">
          <a:xfrm>
            <a:off x="7450138" y="869950"/>
            <a:ext cx="16652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7" name="Oval 16">
            <a:extLst>
              <a:ext uri="{FF2B5EF4-FFF2-40B4-BE49-F238E27FC236}">
                <a16:creationId xmlns:a16="http://schemas.microsoft.com/office/drawing/2014/main" id="{E4C326E6-11C9-614A-8B5A-47FA4FEF6269}"/>
              </a:ext>
            </a:extLst>
          </p:cNvPr>
          <p:cNvSpPr/>
          <p:nvPr/>
        </p:nvSpPr>
        <p:spPr>
          <a:xfrm>
            <a:off x="6396038" y="2017713"/>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4160" name="TextBox 19">
            <a:extLst>
              <a:ext uri="{FF2B5EF4-FFF2-40B4-BE49-F238E27FC236}">
                <a16:creationId xmlns:a16="http://schemas.microsoft.com/office/drawing/2014/main" id="{FE39CD7A-EEB7-B945-A672-43FF238326C3}"/>
              </a:ext>
            </a:extLst>
          </p:cNvPr>
          <p:cNvSpPr txBox="1">
            <a:spLocks noChangeArrowheads="1"/>
          </p:cNvSpPr>
          <p:nvPr/>
        </p:nvSpPr>
        <p:spPr bwMode="auto">
          <a:xfrm>
            <a:off x="7467600" y="2171700"/>
            <a:ext cx="16652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34161" name="TextBox 20">
            <a:extLst>
              <a:ext uri="{FF2B5EF4-FFF2-40B4-BE49-F238E27FC236}">
                <a16:creationId xmlns:a16="http://schemas.microsoft.com/office/drawing/2014/main" id="{984707B2-F1C3-8E4C-9B71-36B45BBEBB50}"/>
              </a:ext>
            </a:extLst>
          </p:cNvPr>
          <p:cNvSpPr txBox="1">
            <a:spLocks noChangeArrowheads="1"/>
          </p:cNvSpPr>
          <p:nvPr/>
        </p:nvSpPr>
        <p:spPr bwMode="auto">
          <a:xfrm>
            <a:off x="7467600" y="3803650"/>
            <a:ext cx="16652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30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2" name="Oval 21">
            <a:extLst>
              <a:ext uri="{FF2B5EF4-FFF2-40B4-BE49-F238E27FC236}">
                <a16:creationId xmlns:a16="http://schemas.microsoft.com/office/drawing/2014/main" id="{B547BB94-DAC5-624F-A43E-427A4CB6B85D}"/>
              </a:ext>
            </a:extLst>
          </p:cNvPr>
          <p:cNvSpPr/>
          <p:nvPr/>
        </p:nvSpPr>
        <p:spPr>
          <a:xfrm>
            <a:off x="7696200" y="3271838"/>
            <a:ext cx="477838"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4A4871E7-B494-2D4B-AEE2-7DE0D0814A81}"/>
              </a:ext>
            </a:extLst>
          </p:cNvPr>
          <p:cNvSpPr/>
          <p:nvPr/>
        </p:nvSpPr>
        <p:spPr>
          <a:xfrm>
            <a:off x="2798763" y="3271838"/>
            <a:ext cx="477837"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5170" name="TextBox 5">
            <a:extLst>
              <a:ext uri="{FF2B5EF4-FFF2-40B4-BE49-F238E27FC236}">
                <a16:creationId xmlns:a16="http://schemas.microsoft.com/office/drawing/2014/main" id="{C34BF29C-F3D8-904E-BD86-5E0E44E0E61D}"/>
              </a:ext>
            </a:extLst>
          </p:cNvPr>
          <p:cNvSpPr txBox="1">
            <a:spLocks noChangeArrowheads="1"/>
          </p:cNvSpPr>
          <p:nvPr/>
        </p:nvSpPr>
        <p:spPr bwMode="auto">
          <a:xfrm>
            <a:off x="47625" y="3429000"/>
            <a:ext cx="8509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0 km</a:t>
            </a:r>
          </a:p>
        </p:txBody>
      </p:sp>
      <p:sp>
        <p:nvSpPr>
          <p:cNvPr id="135171" name="TextBox 6">
            <a:extLst>
              <a:ext uri="{FF2B5EF4-FFF2-40B4-BE49-F238E27FC236}">
                <a16:creationId xmlns:a16="http://schemas.microsoft.com/office/drawing/2014/main" id="{3943B82F-E6AF-224E-B645-17F8EFE13310}"/>
              </a:ext>
            </a:extLst>
          </p:cNvPr>
          <p:cNvSpPr txBox="1">
            <a:spLocks noChangeArrowheads="1"/>
          </p:cNvSpPr>
          <p:nvPr/>
        </p:nvSpPr>
        <p:spPr bwMode="auto">
          <a:xfrm>
            <a:off x="33338" y="2471738"/>
            <a:ext cx="850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1 km</a:t>
            </a:r>
          </a:p>
        </p:txBody>
      </p:sp>
      <p:sp>
        <p:nvSpPr>
          <p:cNvPr id="135172" name="TextBox 7">
            <a:extLst>
              <a:ext uri="{FF2B5EF4-FFF2-40B4-BE49-F238E27FC236}">
                <a16:creationId xmlns:a16="http://schemas.microsoft.com/office/drawing/2014/main" id="{81EEF0D9-66E1-F54C-B6F4-24A632FD0328}"/>
              </a:ext>
            </a:extLst>
          </p:cNvPr>
          <p:cNvSpPr txBox="1">
            <a:spLocks noChangeArrowheads="1"/>
          </p:cNvSpPr>
          <p:nvPr/>
        </p:nvSpPr>
        <p:spPr bwMode="auto">
          <a:xfrm>
            <a:off x="47625" y="1562100"/>
            <a:ext cx="850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2 km</a:t>
            </a:r>
          </a:p>
        </p:txBody>
      </p:sp>
      <p:sp>
        <p:nvSpPr>
          <p:cNvPr id="135173" name="TextBox 8">
            <a:extLst>
              <a:ext uri="{FF2B5EF4-FFF2-40B4-BE49-F238E27FC236}">
                <a16:creationId xmlns:a16="http://schemas.microsoft.com/office/drawing/2014/main" id="{0A9AEA5D-B6AA-2444-B406-8B976D485A01}"/>
              </a:ext>
            </a:extLst>
          </p:cNvPr>
          <p:cNvSpPr txBox="1">
            <a:spLocks noChangeArrowheads="1"/>
          </p:cNvSpPr>
          <p:nvPr/>
        </p:nvSpPr>
        <p:spPr bwMode="auto">
          <a:xfrm>
            <a:off x="1982788" y="3933825"/>
            <a:ext cx="1522412" cy="8318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0" name="Oval 9">
            <a:extLst>
              <a:ext uri="{FF2B5EF4-FFF2-40B4-BE49-F238E27FC236}">
                <a16:creationId xmlns:a16="http://schemas.microsoft.com/office/drawing/2014/main" id="{C9D33B80-4936-7347-ABDB-CE1B08F09DC5}"/>
              </a:ext>
            </a:extLst>
          </p:cNvPr>
          <p:cNvSpPr/>
          <p:nvPr/>
        </p:nvSpPr>
        <p:spPr>
          <a:xfrm>
            <a:off x="3200400" y="2019300"/>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5175" name="TextBox 11">
            <a:extLst>
              <a:ext uri="{FF2B5EF4-FFF2-40B4-BE49-F238E27FC236}">
                <a16:creationId xmlns:a16="http://schemas.microsoft.com/office/drawing/2014/main" id="{41345BB3-613B-C640-A358-FC322FBB9ABE}"/>
              </a:ext>
            </a:extLst>
          </p:cNvPr>
          <p:cNvSpPr txBox="1">
            <a:spLocks noChangeArrowheads="1"/>
          </p:cNvSpPr>
          <p:nvPr/>
        </p:nvSpPr>
        <p:spPr bwMode="auto">
          <a:xfrm>
            <a:off x="1828800" y="23320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 name="Cloud 1">
            <a:extLst>
              <a:ext uri="{FF2B5EF4-FFF2-40B4-BE49-F238E27FC236}">
                <a16:creationId xmlns:a16="http://schemas.microsoft.com/office/drawing/2014/main" id="{8AC64C69-9B6E-8343-96CA-EC760FF8291E}"/>
              </a:ext>
            </a:extLst>
          </p:cNvPr>
          <p:cNvSpPr/>
          <p:nvPr/>
        </p:nvSpPr>
        <p:spPr>
          <a:xfrm>
            <a:off x="2759075" y="-1104900"/>
            <a:ext cx="2193925" cy="3009900"/>
          </a:xfrm>
          <a:prstGeom prst="cloud">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2248BB45-8825-1046-B031-275420DE0659}"/>
              </a:ext>
            </a:extLst>
          </p:cNvPr>
          <p:cNvSpPr/>
          <p:nvPr/>
        </p:nvSpPr>
        <p:spPr>
          <a:xfrm>
            <a:off x="-14288" y="758825"/>
            <a:ext cx="9086851" cy="3175000"/>
          </a:xfrm>
          <a:custGeom>
            <a:avLst/>
            <a:gdLst>
              <a:gd name="connsiteX0" fmla="*/ 0 w 9086851"/>
              <a:gd name="connsiteY0" fmla="*/ 1943100 h 2037391"/>
              <a:gd name="connsiteX1" fmla="*/ 157163 w 9086851"/>
              <a:gd name="connsiteY1" fmla="*/ 1957388 h 2037391"/>
              <a:gd name="connsiteX2" fmla="*/ 657226 w 9086851"/>
              <a:gd name="connsiteY2" fmla="*/ 1985963 h 2037391"/>
              <a:gd name="connsiteX3" fmla="*/ 1985963 w 9086851"/>
              <a:gd name="connsiteY3" fmla="*/ 2014538 h 2037391"/>
              <a:gd name="connsiteX4" fmla="*/ 2614613 w 9086851"/>
              <a:gd name="connsiteY4" fmla="*/ 2000250 h 2037391"/>
              <a:gd name="connsiteX5" fmla="*/ 2857501 w 9086851"/>
              <a:gd name="connsiteY5" fmla="*/ 1985963 h 2037391"/>
              <a:gd name="connsiteX6" fmla="*/ 2914651 w 9086851"/>
              <a:gd name="connsiteY6" fmla="*/ 1971675 h 2037391"/>
              <a:gd name="connsiteX7" fmla="*/ 3014663 w 9086851"/>
              <a:gd name="connsiteY7" fmla="*/ 1957388 h 2037391"/>
              <a:gd name="connsiteX8" fmla="*/ 3114676 w 9086851"/>
              <a:gd name="connsiteY8" fmla="*/ 1928813 h 2037391"/>
              <a:gd name="connsiteX9" fmla="*/ 3157538 w 9086851"/>
              <a:gd name="connsiteY9" fmla="*/ 1900238 h 2037391"/>
              <a:gd name="connsiteX10" fmla="*/ 3243263 w 9086851"/>
              <a:gd name="connsiteY10" fmla="*/ 1871663 h 2037391"/>
              <a:gd name="connsiteX11" fmla="*/ 3343276 w 9086851"/>
              <a:gd name="connsiteY11" fmla="*/ 1828800 h 2037391"/>
              <a:gd name="connsiteX12" fmla="*/ 3386138 w 9086851"/>
              <a:gd name="connsiteY12" fmla="*/ 1785938 h 2037391"/>
              <a:gd name="connsiteX13" fmla="*/ 3443288 w 9086851"/>
              <a:gd name="connsiteY13" fmla="*/ 1757363 h 2037391"/>
              <a:gd name="connsiteX14" fmla="*/ 3486151 w 9086851"/>
              <a:gd name="connsiteY14" fmla="*/ 1728788 h 2037391"/>
              <a:gd name="connsiteX15" fmla="*/ 3543301 w 9086851"/>
              <a:gd name="connsiteY15" fmla="*/ 1685925 h 2037391"/>
              <a:gd name="connsiteX16" fmla="*/ 3629026 w 9086851"/>
              <a:gd name="connsiteY16" fmla="*/ 1600200 h 2037391"/>
              <a:gd name="connsiteX17" fmla="*/ 3800476 w 9086851"/>
              <a:gd name="connsiteY17" fmla="*/ 1443038 h 2037391"/>
              <a:gd name="connsiteX18" fmla="*/ 3843338 w 9086851"/>
              <a:gd name="connsiteY18" fmla="*/ 1385888 h 2037391"/>
              <a:gd name="connsiteX19" fmla="*/ 3929063 w 9086851"/>
              <a:gd name="connsiteY19" fmla="*/ 1285875 h 2037391"/>
              <a:gd name="connsiteX20" fmla="*/ 3957638 w 9086851"/>
              <a:gd name="connsiteY20" fmla="*/ 1228725 h 2037391"/>
              <a:gd name="connsiteX21" fmla="*/ 4029076 w 9086851"/>
              <a:gd name="connsiteY21" fmla="*/ 1143000 h 2037391"/>
              <a:gd name="connsiteX22" fmla="*/ 4057651 w 9086851"/>
              <a:gd name="connsiteY22" fmla="*/ 1085850 h 2037391"/>
              <a:gd name="connsiteX23" fmla="*/ 4143376 w 9086851"/>
              <a:gd name="connsiteY23" fmla="*/ 971550 h 2037391"/>
              <a:gd name="connsiteX24" fmla="*/ 4171951 w 9086851"/>
              <a:gd name="connsiteY24" fmla="*/ 914400 h 2037391"/>
              <a:gd name="connsiteX25" fmla="*/ 4257676 w 9086851"/>
              <a:gd name="connsiteY25" fmla="*/ 785813 h 2037391"/>
              <a:gd name="connsiteX26" fmla="*/ 4286251 w 9086851"/>
              <a:gd name="connsiteY26" fmla="*/ 742950 h 2037391"/>
              <a:gd name="connsiteX27" fmla="*/ 4314826 w 9086851"/>
              <a:gd name="connsiteY27" fmla="*/ 700088 h 2037391"/>
              <a:gd name="connsiteX28" fmla="*/ 4400551 w 9086851"/>
              <a:gd name="connsiteY28" fmla="*/ 557213 h 2037391"/>
              <a:gd name="connsiteX29" fmla="*/ 4443413 w 9086851"/>
              <a:gd name="connsiteY29" fmla="*/ 485775 h 2037391"/>
              <a:gd name="connsiteX30" fmla="*/ 4471988 w 9086851"/>
              <a:gd name="connsiteY30" fmla="*/ 428625 h 2037391"/>
              <a:gd name="connsiteX31" fmla="*/ 4514851 w 9086851"/>
              <a:gd name="connsiteY31" fmla="*/ 371475 h 2037391"/>
              <a:gd name="connsiteX32" fmla="*/ 4543426 w 9086851"/>
              <a:gd name="connsiteY32" fmla="*/ 314325 h 2037391"/>
              <a:gd name="connsiteX33" fmla="*/ 4586288 w 9086851"/>
              <a:gd name="connsiteY33" fmla="*/ 257175 h 2037391"/>
              <a:gd name="connsiteX34" fmla="*/ 4657726 w 9086851"/>
              <a:gd name="connsiteY34" fmla="*/ 142875 h 2037391"/>
              <a:gd name="connsiteX35" fmla="*/ 4743451 w 9086851"/>
              <a:gd name="connsiteY35" fmla="*/ 57150 h 2037391"/>
              <a:gd name="connsiteX36" fmla="*/ 4772026 w 9086851"/>
              <a:gd name="connsiteY36" fmla="*/ 14288 h 2037391"/>
              <a:gd name="connsiteX37" fmla="*/ 4814888 w 9086851"/>
              <a:gd name="connsiteY37" fmla="*/ 0 h 2037391"/>
              <a:gd name="connsiteX38" fmla="*/ 5114926 w 9086851"/>
              <a:gd name="connsiteY38" fmla="*/ 14288 h 2037391"/>
              <a:gd name="connsiteX39" fmla="*/ 5372101 w 9086851"/>
              <a:gd name="connsiteY39" fmla="*/ 100013 h 2037391"/>
              <a:gd name="connsiteX40" fmla="*/ 5486401 w 9086851"/>
              <a:gd name="connsiteY40" fmla="*/ 128588 h 2037391"/>
              <a:gd name="connsiteX41" fmla="*/ 5529263 w 9086851"/>
              <a:gd name="connsiteY41" fmla="*/ 171450 h 2037391"/>
              <a:gd name="connsiteX42" fmla="*/ 5643563 w 9086851"/>
              <a:gd name="connsiteY42" fmla="*/ 228600 h 2037391"/>
              <a:gd name="connsiteX43" fmla="*/ 5715001 w 9086851"/>
              <a:gd name="connsiteY43" fmla="*/ 271463 h 2037391"/>
              <a:gd name="connsiteX44" fmla="*/ 5757863 w 9086851"/>
              <a:gd name="connsiteY44" fmla="*/ 300038 h 2037391"/>
              <a:gd name="connsiteX45" fmla="*/ 5843588 w 9086851"/>
              <a:gd name="connsiteY45" fmla="*/ 414338 h 2037391"/>
              <a:gd name="connsiteX46" fmla="*/ 5943601 w 9086851"/>
              <a:gd name="connsiteY46" fmla="*/ 542925 h 2037391"/>
              <a:gd name="connsiteX47" fmla="*/ 6000751 w 9086851"/>
              <a:gd name="connsiteY47" fmla="*/ 628650 h 2037391"/>
              <a:gd name="connsiteX48" fmla="*/ 6100763 w 9086851"/>
              <a:gd name="connsiteY48" fmla="*/ 757238 h 2037391"/>
              <a:gd name="connsiteX49" fmla="*/ 6143626 w 9086851"/>
              <a:gd name="connsiteY49" fmla="*/ 842963 h 2037391"/>
              <a:gd name="connsiteX50" fmla="*/ 6157913 w 9086851"/>
              <a:gd name="connsiteY50" fmla="*/ 885825 h 2037391"/>
              <a:gd name="connsiteX51" fmla="*/ 6215063 w 9086851"/>
              <a:gd name="connsiteY51" fmla="*/ 971550 h 2037391"/>
              <a:gd name="connsiteX52" fmla="*/ 6286501 w 9086851"/>
              <a:gd name="connsiteY52" fmla="*/ 1100138 h 2037391"/>
              <a:gd name="connsiteX53" fmla="*/ 6372226 w 9086851"/>
              <a:gd name="connsiteY53" fmla="*/ 1243013 h 2037391"/>
              <a:gd name="connsiteX54" fmla="*/ 6400801 w 9086851"/>
              <a:gd name="connsiteY54" fmla="*/ 1285875 h 2037391"/>
              <a:gd name="connsiteX55" fmla="*/ 6500813 w 9086851"/>
              <a:gd name="connsiteY55" fmla="*/ 1371600 h 2037391"/>
              <a:gd name="connsiteX56" fmla="*/ 6557963 w 9086851"/>
              <a:gd name="connsiteY56" fmla="*/ 1414463 h 2037391"/>
              <a:gd name="connsiteX57" fmla="*/ 6600826 w 9086851"/>
              <a:gd name="connsiteY57" fmla="*/ 1457325 h 2037391"/>
              <a:gd name="connsiteX58" fmla="*/ 6657976 w 9086851"/>
              <a:gd name="connsiteY58" fmla="*/ 1485900 h 2037391"/>
              <a:gd name="connsiteX59" fmla="*/ 6872288 w 9086851"/>
              <a:gd name="connsiteY59" fmla="*/ 1614488 h 2037391"/>
              <a:gd name="connsiteX60" fmla="*/ 6972301 w 9086851"/>
              <a:gd name="connsiteY60" fmla="*/ 1657350 h 2037391"/>
              <a:gd name="connsiteX61" fmla="*/ 7129463 w 9086851"/>
              <a:gd name="connsiteY61" fmla="*/ 1743075 h 2037391"/>
              <a:gd name="connsiteX62" fmla="*/ 7243763 w 9086851"/>
              <a:gd name="connsiteY62" fmla="*/ 1771650 h 2037391"/>
              <a:gd name="connsiteX63" fmla="*/ 7443788 w 9086851"/>
              <a:gd name="connsiteY63" fmla="*/ 1843088 h 2037391"/>
              <a:gd name="connsiteX64" fmla="*/ 7543801 w 9086851"/>
              <a:gd name="connsiteY64" fmla="*/ 1857375 h 2037391"/>
              <a:gd name="connsiteX65" fmla="*/ 7672388 w 9086851"/>
              <a:gd name="connsiteY65" fmla="*/ 1900238 h 2037391"/>
              <a:gd name="connsiteX66" fmla="*/ 7958138 w 9086851"/>
              <a:gd name="connsiteY66" fmla="*/ 1943100 h 2037391"/>
              <a:gd name="connsiteX67" fmla="*/ 8129588 w 9086851"/>
              <a:gd name="connsiteY67" fmla="*/ 1971675 h 2037391"/>
              <a:gd name="connsiteX68" fmla="*/ 8315326 w 9086851"/>
              <a:gd name="connsiteY68" fmla="*/ 1957388 h 2037391"/>
              <a:gd name="connsiteX69" fmla="*/ 8415338 w 9086851"/>
              <a:gd name="connsiteY69" fmla="*/ 1943100 h 2037391"/>
              <a:gd name="connsiteX70" fmla="*/ 8758238 w 9086851"/>
              <a:gd name="connsiteY70" fmla="*/ 1957388 h 2037391"/>
              <a:gd name="connsiteX71" fmla="*/ 9086851 w 9086851"/>
              <a:gd name="connsiteY71" fmla="*/ 1957388 h 20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9086851" h="2037391">
                <a:moveTo>
                  <a:pt x="0" y="1943100"/>
                </a:moveTo>
                <a:cubicBezTo>
                  <a:pt x="52388" y="1947863"/>
                  <a:pt x="104645" y="1954387"/>
                  <a:pt x="157163" y="1957388"/>
                </a:cubicBezTo>
                <a:cubicBezTo>
                  <a:pt x="733873" y="1990343"/>
                  <a:pt x="302789" y="1953740"/>
                  <a:pt x="657226" y="1985963"/>
                </a:cubicBezTo>
                <a:cubicBezTo>
                  <a:pt x="1135432" y="2081602"/>
                  <a:pt x="777202" y="2014538"/>
                  <a:pt x="1985963" y="2014538"/>
                </a:cubicBezTo>
                <a:cubicBezTo>
                  <a:pt x="2195567" y="2014538"/>
                  <a:pt x="2405063" y="2005013"/>
                  <a:pt x="2614613" y="2000250"/>
                </a:cubicBezTo>
                <a:cubicBezTo>
                  <a:pt x="2695576" y="1995488"/>
                  <a:pt x="2776764" y="1993652"/>
                  <a:pt x="2857501" y="1985963"/>
                </a:cubicBezTo>
                <a:cubicBezTo>
                  <a:pt x="2877049" y="1984101"/>
                  <a:pt x="2895331" y="1975188"/>
                  <a:pt x="2914651" y="1971675"/>
                </a:cubicBezTo>
                <a:cubicBezTo>
                  <a:pt x="2947784" y="1965651"/>
                  <a:pt x="2981326" y="1962150"/>
                  <a:pt x="3014663" y="1957388"/>
                </a:cubicBezTo>
                <a:cubicBezTo>
                  <a:pt x="3048001" y="1947863"/>
                  <a:pt x="3082484" y="1941690"/>
                  <a:pt x="3114676" y="1928813"/>
                </a:cubicBezTo>
                <a:cubicBezTo>
                  <a:pt x="3130619" y="1922436"/>
                  <a:pt x="3141847" y="1907212"/>
                  <a:pt x="3157538" y="1900238"/>
                </a:cubicBezTo>
                <a:cubicBezTo>
                  <a:pt x="3185063" y="1888005"/>
                  <a:pt x="3216322" y="1885133"/>
                  <a:pt x="3243263" y="1871663"/>
                </a:cubicBezTo>
                <a:cubicBezTo>
                  <a:pt x="3313884" y="1836353"/>
                  <a:pt x="3280207" y="1849823"/>
                  <a:pt x="3343276" y="1828800"/>
                </a:cubicBezTo>
                <a:cubicBezTo>
                  <a:pt x="3357563" y="1814513"/>
                  <a:pt x="3369696" y="1797682"/>
                  <a:pt x="3386138" y="1785938"/>
                </a:cubicBezTo>
                <a:cubicBezTo>
                  <a:pt x="3403469" y="1773558"/>
                  <a:pt x="3424796" y="1767930"/>
                  <a:pt x="3443288" y="1757363"/>
                </a:cubicBezTo>
                <a:cubicBezTo>
                  <a:pt x="3458197" y="1748844"/>
                  <a:pt x="3472178" y="1738769"/>
                  <a:pt x="3486151" y="1728788"/>
                </a:cubicBezTo>
                <a:cubicBezTo>
                  <a:pt x="3505528" y="1714947"/>
                  <a:pt x="3525601" y="1701855"/>
                  <a:pt x="3543301" y="1685925"/>
                </a:cubicBezTo>
                <a:cubicBezTo>
                  <a:pt x="3573338" y="1658891"/>
                  <a:pt x="3596697" y="1624447"/>
                  <a:pt x="3629026" y="1600200"/>
                </a:cubicBezTo>
                <a:cubicBezTo>
                  <a:pt x="3696164" y="1549847"/>
                  <a:pt x="3744274" y="1517974"/>
                  <a:pt x="3800476" y="1443038"/>
                </a:cubicBezTo>
                <a:cubicBezTo>
                  <a:pt x="3814763" y="1423988"/>
                  <a:pt x="3827841" y="1403968"/>
                  <a:pt x="3843338" y="1385888"/>
                </a:cubicBezTo>
                <a:cubicBezTo>
                  <a:pt x="3897290" y="1322944"/>
                  <a:pt x="3880853" y="1363012"/>
                  <a:pt x="3929063" y="1285875"/>
                </a:cubicBezTo>
                <a:cubicBezTo>
                  <a:pt x="3940351" y="1267814"/>
                  <a:pt x="3945258" y="1246056"/>
                  <a:pt x="3957638" y="1228725"/>
                </a:cubicBezTo>
                <a:cubicBezTo>
                  <a:pt x="4042069" y="1110523"/>
                  <a:pt x="3964286" y="1256384"/>
                  <a:pt x="4029076" y="1143000"/>
                </a:cubicBezTo>
                <a:cubicBezTo>
                  <a:pt x="4039643" y="1124508"/>
                  <a:pt x="4045837" y="1103571"/>
                  <a:pt x="4057651" y="1085850"/>
                </a:cubicBezTo>
                <a:cubicBezTo>
                  <a:pt x="4084069" y="1046224"/>
                  <a:pt x="4122077" y="1014147"/>
                  <a:pt x="4143376" y="971550"/>
                </a:cubicBezTo>
                <a:cubicBezTo>
                  <a:pt x="4152901" y="952500"/>
                  <a:pt x="4160993" y="932663"/>
                  <a:pt x="4171951" y="914400"/>
                </a:cubicBezTo>
                <a:cubicBezTo>
                  <a:pt x="4171961" y="914383"/>
                  <a:pt x="4243383" y="807252"/>
                  <a:pt x="4257676" y="785813"/>
                </a:cubicBezTo>
                <a:lnTo>
                  <a:pt x="4286251" y="742950"/>
                </a:lnTo>
                <a:cubicBezTo>
                  <a:pt x="4295776" y="728663"/>
                  <a:pt x="4307147" y="715446"/>
                  <a:pt x="4314826" y="700088"/>
                </a:cubicBezTo>
                <a:cubicBezTo>
                  <a:pt x="4380151" y="569439"/>
                  <a:pt x="4297095" y="729643"/>
                  <a:pt x="4400551" y="557213"/>
                </a:cubicBezTo>
                <a:cubicBezTo>
                  <a:pt x="4414838" y="533400"/>
                  <a:pt x="4429927" y="510050"/>
                  <a:pt x="4443413" y="485775"/>
                </a:cubicBezTo>
                <a:cubicBezTo>
                  <a:pt x="4453756" y="467157"/>
                  <a:pt x="4460700" y="446686"/>
                  <a:pt x="4471988" y="428625"/>
                </a:cubicBezTo>
                <a:cubicBezTo>
                  <a:pt x="4484609" y="408432"/>
                  <a:pt x="4502230" y="391668"/>
                  <a:pt x="4514851" y="371475"/>
                </a:cubicBezTo>
                <a:cubicBezTo>
                  <a:pt x="4526139" y="353414"/>
                  <a:pt x="4532138" y="332386"/>
                  <a:pt x="4543426" y="314325"/>
                </a:cubicBezTo>
                <a:cubicBezTo>
                  <a:pt x="4556046" y="294132"/>
                  <a:pt x="4573668" y="277368"/>
                  <a:pt x="4586288" y="257175"/>
                </a:cubicBezTo>
                <a:cubicBezTo>
                  <a:pt x="4634983" y="179262"/>
                  <a:pt x="4591495" y="216465"/>
                  <a:pt x="4657726" y="142875"/>
                </a:cubicBezTo>
                <a:cubicBezTo>
                  <a:pt x="4684760" y="112838"/>
                  <a:pt x="4721035" y="90774"/>
                  <a:pt x="4743451" y="57150"/>
                </a:cubicBezTo>
                <a:cubicBezTo>
                  <a:pt x="4752976" y="42863"/>
                  <a:pt x="4758618" y="25015"/>
                  <a:pt x="4772026" y="14288"/>
                </a:cubicBezTo>
                <a:cubicBezTo>
                  <a:pt x="4783786" y="4880"/>
                  <a:pt x="4800601" y="4763"/>
                  <a:pt x="4814888" y="0"/>
                </a:cubicBezTo>
                <a:cubicBezTo>
                  <a:pt x="4914901" y="4763"/>
                  <a:pt x="5016375" y="-3401"/>
                  <a:pt x="5114926" y="14288"/>
                </a:cubicBezTo>
                <a:cubicBezTo>
                  <a:pt x="5203867" y="30252"/>
                  <a:pt x="5283494" y="82292"/>
                  <a:pt x="5372101" y="100013"/>
                </a:cubicBezTo>
                <a:cubicBezTo>
                  <a:pt x="5458306" y="117254"/>
                  <a:pt x="5420500" y="106621"/>
                  <a:pt x="5486401" y="128588"/>
                </a:cubicBezTo>
                <a:cubicBezTo>
                  <a:pt x="5500688" y="142875"/>
                  <a:pt x="5512217" y="160602"/>
                  <a:pt x="5529263" y="171450"/>
                </a:cubicBezTo>
                <a:cubicBezTo>
                  <a:pt x="5565201" y="194319"/>
                  <a:pt x="5606058" y="208405"/>
                  <a:pt x="5643563" y="228600"/>
                </a:cubicBezTo>
                <a:cubicBezTo>
                  <a:pt x="5668014" y="241766"/>
                  <a:pt x="5691452" y="256745"/>
                  <a:pt x="5715001" y="271463"/>
                </a:cubicBezTo>
                <a:cubicBezTo>
                  <a:pt x="5729562" y="280564"/>
                  <a:pt x="5745721" y="287896"/>
                  <a:pt x="5757863" y="300038"/>
                </a:cubicBezTo>
                <a:cubicBezTo>
                  <a:pt x="5862087" y="404262"/>
                  <a:pt x="5777631" y="335190"/>
                  <a:pt x="5843588" y="414338"/>
                </a:cubicBezTo>
                <a:cubicBezTo>
                  <a:pt x="5955501" y="548632"/>
                  <a:pt x="5799157" y="326257"/>
                  <a:pt x="5943601" y="542925"/>
                </a:cubicBezTo>
                <a:lnTo>
                  <a:pt x="6000751" y="628650"/>
                </a:lnTo>
                <a:cubicBezTo>
                  <a:pt x="6037733" y="665633"/>
                  <a:pt x="6083673" y="705970"/>
                  <a:pt x="6100763" y="757238"/>
                </a:cubicBezTo>
                <a:cubicBezTo>
                  <a:pt x="6120481" y="816390"/>
                  <a:pt x="6106697" y="787569"/>
                  <a:pt x="6143626" y="842963"/>
                </a:cubicBezTo>
                <a:cubicBezTo>
                  <a:pt x="6148388" y="857250"/>
                  <a:pt x="6150599" y="872660"/>
                  <a:pt x="6157913" y="885825"/>
                </a:cubicBezTo>
                <a:cubicBezTo>
                  <a:pt x="6174591" y="915846"/>
                  <a:pt x="6204203" y="938970"/>
                  <a:pt x="6215063" y="971550"/>
                </a:cubicBezTo>
                <a:cubicBezTo>
                  <a:pt x="6254575" y="1090084"/>
                  <a:pt x="6188243" y="903621"/>
                  <a:pt x="6286501" y="1100138"/>
                </a:cubicBezTo>
                <a:cubicBezTo>
                  <a:pt x="6330434" y="1188004"/>
                  <a:pt x="6303262" y="1139568"/>
                  <a:pt x="6372226" y="1243013"/>
                </a:cubicBezTo>
                <a:cubicBezTo>
                  <a:pt x="6381751" y="1257300"/>
                  <a:pt x="6387064" y="1275572"/>
                  <a:pt x="6400801" y="1285875"/>
                </a:cubicBezTo>
                <a:cubicBezTo>
                  <a:pt x="6567927" y="1411221"/>
                  <a:pt x="6361512" y="1252199"/>
                  <a:pt x="6500813" y="1371600"/>
                </a:cubicBezTo>
                <a:cubicBezTo>
                  <a:pt x="6518893" y="1387097"/>
                  <a:pt x="6539883" y="1398966"/>
                  <a:pt x="6557963" y="1414463"/>
                </a:cubicBezTo>
                <a:cubicBezTo>
                  <a:pt x="6573304" y="1427613"/>
                  <a:pt x="6584384" y="1445581"/>
                  <a:pt x="6600826" y="1457325"/>
                </a:cubicBezTo>
                <a:cubicBezTo>
                  <a:pt x="6618157" y="1469704"/>
                  <a:pt x="6639713" y="1474942"/>
                  <a:pt x="6657976" y="1485900"/>
                </a:cubicBezTo>
                <a:cubicBezTo>
                  <a:pt x="6807124" y="1575389"/>
                  <a:pt x="6681377" y="1519032"/>
                  <a:pt x="6872288" y="1614488"/>
                </a:cubicBezTo>
                <a:cubicBezTo>
                  <a:pt x="6904729" y="1630709"/>
                  <a:pt x="6939860" y="1641130"/>
                  <a:pt x="6972301" y="1657350"/>
                </a:cubicBezTo>
                <a:cubicBezTo>
                  <a:pt x="7102754" y="1722576"/>
                  <a:pt x="6870439" y="1645941"/>
                  <a:pt x="7129463" y="1743075"/>
                </a:cubicBezTo>
                <a:cubicBezTo>
                  <a:pt x="7166235" y="1756865"/>
                  <a:pt x="7206278" y="1759936"/>
                  <a:pt x="7243763" y="1771650"/>
                </a:cubicBezTo>
                <a:cubicBezTo>
                  <a:pt x="7250185" y="1773657"/>
                  <a:pt x="7420191" y="1839717"/>
                  <a:pt x="7443788" y="1843088"/>
                </a:cubicBezTo>
                <a:lnTo>
                  <a:pt x="7543801" y="1857375"/>
                </a:lnTo>
                <a:cubicBezTo>
                  <a:pt x="7586663" y="1871663"/>
                  <a:pt x="7628436" y="1889773"/>
                  <a:pt x="7672388" y="1900238"/>
                </a:cubicBezTo>
                <a:cubicBezTo>
                  <a:pt x="7759620" y="1921008"/>
                  <a:pt x="7867259" y="1930983"/>
                  <a:pt x="7958138" y="1943100"/>
                </a:cubicBezTo>
                <a:cubicBezTo>
                  <a:pt x="8064459" y="1957276"/>
                  <a:pt x="8037915" y="1953341"/>
                  <a:pt x="8129588" y="1971675"/>
                </a:cubicBezTo>
                <a:cubicBezTo>
                  <a:pt x="8191501" y="1966913"/>
                  <a:pt x="8253539" y="1963567"/>
                  <a:pt x="8315326" y="1957388"/>
                </a:cubicBezTo>
                <a:cubicBezTo>
                  <a:pt x="8348835" y="1954037"/>
                  <a:pt x="8381662" y="1943100"/>
                  <a:pt x="8415338" y="1943100"/>
                </a:cubicBezTo>
                <a:cubicBezTo>
                  <a:pt x="8529737" y="1943100"/>
                  <a:pt x="8643865" y="1954954"/>
                  <a:pt x="8758238" y="1957388"/>
                </a:cubicBezTo>
                <a:cubicBezTo>
                  <a:pt x="8867751" y="1959718"/>
                  <a:pt x="8977313" y="1957388"/>
                  <a:pt x="9086851" y="1957388"/>
                </a:cubicBezTo>
              </a:path>
            </a:pathLst>
          </a:custGeom>
          <a:noFill/>
          <a:ln w="76200">
            <a:solidFill>
              <a:srgbClr val="A2673F"/>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p>
        </p:txBody>
      </p:sp>
      <p:sp>
        <p:nvSpPr>
          <p:cNvPr id="135178" name="TextBox 14">
            <a:extLst>
              <a:ext uri="{FF2B5EF4-FFF2-40B4-BE49-F238E27FC236}">
                <a16:creationId xmlns:a16="http://schemas.microsoft.com/office/drawing/2014/main" id="{7D5407EE-DD40-C74F-8596-DA000F78F11F}"/>
              </a:ext>
            </a:extLst>
          </p:cNvPr>
          <p:cNvSpPr txBox="1">
            <a:spLocks noChangeArrowheads="1"/>
          </p:cNvSpPr>
          <p:nvPr/>
        </p:nvSpPr>
        <p:spPr bwMode="auto">
          <a:xfrm>
            <a:off x="60325" y="646113"/>
            <a:ext cx="852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a:latin typeface="Helvetica" pitchFamily="2" charset="0"/>
                <a:cs typeface="Arial" panose="020B0604020202020204" pitchFamily="34" charset="0"/>
              </a:rPr>
              <a:t>3 km</a:t>
            </a:r>
          </a:p>
        </p:txBody>
      </p:sp>
      <p:sp>
        <p:nvSpPr>
          <p:cNvPr id="135179" name="TextBox 12">
            <a:extLst>
              <a:ext uri="{FF2B5EF4-FFF2-40B4-BE49-F238E27FC236}">
                <a16:creationId xmlns:a16="http://schemas.microsoft.com/office/drawing/2014/main" id="{7B01C358-4468-4444-898D-B03BF27B80D3}"/>
              </a:ext>
            </a:extLst>
          </p:cNvPr>
          <p:cNvSpPr txBox="1">
            <a:spLocks noChangeArrowheads="1"/>
          </p:cNvSpPr>
          <p:nvPr/>
        </p:nvSpPr>
        <p:spPr bwMode="auto">
          <a:xfrm>
            <a:off x="1828800" y="1341438"/>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5</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35180" name="TextBox 15">
            <a:extLst>
              <a:ext uri="{FF2B5EF4-FFF2-40B4-BE49-F238E27FC236}">
                <a16:creationId xmlns:a16="http://schemas.microsoft.com/office/drawing/2014/main" id="{5887BA91-EA28-294C-B9B0-B67851AABE15}"/>
              </a:ext>
            </a:extLst>
          </p:cNvPr>
          <p:cNvSpPr txBox="1">
            <a:spLocks noChangeArrowheads="1"/>
          </p:cNvSpPr>
          <p:nvPr/>
        </p:nvSpPr>
        <p:spPr bwMode="auto">
          <a:xfrm>
            <a:off x="4953000" y="55563"/>
            <a:ext cx="152241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8" name="Oval 17">
            <a:extLst>
              <a:ext uri="{FF2B5EF4-FFF2-40B4-BE49-F238E27FC236}">
                <a16:creationId xmlns:a16="http://schemas.microsoft.com/office/drawing/2014/main" id="{C438E66F-D298-4048-A90F-C7C90C2B0360}"/>
              </a:ext>
            </a:extLst>
          </p:cNvPr>
          <p:cNvSpPr/>
          <p:nvPr/>
        </p:nvSpPr>
        <p:spPr>
          <a:xfrm>
            <a:off x="5894388" y="584200"/>
            <a:ext cx="1455737" cy="1433513"/>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5182" name="TextBox 18">
            <a:extLst>
              <a:ext uri="{FF2B5EF4-FFF2-40B4-BE49-F238E27FC236}">
                <a16:creationId xmlns:a16="http://schemas.microsoft.com/office/drawing/2014/main" id="{2704AF0F-1F40-BE4B-B15D-06DE272A4F4F}"/>
              </a:ext>
            </a:extLst>
          </p:cNvPr>
          <p:cNvSpPr txBox="1">
            <a:spLocks noChangeArrowheads="1"/>
          </p:cNvSpPr>
          <p:nvPr/>
        </p:nvSpPr>
        <p:spPr bwMode="auto">
          <a:xfrm>
            <a:off x="7450138" y="869950"/>
            <a:ext cx="1665287"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10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7" name="Oval 16">
            <a:extLst>
              <a:ext uri="{FF2B5EF4-FFF2-40B4-BE49-F238E27FC236}">
                <a16:creationId xmlns:a16="http://schemas.microsoft.com/office/drawing/2014/main" id="{E4C326E6-11C9-614A-8B5A-47FA4FEF6269}"/>
              </a:ext>
            </a:extLst>
          </p:cNvPr>
          <p:cNvSpPr/>
          <p:nvPr/>
        </p:nvSpPr>
        <p:spPr>
          <a:xfrm>
            <a:off x="6396038" y="2017713"/>
            <a:ext cx="831850" cy="78105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5184" name="TextBox 19">
            <a:extLst>
              <a:ext uri="{FF2B5EF4-FFF2-40B4-BE49-F238E27FC236}">
                <a16:creationId xmlns:a16="http://schemas.microsoft.com/office/drawing/2014/main" id="{BC264558-C5E2-B546-A8EC-2AC989B87A7A}"/>
              </a:ext>
            </a:extLst>
          </p:cNvPr>
          <p:cNvSpPr txBox="1">
            <a:spLocks noChangeArrowheads="1"/>
          </p:cNvSpPr>
          <p:nvPr/>
        </p:nvSpPr>
        <p:spPr bwMode="auto">
          <a:xfrm>
            <a:off x="7467600" y="2171700"/>
            <a:ext cx="16652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20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135185" name="TextBox 20">
            <a:extLst>
              <a:ext uri="{FF2B5EF4-FFF2-40B4-BE49-F238E27FC236}">
                <a16:creationId xmlns:a16="http://schemas.microsoft.com/office/drawing/2014/main" id="{46C3AECC-4E9B-504E-A7C5-7667E139C36C}"/>
              </a:ext>
            </a:extLst>
          </p:cNvPr>
          <p:cNvSpPr txBox="1">
            <a:spLocks noChangeArrowheads="1"/>
          </p:cNvSpPr>
          <p:nvPr/>
        </p:nvSpPr>
        <p:spPr bwMode="auto">
          <a:xfrm>
            <a:off x="7467600" y="3803650"/>
            <a:ext cx="1665288" cy="8318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i="1">
                <a:latin typeface="Helvetica" pitchFamily="2" charset="0"/>
                <a:cs typeface="Arial" panose="020B0604020202020204" pitchFamily="34" charset="0"/>
              </a:rPr>
              <a:t>T</a:t>
            </a:r>
            <a:r>
              <a:rPr lang="en-US" altLang="en-US" sz="2400">
                <a:latin typeface="Helvetica" pitchFamily="2" charset="0"/>
                <a:cs typeface="Arial" panose="020B0604020202020204" pitchFamily="34" charset="0"/>
              </a:rPr>
              <a:t>  =   30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a:p>
            <a:pPr>
              <a:spcBef>
                <a:spcPct val="0"/>
              </a:spcBef>
              <a:buFontTx/>
              <a:buNone/>
            </a:pPr>
            <a:r>
              <a:rPr lang="en-US" altLang="en-US" sz="2400" i="1">
                <a:latin typeface="Helvetica" pitchFamily="2" charset="0"/>
                <a:cs typeface="Arial" panose="020B0604020202020204" pitchFamily="34" charset="0"/>
              </a:rPr>
              <a:t>T</a:t>
            </a:r>
            <a:r>
              <a:rPr lang="en-US" altLang="en-US" sz="2400" baseline="-25000">
                <a:latin typeface="Helvetica" pitchFamily="2" charset="0"/>
                <a:cs typeface="Arial" panose="020B0604020202020204" pitchFamily="34" charset="0"/>
              </a:rPr>
              <a:t>d</a:t>
            </a:r>
            <a:r>
              <a:rPr lang="en-US" altLang="en-US" sz="2400">
                <a:latin typeface="Helvetica" pitchFamily="2" charset="0"/>
                <a:cs typeface="Arial" panose="020B0604020202020204" pitchFamily="34" charset="0"/>
              </a:rPr>
              <a:t> =   0</a:t>
            </a:r>
            <a:r>
              <a:rPr lang="en-US" altLang="en-US" sz="2400">
                <a:latin typeface="Arial Unicode MS" panose="020B0604020202020204" pitchFamily="34" charset="-128"/>
                <a:ea typeface="Arial Unicode MS" panose="020B0604020202020204" pitchFamily="34" charset="-128"/>
                <a:cs typeface="Arial Unicode MS" panose="020B0604020202020204" pitchFamily="34" charset="-128"/>
              </a:rPr>
              <a:t>°</a:t>
            </a:r>
            <a:r>
              <a:rPr lang="en-US" altLang="en-US" sz="2400">
                <a:latin typeface="Helvetica" pitchFamily="2" charset="0"/>
                <a:cs typeface="Arial" panose="020B0604020202020204" pitchFamily="34" charset="0"/>
              </a:rPr>
              <a:t>C</a:t>
            </a:r>
          </a:p>
        </p:txBody>
      </p:sp>
      <p:sp>
        <p:nvSpPr>
          <p:cNvPr id="22" name="Oval 21">
            <a:extLst>
              <a:ext uri="{FF2B5EF4-FFF2-40B4-BE49-F238E27FC236}">
                <a16:creationId xmlns:a16="http://schemas.microsoft.com/office/drawing/2014/main" id="{B547BB94-DAC5-624F-A43E-427A4CB6B85D}"/>
              </a:ext>
            </a:extLst>
          </p:cNvPr>
          <p:cNvSpPr/>
          <p:nvPr/>
        </p:nvSpPr>
        <p:spPr>
          <a:xfrm>
            <a:off x="7696200" y="3271838"/>
            <a:ext cx="477838" cy="457200"/>
          </a:xfrm>
          <a:prstGeom prst="ellipse">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5187" name="TextBox 2">
            <a:extLst>
              <a:ext uri="{FF2B5EF4-FFF2-40B4-BE49-F238E27FC236}">
                <a16:creationId xmlns:a16="http://schemas.microsoft.com/office/drawing/2014/main" id="{96E0857C-1F7B-DC4C-A9AD-8D33D4BEB129}"/>
              </a:ext>
            </a:extLst>
          </p:cNvPr>
          <p:cNvSpPr txBox="1">
            <a:spLocks noChangeArrowheads="1"/>
          </p:cNvSpPr>
          <p:nvPr/>
        </p:nvSpPr>
        <p:spPr bwMode="auto">
          <a:xfrm>
            <a:off x="415925" y="4876800"/>
            <a:ext cx="8548688"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4000">
                <a:solidFill>
                  <a:srgbClr val="FF0000"/>
                </a:solidFill>
                <a:cs typeface="Arial" panose="020B0604020202020204" pitchFamily="34" charset="0"/>
              </a:rPr>
              <a:t>Lee-side air is 5</a:t>
            </a:r>
            <a:r>
              <a:rPr lang="en-US" altLang="en-US" sz="4000">
                <a:solidFill>
                  <a:srgbClr val="FF0000"/>
                </a:solidFill>
                <a:latin typeface="Arial Unicode MS" panose="020B0604020202020204" pitchFamily="34" charset="-128"/>
                <a:ea typeface="Arial Unicode MS" panose="020B0604020202020204" pitchFamily="34" charset="-128"/>
                <a:cs typeface="Arial Unicode MS" panose="020B0604020202020204" pitchFamily="34" charset="-128"/>
              </a:rPr>
              <a:t>°C warmer and drier.</a:t>
            </a:r>
            <a:endParaRPr lang="en-US" altLang="en-US" sz="4000">
              <a:solidFill>
                <a:srgbClr val="FF0000"/>
              </a:solidFill>
              <a:cs typeface="Arial"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3" name="Picture 2">
            <a:extLst>
              <a:ext uri="{FF2B5EF4-FFF2-40B4-BE49-F238E27FC236}">
                <a16:creationId xmlns:a16="http://schemas.microsoft.com/office/drawing/2014/main" id="{4D53160B-9FAB-6547-8F83-A1F147478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525"/>
            <a:ext cx="428625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6194" name="TextBox 3">
            <a:extLst>
              <a:ext uri="{FF2B5EF4-FFF2-40B4-BE49-F238E27FC236}">
                <a16:creationId xmlns:a16="http://schemas.microsoft.com/office/drawing/2014/main" id="{FCA0B13D-F1FA-AC4C-9AEF-FEFFE9F3E049}"/>
              </a:ext>
            </a:extLst>
          </p:cNvPr>
          <p:cNvSpPr txBox="1">
            <a:spLocks noChangeArrowheads="1"/>
          </p:cNvSpPr>
          <p:nvPr/>
        </p:nvSpPr>
        <p:spPr bwMode="auto">
          <a:xfrm>
            <a:off x="4572000" y="952500"/>
            <a:ext cx="41084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3600">
                <a:cs typeface="Arial" panose="020B0604020202020204" pitchFamily="34" charset="0"/>
              </a:rPr>
              <a:t>Andes rain shadow</a:t>
            </a:r>
          </a:p>
        </p:txBody>
      </p:sp>
      <p:sp>
        <p:nvSpPr>
          <p:cNvPr id="5" name="Right Arrow 4">
            <a:extLst>
              <a:ext uri="{FF2B5EF4-FFF2-40B4-BE49-F238E27FC236}">
                <a16:creationId xmlns:a16="http://schemas.microsoft.com/office/drawing/2014/main" id="{670462A4-A023-B746-B7D1-2D6CAD941D2D}"/>
              </a:ext>
            </a:extLst>
          </p:cNvPr>
          <p:cNvSpPr/>
          <p:nvPr/>
        </p:nvSpPr>
        <p:spPr>
          <a:xfrm>
            <a:off x="457200" y="876300"/>
            <a:ext cx="2481263" cy="547688"/>
          </a:xfrm>
          <a:prstGeom prst="rightArrow">
            <a:avLst/>
          </a:prstGeom>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dirty="0">
                <a:solidFill>
                  <a:schemeClr val="tx1"/>
                </a:solidFill>
              </a:rPr>
              <a:t>jet stream</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1" name="Picture 5">
            <a:extLst>
              <a:ext uri="{FF2B5EF4-FFF2-40B4-BE49-F238E27FC236}">
                <a16:creationId xmlns:a16="http://schemas.microsoft.com/office/drawing/2014/main" id="{D800D79F-EE97-BD49-A4BC-ACC817567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575"/>
            <a:ext cx="9144000" cy="597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42" name="TextBox 3">
            <a:extLst>
              <a:ext uri="{FF2B5EF4-FFF2-40B4-BE49-F238E27FC236}">
                <a16:creationId xmlns:a16="http://schemas.microsoft.com/office/drawing/2014/main" id="{4ACF41DD-7B8A-4847-AC78-F5BF126B0BEC}"/>
              </a:ext>
            </a:extLst>
          </p:cNvPr>
          <p:cNvSpPr txBox="1">
            <a:spLocks noChangeArrowheads="1"/>
          </p:cNvSpPr>
          <p:nvPr/>
        </p:nvSpPr>
        <p:spPr bwMode="auto">
          <a:xfrm>
            <a:off x="457200" y="2705100"/>
            <a:ext cx="26717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3600">
                <a:solidFill>
                  <a:srgbClr val="FFFF00"/>
                </a:solidFill>
                <a:cs typeface="Arial" panose="020B0604020202020204" pitchFamily="34" charset="0"/>
              </a:rPr>
              <a:t>Hawaii </a:t>
            </a:r>
          </a:p>
          <a:p>
            <a:pPr algn="ctr">
              <a:spcBef>
                <a:spcPct val="0"/>
              </a:spcBef>
              <a:buFontTx/>
              <a:buNone/>
            </a:pPr>
            <a:r>
              <a:rPr lang="en-US" altLang="en-US" sz="3600">
                <a:solidFill>
                  <a:srgbClr val="FFFF00"/>
                </a:solidFill>
                <a:cs typeface="Arial" panose="020B0604020202020204" pitchFamily="34" charset="0"/>
              </a:rPr>
              <a:t>rain shadow</a:t>
            </a:r>
          </a:p>
        </p:txBody>
      </p:sp>
      <p:sp>
        <p:nvSpPr>
          <p:cNvPr id="5" name="Right Arrow 4">
            <a:extLst>
              <a:ext uri="{FF2B5EF4-FFF2-40B4-BE49-F238E27FC236}">
                <a16:creationId xmlns:a16="http://schemas.microsoft.com/office/drawing/2014/main" id="{670462A4-A023-B746-B7D1-2D6CAD941D2D}"/>
              </a:ext>
            </a:extLst>
          </p:cNvPr>
          <p:cNvSpPr/>
          <p:nvPr/>
        </p:nvSpPr>
        <p:spPr>
          <a:xfrm rot="7616071">
            <a:off x="4116387" y="730250"/>
            <a:ext cx="2481263" cy="547688"/>
          </a:xfrm>
          <a:prstGeom prst="rightArrow">
            <a:avLst/>
          </a:prstGeom>
          <a:solidFill>
            <a:srgbClr val="FFFF00"/>
          </a:solidFill>
          <a:ln>
            <a:solidFill>
              <a:srgbClr val="FFFF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chemeClr val="tx1"/>
              </a:solidFill>
            </a:endParaRPr>
          </a:p>
        </p:txBody>
      </p:sp>
      <p:pic>
        <p:nvPicPr>
          <p:cNvPr id="138244" name="Picture 7">
            <a:extLst>
              <a:ext uri="{FF2B5EF4-FFF2-40B4-BE49-F238E27FC236}">
                <a16:creationId xmlns:a16="http://schemas.microsoft.com/office/drawing/2014/main" id="{4C5A85AE-A1ED-2244-ADD2-FF5D909E62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2230438" cy="231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45" name="TextBox 8">
            <a:extLst>
              <a:ext uri="{FF2B5EF4-FFF2-40B4-BE49-F238E27FC236}">
                <a16:creationId xmlns:a16="http://schemas.microsoft.com/office/drawing/2014/main" id="{1E78CE4C-3F7D-E446-869A-C58AF299D9C4}"/>
              </a:ext>
            </a:extLst>
          </p:cNvPr>
          <p:cNvSpPr txBox="1">
            <a:spLocks noChangeArrowheads="1"/>
          </p:cNvSpPr>
          <p:nvPr/>
        </p:nvSpPr>
        <p:spPr bwMode="auto">
          <a:xfrm>
            <a:off x="6019800" y="800100"/>
            <a:ext cx="20256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FontTx/>
              <a:buNone/>
            </a:pPr>
            <a:r>
              <a:rPr lang="en-US" altLang="en-US" sz="2800">
                <a:solidFill>
                  <a:srgbClr val="FFFF00"/>
                </a:solidFill>
                <a:cs typeface="Arial" panose="020B0604020202020204" pitchFamily="34" charset="0"/>
              </a:rPr>
              <a:t>northeast</a:t>
            </a:r>
          </a:p>
          <a:p>
            <a:pPr algn="ctr">
              <a:spcBef>
                <a:spcPct val="0"/>
              </a:spcBef>
              <a:buFontTx/>
              <a:buNone/>
            </a:pPr>
            <a:r>
              <a:rPr lang="en-US" altLang="en-US" sz="2800">
                <a:solidFill>
                  <a:srgbClr val="FFFF00"/>
                </a:solidFill>
                <a:cs typeface="Arial" panose="020B0604020202020204" pitchFamily="34" charset="0"/>
              </a:rPr>
              <a:t>trade winds</a:t>
            </a:r>
          </a:p>
        </p:txBody>
      </p:sp>
      <p:sp>
        <p:nvSpPr>
          <p:cNvPr id="10" name="Rectangle 9">
            <a:extLst>
              <a:ext uri="{FF2B5EF4-FFF2-40B4-BE49-F238E27FC236}">
                <a16:creationId xmlns:a16="http://schemas.microsoft.com/office/drawing/2014/main" id="{26AEC8FF-51C4-2E43-8B33-292A0CE2A410}"/>
              </a:ext>
            </a:extLst>
          </p:cNvPr>
          <p:cNvSpPr/>
          <p:nvPr/>
        </p:nvSpPr>
        <p:spPr>
          <a:xfrm>
            <a:off x="0" y="0"/>
            <a:ext cx="1116013" cy="800100"/>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95B9B6-F350-5F4E-B645-491EFDE45675}"/>
              </a:ext>
            </a:extLst>
          </p:cNvPr>
          <p:cNvSpPr/>
          <p:nvPr/>
        </p:nvSpPr>
        <p:spPr>
          <a:xfrm>
            <a:off x="14086" y="0"/>
            <a:ext cx="9129913" cy="5797827"/>
          </a:xfrm>
          <a:prstGeom prst="rect">
            <a:avLst/>
          </a:prstGeom>
          <a:solidFill>
            <a:srgbClr val="004E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9155" name="Text Box 2"/>
          <p:cNvSpPr txBox="1">
            <a:spLocks noChangeArrowheads="1"/>
          </p:cNvSpPr>
          <p:nvPr/>
        </p:nvSpPr>
        <p:spPr bwMode="auto">
          <a:xfrm>
            <a:off x="228600" y="217207"/>
            <a:ext cx="8762999" cy="51316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charset="0"/>
                <a:ea typeface="ＭＳ Ｐゴシック" charset="0"/>
                <a:cs typeface="ＭＳ Ｐゴシック" charset="0"/>
              </a:defRPr>
            </a:lvl1pPr>
            <a:lvl2pPr marL="37931725" indent="-37474525" eaLnBrk="0" hangingPunct="0">
              <a:defRPr sz="2400">
                <a:solidFill>
                  <a:schemeClr val="tx1"/>
                </a:solidFill>
                <a:latin typeface="Times New Roman" charset="0"/>
                <a:ea typeface="ＭＳ Ｐゴシック" charset="0"/>
              </a:defRPr>
            </a:lvl2pPr>
            <a:lvl3pPr eaLnBrk="0" hangingPunct="0">
              <a:defRPr sz="2400">
                <a:solidFill>
                  <a:schemeClr val="tx1"/>
                </a:solidFill>
                <a:latin typeface="Times New Roman" charset="0"/>
                <a:ea typeface="ＭＳ Ｐゴシック" charset="0"/>
              </a:defRPr>
            </a:lvl3pPr>
            <a:lvl4pPr eaLnBrk="0" hangingPunct="0">
              <a:defRPr sz="2400">
                <a:solidFill>
                  <a:schemeClr val="tx1"/>
                </a:solidFill>
                <a:latin typeface="Times New Roman" charset="0"/>
                <a:ea typeface="ＭＳ Ｐゴシック" charset="0"/>
              </a:defRPr>
            </a:lvl4pPr>
            <a:lvl5pPr eaLnBrk="0" hangingPunct="0">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pPr algn="ctr" eaLnBrk="1" hangingPunct="1">
              <a:spcBef>
                <a:spcPct val="50000"/>
              </a:spcBef>
            </a:pPr>
            <a:r>
              <a:rPr lang="en-US" sz="2333" b="1" dirty="0">
                <a:solidFill>
                  <a:srgbClr val="0066FF"/>
                </a:solidFill>
                <a:latin typeface="Arial Bold"/>
                <a:cs typeface="Arial Bold"/>
              </a:rPr>
              <a:t> </a:t>
            </a:r>
            <a:r>
              <a:rPr lang="en-GB" sz="3667" b="1" dirty="0">
                <a:solidFill>
                  <a:srgbClr val="FFFF00"/>
                </a:solidFill>
                <a:latin typeface="Arial Bold"/>
                <a:cs typeface="Arial Bold"/>
              </a:rPr>
              <a:t>Summary</a:t>
            </a:r>
            <a:endParaRPr lang="en-GB" sz="2333" b="1" dirty="0">
              <a:solidFill>
                <a:srgbClr val="FFFF00"/>
              </a:solidFill>
              <a:latin typeface="Arial Bold"/>
              <a:cs typeface="Arial Bold"/>
            </a:endParaRPr>
          </a:p>
          <a:p>
            <a:pPr algn="just" eaLnBrk="1" hangingPunct="1">
              <a:spcBef>
                <a:spcPct val="50000"/>
              </a:spcBef>
            </a:pPr>
            <a:endParaRPr lang="en-GB" sz="1500" dirty="0">
              <a:solidFill>
                <a:schemeClr val="bg1"/>
              </a:solidFill>
              <a:latin typeface="Arial"/>
              <a:cs typeface="Arial"/>
            </a:endParaRPr>
          </a:p>
          <a:p>
            <a:pPr marL="238115" indent="-238115" eaLnBrk="1" hangingPunct="1">
              <a:spcBef>
                <a:spcPct val="50000"/>
              </a:spcBef>
              <a:buFont typeface="Arial" panose="020B0604020202020204" pitchFamily="34" charset="0"/>
              <a:buChar char="•"/>
            </a:pPr>
            <a:r>
              <a:rPr lang="en-GB" sz="2333" dirty="0">
                <a:solidFill>
                  <a:schemeClr val="bg1"/>
                </a:solidFill>
                <a:latin typeface="Arial"/>
                <a:cs typeface="Arial"/>
              </a:rPr>
              <a:t>The atmospheric circulation is determined by the size of Earth and its rotation rate.</a:t>
            </a:r>
          </a:p>
          <a:p>
            <a:pPr marL="238115" indent="-238115" eaLnBrk="1" hangingPunct="1">
              <a:spcBef>
                <a:spcPct val="50000"/>
              </a:spcBef>
              <a:buFont typeface="Arial" panose="020B0604020202020204" pitchFamily="34" charset="0"/>
              <a:buChar char="•"/>
            </a:pPr>
            <a:r>
              <a:rPr lang="en-GB" sz="2333" dirty="0">
                <a:solidFill>
                  <a:schemeClr val="bg1"/>
                </a:solidFill>
                <a:latin typeface="Arial"/>
                <a:cs typeface="Arial"/>
              </a:rPr>
              <a:t>Greenhouse gases make the Earth’s surface warmer than it would be without them.</a:t>
            </a:r>
          </a:p>
          <a:p>
            <a:pPr marL="238115" indent="-238115" eaLnBrk="1" hangingPunct="1">
              <a:spcBef>
                <a:spcPct val="50000"/>
              </a:spcBef>
              <a:buFont typeface="Arial" panose="020B0604020202020204" pitchFamily="34" charset="0"/>
              <a:buChar char="•"/>
            </a:pPr>
            <a:r>
              <a:rPr lang="en-GB" sz="2333" dirty="0">
                <a:solidFill>
                  <a:schemeClr val="bg1"/>
                </a:solidFill>
                <a:latin typeface="Arial"/>
                <a:cs typeface="Arial"/>
              </a:rPr>
              <a:t>Midlatitude weather is dominated by the jet stream and its associated high and low pressure patterns.</a:t>
            </a:r>
          </a:p>
          <a:p>
            <a:pPr marL="238115" indent="-238115" eaLnBrk="1" hangingPunct="1">
              <a:spcBef>
                <a:spcPct val="50000"/>
              </a:spcBef>
              <a:buFont typeface="Arial" panose="020B0604020202020204" pitchFamily="34" charset="0"/>
              <a:buChar char="•"/>
            </a:pPr>
            <a:r>
              <a:rPr lang="en-GB" sz="2333" dirty="0">
                <a:solidFill>
                  <a:schemeClr val="bg1"/>
                </a:solidFill>
                <a:latin typeface="Arial"/>
                <a:cs typeface="Arial"/>
              </a:rPr>
              <a:t>Rising unsaturated air cools at 10</a:t>
            </a:r>
            <a:r>
              <a:rPr lang="en-GB" sz="2333"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a:t>
            </a:r>
            <a:r>
              <a:rPr lang="en-GB" sz="2333" dirty="0">
                <a:solidFill>
                  <a:schemeClr val="bg1"/>
                </a:solidFill>
                <a:latin typeface="Arial"/>
                <a:cs typeface="Arial"/>
              </a:rPr>
              <a:t>C per km; sinking air warms at the same rate.</a:t>
            </a:r>
          </a:p>
          <a:p>
            <a:pPr marL="238115" indent="-238115" eaLnBrk="1" hangingPunct="1">
              <a:spcBef>
                <a:spcPct val="50000"/>
              </a:spcBef>
              <a:buFont typeface="Arial" panose="020B0604020202020204" pitchFamily="34" charset="0"/>
              <a:buChar char="•"/>
            </a:pPr>
            <a:r>
              <a:rPr lang="en-GB" sz="2333" dirty="0">
                <a:solidFill>
                  <a:schemeClr val="bg1"/>
                </a:solidFill>
                <a:latin typeface="Arial"/>
                <a:cs typeface="Arial"/>
              </a:rPr>
              <a:t>Condensation releases latent heat, which warms the air.</a:t>
            </a:r>
          </a:p>
        </p:txBody>
      </p:sp>
    </p:spTree>
    <p:extLst>
      <p:ext uri="{BB962C8B-B14F-4D97-AF65-F5344CB8AC3E}">
        <p14:creationId xmlns:p14="http://schemas.microsoft.com/office/powerpoint/2010/main" val="103686176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457200" y="1104900"/>
            <a:ext cx="8382000" cy="3576364"/>
          </a:xfrm>
          <a:prstGeom prst="rect">
            <a:avLst/>
          </a:prstGeom>
          <a:solidFill>
            <a:srgbClr val="C00000"/>
          </a:solidFill>
          <a:ln>
            <a:noFill/>
          </a:ln>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buFontTx/>
              <a:buNone/>
              <a:defRPr/>
            </a:pPr>
            <a:r>
              <a:rPr lang="en-US" sz="2000" b="1" dirty="0">
                <a:solidFill>
                  <a:srgbClr val="FFFF00"/>
                </a:solidFill>
                <a:effectLst>
                  <a:outerShdw blurRad="50800" dist="38100" dir="2700000" algn="tl" rotWithShape="0">
                    <a:prstClr val="black">
                      <a:alpha val="40000"/>
                    </a:prstClr>
                  </a:outerShdw>
                </a:effectLst>
              </a:rPr>
              <a:t>Videos:</a:t>
            </a:r>
          </a:p>
          <a:p>
            <a:pPr>
              <a:buFontTx/>
              <a:buNone/>
              <a:defRPr/>
            </a:pPr>
            <a:r>
              <a:rPr lang="en-US" sz="2000" dirty="0">
                <a:solidFill>
                  <a:schemeClr val="bg1"/>
                </a:solidFill>
                <a:effectLst>
                  <a:outerShdw blurRad="50800" dist="38100" dir="2700000" algn="tl" rotWithShape="0">
                    <a:prstClr val="black">
                      <a:alpha val="40000"/>
                    </a:prstClr>
                  </a:outerShdw>
                </a:effectLst>
              </a:rPr>
              <a:t>Extratropical cyclones</a:t>
            </a:r>
          </a:p>
          <a:p>
            <a:pPr>
              <a:buFontTx/>
              <a:buNone/>
              <a:defRPr/>
            </a:pPr>
            <a:r>
              <a:rPr lang="en-US" sz="2000" dirty="0">
                <a:solidFill>
                  <a:schemeClr val="bg1"/>
                </a:solidFill>
                <a:effectLst>
                  <a:outerShdw blurRad="50800" dist="38100" dir="2700000" algn="tl" rotWithShape="0">
                    <a:prstClr val="black">
                      <a:alpha val="40000"/>
                    </a:prstClr>
                  </a:outerShdw>
                </a:effectLst>
              </a:rPr>
              <a:t>How does the jet stream control the weather in the midlatitudes?</a:t>
            </a:r>
          </a:p>
          <a:p>
            <a:pPr>
              <a:buFontTx/>
              <a:buNone/>
              <a:defRPr/>
            </a:pPr>
            <a:r>
              <a:rPr lang="en-US" sz="2000" dirty="0">
                <a:solidFill>
                  <a:schemeClr val="bg1"/>
                </a:solidFill>
                <a:effectLst>
                  <a:outerShdw blurRad="50800" dist="38100" dir="2700000" algn="tl" rotWithShape="0">
                    <a:prstClr val="black">
                      <a:alpha val="40000"/>
                    </a:prstClr>
                  </a:outerShdw>
                </a:effectLst>
              </a:rPr>
              <a:t>Weather around the world</a:t>
            </a:r>
          </a:p>
          <a:p>
            <a:pPr>
              <a:buFontTx/>
              <a:buNone/>
              <a:defRPr/>
            </a:pPr>
            <a:r>
              <a:rPr lang="en-US" sz="2000" dirty="0">
                <a:solidFill>
                  <a:schemeClr val="bg1"/>
                </a:solidFill>
                <a:effectLst>
                  <a:outerShdw blurRad="50800" dist="38100" dir="2700000" algn="tl" rotWithShape="0">
                    <a:prstClr val="black">
                      <a:alpha val="40000"/>
                    </a:prstClr>
                  </a:outerShdw>
                </a:effectLst>
              </a:rPr>
              <a:t>Both Sides Now: Clouds</a:t>
            </a:r>
          </a:p>
          <a:p>
            <a:pPr>
              <a:buFontTx/>
              <a:buNone/>
              <a:defRPr/>
            </a:pPr>
            <a:endParaRPr lang="en-US" sz="1600" dirty="0">
              <a:solidFill>
                <a:schemeClr val="bg1"/>
              </a:solidFill>
              <a:effectLst>
                <a:outerShdw blurRad="50800" dist="38100" dir="2700000" algn="tl" rotWithShape="0">
                  <a:prstClr val="black">
                    <a:alpha val="40000"/>
                  </a:prstClr>
                </a:outerShdw>
              </a:effectLst>
            </a:endParaRPr>
          </a:p>
          <a:p>
            <a:pPr>
              <a:buFontTx/>
              <a:buNone/>
              <a:defRPr/>
            </a:pPr>
            <a:r>
              <a:rPr lang="en-US" sz="2000" b="1" dirty="0">
                <a:solidFill>
                  <a:srgbClr val="FFFF00"/>
                </a:solidFill>
                <a:effectLst>
                  <a:outerShdw blurRad="50800" dist="38100" dir="2700000" algn="tl" rotWithShape="0">
                    <a:prstClr val="black">
                      <a:alpha val="40000"/>
                    </a:prstClr>
                  </a:outerShdw>
                </a:effectLst>
              </a:rPr>
              <a:t>Required Reading:</a:t>
            </a:r>
          </a:p>
          <a:p>
            <a:pPr>
              <a:buFontTx/>
              <a:buNone/>
              <a:defRPr/>
            </a:pPr>
            <a:r>
              <a:rPr lang="en-US" sz="2000" dirty="0">
                <a:solidFill>
                  <a:schemeClr val="bg1"/>
                </a:solidFill>
                <a:effectLst>
                  <a:outerShdw blurRad="50800" dist="38100" dir="2700000" algn="tl" rotWithShape="0">
                    <a:prstClr val="black">
                      <a:alpha val="40000"/>
                    </a:prstClr>
                  </a:outerShdw>
                </a:effectLst>
              </a:rPr>
              <a:t>Midlatitude Cyclones (Schultz 2011)</a:t>
            </a:r>
          </a:p>
          <a:p>
            <a:pPr>
              <a:buFontTx/>
              <a:buNone/>
              <a:defRPr/>
            </a:pPr>
            <a:endParaRPr lang="en-US" sz="2000" dirty="0">
              <a:solidFill>
                <a:schemeClr val="bg1"/>
              </a:solidFill>
              <a:effectLst>
                <a:outerShdw blurRad="50800" dist="38100" dir="2700000" algn="tl" rotWithShape="0">
                  <a:prstClr val="black">
                    <a:alpha val="40000"/>
                  </a:prstClr>
                </a:outerShdw>
              </a:effectLst>
            </a:endParaRPr>
          </a:p>
          <a:p>
            <a:pPr>
              <a:buFontTx/>
              <a:buNone/>
              <a:defRPr/>
            </a:pPr>
            <a:endParaRPr lang="en-US" sz="1600" dirty="0">
              <a:solidFill>
                <a:schemeClr val="bg1"/>
              </a:solidFill>
              <a:effectLst>
                <a:outerShdw blurRad="50800" dist="38100" dir="2700000" algn="tl" rotWithShape="0">
                  <a:prstClr val="black">
                    <a:alpha val="40000"/>
                  </a:prstClr>
                </a:outerShdw>
              </a:effectLst>
            </a:endParaRPr>
          </a:p>
        </p:txBody>
      </p:sp>
      <p:sp>
        <p:nvSpPr>
          <p:cNvPr id="140291" name="Title 1">
            <a:extLst>
              <a:ext uri="{FF2B5EF4-FFF2-40B4-BE49-F238E27FC236}">
                <a16:creationId xmlns:a16="http://schemas.microsoft.com/office/drawing/2014/main" id="{067960E0-C0F6-C44F-9153-B72A58BD9C82}"/>
              </a:ext>
            </a:extLst>
          </p:cNvPr>
          <p:cNvSpPr>
            <a:spLocks noGrp="1" noChangeArrowheads="1"/>
          </p:cNvSpPr>
          <p:nvPr>
            <p:ph type="title"/>
          </p:nvPr>
        </p:nvSpPr>
        <p:spPr>
          <a:xfrm>
            <a:off x="1143000" y="228600"/>
            <a:ext cx="6858000" cy="460375"/>
          </a:xfrm>
        </p:spPr>
        <p:txBody>
          <a:bodyPr/>
          <a:lstStyle/>
          <a:p>
            <a:r>
              <a:rPr lang="en-US" altLang="en-US" dirty="0">
                <a:solidFill>
                  <a:srgbClr val="FFFF00"/>
                </a:solidFill>
                <a:effectLst>
                  <a:outerShdw blurRad="50800" dist="38100" dir="2700000" algn="tl" rotWithShape="0">
                    <a:prstClr val="black">
                      <a:alpha val="40000"/>
                    </a:prstClr>
                  </a:outerShdw>
                </a:effectLst>
                <a:ea typeface="ＭＳ Ｐゴシック" panose="020B0600070205080204" pitchFamily="34" charset="-128"/>
              </a:rPr>
              <a:t>For Week 4...</a:t>
            </a:r>
          </a:p>
        </p:txBody>
      </p:sp>
      <p:sp>
        <p:nvSpPr>
          <p:cNvPr id="6" name="TextBox 5">
            <a:extLst>
              <a:ext uri="{FF2B5EF4-FFF2-40B4-BE49-F238E27FC236}">
                <a16:creationId xmlns:a16="http://schemas.microsoft.com/office/drawing/2014/main" id="{51536491-0D51-3047-BA77-A83DC8ED7BCE}"/>
              </a:ext>
            </a:extLst>
          </p:cNvPr>
          <p:cNvSpPr txBox="1">
            <a:spLocks noChangeArrowheads="1"/>
          </p:cNvSpPr>
          <p:nvPr/>
        </p:nvSpPr>
        <p:spPr bwMode="auto">
          <a:xfrm>
            <a:off x="4343400" y="4979037"/>
            <a:ext cx="1531188"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3500" dirty="0">
                <a:solidFill>
                  <a:srgbClr val="FFFF00"/>
                </a:solidFill>
                <a:latin typeface="Goudy Old Style" panose="02020502050305020303" pitchFamily="18" charset="77"/>
                <a:cs typeface="Arial" panose="020B0604020202020204" pitchFamily="34" charset="0"/>
              </a:rPr>
              <a:t>552262</a:t>
            </a:r>
          </a:p>
        </p:txBody>
      </p:sp>
      <p:pic>
        <p:nvPicPr>
          <p:cNvPr id="7" name="Picture 6">
            <a:extLst>
              <a:ext uri="{FF2B5EF4-FFF2-40B4-BE49-F238E27FC236}">
                <a16:creationId xmlns:a16="http://schemas.microsoft.com/office/drawing/2014/main" id="{1F69AF5D-06AD-4D46-AA41-7AFDA0330BCC}"/>
              </a:ext>
            </a:extLst>
          </p:cNvPr>
          <p:cNvPicPr>
            <a:picLocks noChangeAspect="1"/>
          </p:cNvPicPr>
          <p:nvPr/>
        </p:nvPicPr>
        <p:blipFill>
          <a:blip r:embed="rId2"/>
          <a:stretch>
            <a:fillRect/>
          </a:stretch>
        </p:blipFill>
        <p:spPr>
          <a:xfrm>
            <a:off x="6096000" y="2690566"/>
            <a:ext cx="2942675" cy="2919413"/>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C35A118-1044-B747-A624-85CF617BADB9}"/>
              </a:ext>
            </a:extLst>
          </p:cNvPr>
          <p:cNvSpPr>
            <a:spLocks noChangeArrowheads="1"/>
          </p:cNvSpPr>
          <p:nvPr/>
        </p:nvSpPr>
        <p:spPr bwMode="auto">
          <a:xfrm>
            <a:off x="1079500" y="825500"/>
            <a:ext cx="6794500" cy="2413000"/>
          </a:xfrm>
          <a:prstGeom prst="rect">
            <a:avLst/>
          </a:prstGeom>
          <a:noFill/>
          <a:ln>
            <a:noFill/>
          </a:ln>
          <a:effectLst>
            <a:outerShdw blurRad="40000" dist="23000" dir="5400000" rotWithShape="0">
              <a:srgbClr val="808080">
                <a:alpha val="3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defRPr/>
            </a:pPr>
            <a:r>
              <a:rPr lang="en-US" altLang="en-US" sz="3667" b="1" dirty="0">
                <a:solidFill>
                  <a:srgbClr val="FFFFFF"/>
                </a:solidFill>
                <a:effectLst>
                  <a:outerShdw blurRad="38100" dist="38100" dir="2700000" algn="tl">
                    <a:srgbClr val="000000"/>
                  </a:outerShdw>
                </a:effectLst>
                <a:latin typeface="Goudy Old Style" panose="02020502050305020303" pitchFamily="18" charset="77"/>
                <a:ea typeface="Arial" panose="020B0604020202020204" pitchFamily="34" charset="0"/>
              </a:rPr>
              <a:t>On your computer’s or phone’s web browser, go to </a:t>
            </a:r>
          </a:p>
          <a:p>
            <a:pPr algn="ctr" eaLnBrk="1" hangingPunct="1">
              <a:defRPr/>
            </a:pPr>
            <a:endParaRPr lang="en-US" altLang="en-US" sz="3667" b="1" dirty="0">
              <a:solidFill>
                <a:srgbClr val="FFFFFF"/>
              </a:solidFill>
              <a:effectLst>
                <a:outerShdw blurRad="38100" dist="38100" dir="2700000" algn="tl">
                  <a:srgbClr val="000000"/>
                </a:outerShdw>
              </a:effectLst>
              <a:latin typeface="Goudy Old Style" panose="02020502050305020303" pitchFamily="18" charset="77"/>
              <a:ea typeface="Arial" panose="020B0604020202020204" pitchFamily="34" charset="0"/>
            </a:endParaRPr>
          </a:p>
          <a:p>
            <a:pPr algn="ctr" eaLnBrk="1" hangingPunct="1">
              <a:defRPr/>
            </a:pPr>
            <a:r>
              <a:rPr lang="en-US" altLang="en-US" sz="6000" b="1" dirty="0" err="1">
                <a:solidFill>
                  <a:srgbClr val="E9FE00"/>
                </a:solidFill>
                <a:effectLst>
                  <a:outerShdw blurRad="38100" dist="38100" dir="2700000" algn="tl">
                    <a:srgbClr val="000000"/>
                  </a:outerShdw>
                </a:effectLst>
                <a:latin typeface="Goudy Old Style" panose="02020502050305020303" pitchFamily="18" charset="77"/>
                <a:ea typeface="Arial" panose="020B0604020202020204" pitchFamily="34" charset="0"/>
              </a:rPr>
              <a:t>kahoot.it</a:t>
            </a:r>
            <a:endParaRPr lang="en-US" altLang="en-US" sz="6000" b="1" dirty="0">
              <a:solidFill>
                <a:srgbClr val="E9FE00"/>
              </a:solidFill>
              <a:effectLst>
                <a:outerShdw blurRad="38100" dist="38100" dir="2700000" algn="tl">
                  <a:srgbClr val="000000"/>
                </a:outerShdw>
              </a:effectLst>
              <a:latin typeface="Goudy Old Style" panose="02020502050305020303" pitchFamily="18" charset="77"/>
              <a:ea typeface="Arial" panose="020B0604020202020204" pitchFamily="34" charset="0"/>
            </a:endParaRPr>
          </a:p>
        </p:txBody>
      </p:sp>
      <p:sp>
        <p:nvSpPr>
          <p:cNvPr id="141315" name="TextBox 1">
            <a:extLst>
              <a:ext uri="{FF2B5EF4-FFF2-40B4-BE49-F238E27FC236}">
                <a16:creationId xmlns:a16="http://schemas.microsoft.com/office/drawing/2014/main" id="{8B3B0C7A-E324-8C49-BE74-8BCD8894AAA5}"/>
              </a:ext>
            </a:extLst>
          </p:cNvPr>
          <p:cNvSpPr txBox="1">
            <a:spLocks noChangeArrowheads="1"/>
          </p:cNvSpPr>
          <p:nvPr/>
        </p:nvSpPr>
        <p:spPr bwMode="auto">
          <a:xfrm>
            <a:off x="1479550" y="4197350"/>
            <a:ext cx="184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0413">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defTabSz="760413">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defTabSz="760413">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solidFill>
                <a:srgbClr val="000000"/>
              </a:solidFill>
              <a:cs typeface="Arial" panose="020B0604020202020204" pitchFamily="34" charset="0"/>
            </a:endParaRPr>
          </a:p>
        </p:txBody>
      </p:sp>
      <p:sp>
        <p:nvSpPr>
          <p:cNvPr id="118788" name="Rectangle 4">
            <a:extLst>
              <a:ext uri="{FF2B5EF4-FFF2-40B4-BE49-F238E27FC236}">
                <a16:creationId xmlns:a16="http://schemas.microsoft.com/office/drawing/2014/main" id="{08045F53-1F48-9F40-9B81-6C5AE465975D}"/>
              </a:ext>
            </a:extLst>
          </p:cNvPr>
          <p:cNvSpPr>
            <a:spLocks noChangeArrowheads="1"/>
          </p:cNvSpPr>
          <p:nvPr/>
        </p:nvSpPr>
        <p:spPr bwMode="auto">
          <a:xfrm>
            <a:off x="914400" y="4318000"/>
            <a:ext cx="7175500" cy="1016000"/>
          </a:xfrm>
          <a:prstGeom prst="rect">
            <a:avLst/>
          </a:prstGeom>
          <a:noFill/>
          <a:ln>
            <a:noFill/>
          </a:ln>
          <a:extLst>
            <a:ext uri="{909E8E84-426E-40dd-AFC4-6F175D3DCCD1}"/>
            <a:ext uri="{91240B29-F687-4f45-9708-019B960494DF}"/>
          </a:extLst>
        </p:spPr>
        <p:txBody>
          <a:bodyPr>
            <a:spAutoFit/>
          </a:bodyPr>
          <a:lstStyle/>
          <a:p>
            <a:pPr algn="ctr">
              <a:defRPr/>
            </a:pP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You can download the </a:t>
            </a:r>
            <a:r>
              <a:rPr lang="en-US" sz="3000" b="1" dirty="0" err="1">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kahoot</a:t>
            </a:r>
            <a:r>
              <a:rPr lang="en-US" sz="3000" b="1" dirty="0">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 app</a:t>
            </a: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 or </a:t>
            </a:r>
            <a:r>
              <a:rPr lang="en-US" sz="3000" b="1" dirty="0">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bookmark </a:t>
            </a: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the website for future lectures.</a:t>
            </a:r>
            <a:endParaRPr lang="en-US" sz="5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9724</TotalTime>
  <Words>3517</Words>
  <Application>Microsoft Macintosh PowerPoint</Application>
  <PresentationFormat>On-screen Show (16:10)</PresentationFormat>
  <Paragraphs>748</Paragraphs>
  <Slides>80</Slides>
  <Notes>38</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80</vt:i4>
      </vt:variant>
    </vt:vector>
  </HeadingPairs>
  <TitlesOfParts>
    <vt:vector size="91" baseType="lpstr">
      <vt:lpstr>Arial Unicode MS</vt:lpstr>
      <vt:lpstr>ＭＳ Ｐゴシック</vt:lpstr>
      <vt:lpstr>Arial</vt:lpstr>
      <vt:lpstr>Arial Bold</vt:lpstr>
      <vt:lpstr>Calibri</vt:lpstr>
      <vt:lpstr>Goudy Old Style</vt:lpstr>
      <vt:lpstr>Helvetica</vt:lpstr>
      <vt:lpstr>Times New Roman</vt:lpstr>
      <vt:lpstr>Default Design</vt:lpstr>
      <vt:lpstr>Office Theme</vt:lpstr>
      <vt:lpstr>1_Default Design</vt:lpstr>
      <vt:lpstr>PowerPoint Presentation</vt:lpstr>
      <vt:lpstr>PowerPoint Presentation</vt:lpstr>
      <vt:lpstr>Preparatory videos for lecture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 Week 4...</vt:lpstr>
      <vt:lpstr>PowerPoint Presentation</vt:lpstr>
    </vt:vector>
  </TitlesOfParts>
  <Company>Auburn University</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Geology and Geography</dc:creator>
  <cp:lastModifiedBy>David Schultz</cp:lastModifiedBy>
  <cp:revision>471</cp:revision>
  <dcterms:created xsi:type="dcterms:W3CDTF">2012-10-31T08:06:21Z</dcterms:created>
  <dcterms:modified xsi:type="dcterms:W3CDTF">2025-02-03T11:54:48Z</dcterms:modified>
</cp:coreProperties>
</file>