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75" r:id="rId2"/>
    <p:sldMasterId id="2147483828" r:id="rId3"/>
    <p:sldMasterId id="2147483840" r:id="rId4"/>
    <p:sldMasterId id="2147483852" r:id="rId5"/>
  </p:sldMasterIdLst>
  <p:notesMasterIdLst>
    <p:notesMasterId r:id="rId62"/>
  </p:notesMasterIdLst>
  <p:sldIdLst>
    <p:sldId id="500" r:id="rId6"/>
    <p:sldId id="1239" r:id="rId7"/>
    <p:sldId id="1236" r:id="rId8"/>
    <p:sldId id="639" r:id="rId9"/>
    <p:sldId id="585" r:id="rId10"/>
    <p:sldId id="872" r:id="rId11"/>
    <p:sldId id="866" r:id="rId12"/>
    <p:sldId id="869" r:id="rId13"/>
    <p:sldId id="867" r:id="rId14"/>
    <p:sldId id="868" r:id="rId15"/>
    <p:sldId id="865" r:id="rId16"/>
    <p:sldId id="386" r:id="rId17"/>
    <p:sldId id="314" r:id="rId18"/>
    <p:sldId id="863" r:id="rId19"/>
    <p:sldId id="864" r:id="rId20"/>
    <p:sldId id="338" r:id="rId21"/>
    <p:sldId id="873" r:id="rId22"/>
    <p:sldId id="831" r:id="rId23"/>
    <p:sldId id="850" r:id="rId24"/>
    <p:sldId id="816" r:id="rId25"/>
    <p:sldId id="802" r:id="rId26"/>
    <p:sldId id="485" r:id="rId27"/>
    <p:sldId id="776" r:id="rId28"/>
    <p:sldId id="773" r:id="rId29"/>
    <p:sldId id="777" r:id="rId30"/>
    <p:sldId id="778" r:id="rId31"/>
    <p:sldId id="779" r:id="rId32"/>
    <p:sldId id="803" r:id="rId33"/>
    <p:sldId id="780" r:id="rId34"/>
    <p:sldId id="781" r:id="rId35"/>
    <p:sldId id="782" r:id="rId36"/>
    <p:sldId id="825" r:id="rId37"/>
    <p:sldId id="824" r:id="rId38"/>
    <p:sldId id="821" r:id="rId39"/>
    <p:sldId id="1172" r:id="rId40"/>
    <p:sldId id="1230" r:id="rId41"/>
    <p:sldId id="1231" r:id="rId42"/>
    <p:sldId id="1229" r:id="rId43"/>
    <p:sldId id="1232" r:id="rId44"/>
    <p:sldId id="1233" r:id="rId45"/>
    <p:sldId id="1234" r:id="rId46"/>
    <p:sldId id="1228" r:id="rId47"/>
    <p:sldId id="328" r:id="rId48"/>
    <p:sldId id="633" r:id="rId49"/>
    <p:sldId id="1237" r:id="rId50"/>
    <p:sldId id="851" r:id="rId51"/>
    <p:sldId id="854" r:id="rId52"/>
    <p:sldId id="1238" r:id="rId53"/>
    <p:sldId id="855" r:id="rId54"/>
    <p:sldId id="852" r:id="rId55"/>
    <p:sldId id="853" r:id="rId56"/>
    <p:sldId id="649" r:id="rId57"/>
    <p:sldId id="650" r:id="rId58"/>
    <p:sldId id="1235" r:id="rId59"/>
    <p:sldId id="418" r:id="rId60"/>
    <p:sldId id="607" r:id="rId61"/>
  </p:sldIdLst>
  <p:sldSz cx="9144000" cy="5715000" type="screen16x10"/>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92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280"/>
    <p:restoredTop sz="94292"/>
  </p:normalViewPr>
  <p:slideViewPr>
    <p:cSldViewPr>
      <p:cViewPr varScale="1">
        <p:scale>
          <a:sx n="169" d="100"/>
          <a:sy n="169" d="100"/>
        </p:scale>
        <p:origin x="208" y="184"/>
      </p:cViewPr>
      <p:guideLst>
        <p:guide orient="horz" pos="1800"/>
        <p:guide pos="2880"/>
      </p:guideLst>
    </p:cSldViewPr>
  </p:slideViewPr>
  <p:outlineViewPr>
    <p:cViewPr>
      <p:scale>
        <a:sx n="33" d="100"/>
        <a:sy n="33" d="100"/>
      </p:scale>
      <p:origin x="0" y="0"/>
    </p:cViewPr>
  </p:outlineViewPr>
  <p:notesTextViewPr>
    <p:cViewPr>
      <p:scale>
        <a:sx n="85" d="100"/>
        <a:sy n="85" d="100"/>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presProps" Target="pres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ableStyles" Target="tableStyles.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viewProps" Target="view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A0B754A-0593-D341-89C0-1DC5C3F8535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Arial" charset="0"/>
              </a:defRPr>
            </a:lvl1pPr>
          </a:lstStyle>
          <a:p>
            <a:pPr>
              <a:defRPr/>
            </a:pPr>
            <a:endParaRPr lang="en-US"/>
          </a:p>
        </p:txBody>
      </p:sp>
      <p:sp>
        <p:nvSpPr>
          <p:cNvPr id="6147" name="Rectangle 3">
            <a:extLst>
              <a:ext uri="{FF2B5EF4-FFF2-40B4-BE49-F238E27FC236}">
                <a16:creationId xmlns:a16="http://schemas.microsoft.com/office/drawing/2014/main" id="{E7B0743B-45CA-284A-A602-17FB62F00A7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Arial" charset="0"/>
              </a:defRPr>
            </a:lvl1pPr>
          </a:lstStyle>
          <a:p>
            <a:pPr>
              <a:defRPr/>
            </a:pPr>
            <a:endParaRPr lang="en-US"/>
          </a:p>
        </p:txBody>
      </p:sp>
      <p:sp>
        <p:nvSpPr>
          <p:cNvPr id="27652" name="Rectangle 4">
            <a:extLst>
              <a:ext uri="{FF2B5EF4-FFF2-40B4-BE49-F238E27FC236}">
                <a16:creationId xmlns:a16="http://schemas.microsoft.com/office/drawing/2014/main" id="{988D89FE-2C05-1A49-A413-C2B49854C398}"/>
              </a:ext>
            </a:extLst>
          </p:cNvPr>
          <p:cNvSpPr>
            <a:spLocks noGrp="1" noRot="1" noChangeAspect="1" noChangeArrowheads="1" noTextEdit="1"/>
          </p:cNvSpPr>
          <p:nvPr>
            <p:ph type="sldImg" idx="2"/>
          </p:nvPr>
        </p:nvSpPr>
        <p:spPr bwMode="auto">
          <a:xfrm>
            <a:off x="685800" y="685800"/>
            <a:ext cx="54864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32FA97E2-52C9-BE40-B4C0-0DD75EA467CF}"/>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CB364E7E-67BB-FB42-A666-7E00E3F611C9}"/>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Arial" charset="0"/>
              </a:defRPr>
            </a:lvl1pPr>
          </a:lstStyle>
          <a:p>
            <a:pPr>
              <a:defRPr/>
            </a:pPr>
            <a:endParaRPr lang="en-US"/>
          </a:p>
        </p:txBody>
      </p:sp>
      <p:sp>
        <p:nvSpPr>
          <p:cNvPr id="6151" name="Rectangle 7">
            <a:extLst>
              <a:ext uri="{FF2B5EF4-FFF2-40B4-BE49-F238E27FC236}">
                <a16:creationId xmlns:a16="http://schemas.microsoft.com/office/drawing/2014/main" id="{5C39772E-C280-6646-9639-CAB1A7611337}"/>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8B5E055-83C5-1148-B1CC-2151D312576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charset="0"/>
        <a:cs typeface="Arial"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AC200824-7854-E74E-AA04-A9A8FB3B55B3}"/>
              </a:ext>
            </a:extLst>
          </p:cNvPr>
          <p:cNvSpPr>
            <a:spLocks noGrp="1" noRot="1" noChangeAspect="1" noChangeArrowheads="1" noTextEdit="1"/>
          </p:cNvSpPr>
          <p:nvPr>
            <p:ph type="sldImg"/>
          </p:nvPr>
        </p:nvSpPr>
        <p:spPr>
          <a:ln/>
        </p:spPr>
      </p:sp>
      <p:sp>
        <p:nvSpPr>
          <p:cNvPr id="29698" name="Rectangle 3">
            <a:extLst>
              <a:ext uri="{FF2B5EF4-FFF2-40B4-BE49-F238E27FC236}">
                <a16:creationId xmlns:a16="http://schemas.microsoft.com/office/drawing/2014/main" id="{E7D76027-FC25-934C-ADD5-B00A0EF8F3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4:01  long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AC200824-7854-E74E-AA04-A9A8FB3B55B3}"/>
              </a:ext>
            </a:extLst>
          </p:cNvPr>
          <p:cNvSpPr>
            <a:spLocks noGrp="1" noRot="1" noChangeAspect="1" noChangeArrowheads="1" noTextEdit="1"/>
          </p:cNvSpPr>
          <p:nvPr>
            <p:ph type="sldImg"/>
          </p:nvPr>
        </p:nvSpPr>
        <p:spPr>
          <a:ln/>
        </p:spPr>
      </p:sp>
      <p:sp>
        <p:nvSpPr>
          <p:cNvPr id="29698" name="Rectangle 3">
            <a:extLst>
              <a:ext uri="{FF2B5EF4-FFF2-40B4-BE49-F238E27FC236}">
                <a16:creationId xmlns:a16="http://schemas.microsoft.com/office/drawing/2014/main" id="{E7D76027-FC25-934C-ADD5-B00A0EF8F3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ea typeface="ＭＳ Ｐゴシック" panose="020B0600070205080204" pitchFamily="34" charset="-128"/>
                <a:cs typeface="ＭＳ Ｐゴシック" panose="020B0600070205080204" pitchFamily="34" charset="-128"/>
              </a:rPr>
              <a:t>4:01  long</a:t>
            </a:r>
          </a:p>
        </p:txBody>
      </p:sp>
    </p:spTree>
    <p:extLst>
      <p:ext uri="{BB962C8B-B14F-4D97-AF65-F5344CB8AC3E}">
        <p14:creationId xmlns:p14="http://schemas.microsoft.com/office/powerpoint/2010/main" val="2922548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nsidc.org</a:t>
            </a:r>
            <a:r>
              <a:rPr lang="en-US" dirty="0"/>
              <a:t>/sea-ice-today/sea-ice-tools/</a:t>
            </a:r>
            <a:r>
              <a:rPr lang="en-US" dirty="0" err="1"/>
              <a:t>charctic</a:t>
            </a:r>
            <a:r>
              <a:rPr lang="en-US" dirty="0"/>
              <a:t>-interactive-sea-ice-graph</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9</a:t>
            </a:fld>
            <a:endParaRPr lang="en-US" altLang="en-US"/>
          </a:p>
        </p:txBody>
      </p:sp>
    </p:spTree>
    <p:extLst>
      <p:ext uri="{BB962C8B-B14F-4D97-AF65-F5344CB8AC3E}">
        <p14:creationId xmlns:p14="http://schemas.microsoft.com/office/powerpoint/2010/main" val="3409804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nsidc.org</a:t>
            </a:r>
            <a:r>
              <a:rPr lang="en-US" dirty="0"/>
              <a:t>/sea-ice-today/sea-ice-tools/</a:t>
            </a:r>
            <a:r>
              <a:rPr lang="en-US" dirty="0" err="1"/>
              <a:t>charctic</a:t>
            </a:r>
            <a:r>
              <a:rPr lang="en-US" dirty="0"/>
              <a:t>-interactive-sea-ice-graph</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10</a:t>
            </a:fld>
            <a:endParaRPr lang="en-US" altLang="en-US"/>
          </a:p>
        </p:txBody>
      </p:sp>
    </p:spTree>
    <p:extLst>
      <p:ext uri="{BB962C8B-B14F-4D97-AF65-F5344CB8AC3E}">
        <p14:creationId xmlns:p14="http://schemas.microsoft.com/office/powerpoint/2010/main" val="2949348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7">
            <a:extLst>
              <a:ext uri="{FF2B5EF4-FFF2-40B4-BE49-F238E27FC236}">
                <a16:creationId xmlns:a16="http://schemas.microsoft.com/office/drawing/2014/main" id="{18B41F9B-7569-AE4B-AEB6-5C47828FE86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9C3A33CB-F3CA-064C-8F43-BEE99EFFEF78}"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986" name="Rectangle 2">
            <a:extLst>
              <a:ext uri="{FF2B5EF4-FFF2-40B4-BE49-F238E27FC236}">
                <a16:creationId xmlns:a16="http://schemas.microsoft.com/office/drawing/2014/main" id="{79E9033E-C6A6-4E42-B94D-8B96E39AFEC0}"/>
              </a:ext>
            </a:extLst>
          </p:cNvPr>
          <p:cNvSpPr>
            <a:spLocks noGrp="1" noRot="1" noChangeAspect="1" noChangeArrowheads="1"/>
          </p:cNvSpPr>
          <p:nvPr>
            <p:ph type="sldImg"/>
          </p:nvPr>
        </p:nvSpPr>
        <p:spPr>
          <a:solidFill>
            <a:srgbClr val="FFFFFF"/>
          </a:solidFill>
          <a:ln/>
        </p:spPr>
      </p:sp>
      <p:sp>
        <p:nvSpPr>
          <p:cNvPr id="152579" name="Rectangle 3">
            <a:extLst>
              <a:ext uri="{FF2B5EF4-FFF2-40B4-BE49-F238E27FC236}">
                <a16:creationId xmlns:a16="http://schemas.microsoft.com/office/drawing/2014/main" id="{4ED82CB3-B248-8C4A-8D85-AD661C261EDB}"/>
              </a:ext>
            </a:extLst>
          </p:cNvPr>
          <p:cNvSpPr>
            <a:spLocks noGrp="1" noChangeArrowheads="1"/>
          </p:cNvSpPr>
          <p:nvPr>
            <p:ph type="body" idx="1"/>
          </p:nvPr>
        </p:nvSpPr>
        <p:spPr>
          <a:xfrm>
            <a:off x="685800" y="4343400"/>
            <a:ext cx="5486400" cy="4114800"/>
          </a:xfrm>
          <a:solidFill>
            <a:srgbClr val="FFFFFF"/>
          </a:solidFill>
          <a:ln>
            <a:solidFill>
              <a:srgbClr val="000000"/>
            </a:solidFill>
            <a:miter lim="800000"/>
            <a:headEnd/>
            <a:tailEnd/>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5307559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D95B391D-79E2-4E40-BAAF-6BD0F4700365}"/>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23554" name="Rectangle 3">
            <a:extLst>
              <a:ext uri="{FF2B5EF4-FFF2-40B4-BE49-F238E27FC236}">
                <a16:creationId xmlns:a16="http://schemas.microsoft.com/office/drawing/2014/main" id="{558D4918-F6E8-4740-B701-C9A0FC6196D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spTree>
    <p:extLst>
      <p:ext uri="{BB962C8B-B14F-4D97-AF65-F5344CB8AC3E}">
        <p14:creationId xmlns:p14="http://schemas.microsoft.com/office/powerpoint/2010/main" val="19034165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scied.ucar.edu</a:t>
            </a:r>
            <a:r>
              <a:rPr lang="en-US" dirty="0"/>
              <a:t>/learning-zone/how-climate-works/fast-computers-complex-climate-models</a:t>
            </a:r>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14</a:t>
            </a:fld>
            <a:endParaRPr lang="en-US" altLang="en-US"/>
          </a:p>
        </p:txBody>
      </p:sp>
    </p:spTree>
    <p:extLst>
      <p:ext uri="{BB962C8B-B14F-4D97-AF65-F5344CB8AC3E}">
        <p14:creationId xmlns:p14="http://schemas.microsoft.com/office/powerpoint/2010/main" val="4239142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Arial" charset="0"/>
                <a:ea typeface="ＭＳ Ｐゴシック" charset="0"/>
                <a:cs typeface="ＭＳ Ｐゴシック" charset="0"/>
              </a:rPr>
              <a:t>Typical grid spacing for GCMs: 125-300 km (CMIP5); 80-300 (CMIP6) </a:t>
            </a:r>
          </a:p>
          <a:p>
            <a:endParaRPr lang="en-US" dirty="0"/>
          </a:p>
        </p:txBody>
      </p:sp>
      <p:sp>
        <p:nvSpPr>
          <p:cNvPr id="4" name="Slide Number Placeholder 3"/>
          <p:cNvSpPr>
            <a:spLocks noGrp="1"/>
          </p:cNvSpPr>
          <p:nvPr>
            <p:ph type="sldNum" sz="quarter" idx="5"/>
          </p:nvPr>
        </p:nvSpPr>
        <p:spPr/>
        <p:txBody>
          <a:bodyPr/>
          <a:lstStyle/>
          <a:p>
            <a:pPr>
              <a:defRPr/>
            </a:pPr>
            <a:fld id="{48B5E055-83C5-1148-B1CC-2151D312576F}" type="slidenum">
              <a:rPr lang="en-US" altLang="en-US" smtClean="0"/>
              <a:pPr>
                <a:defRPr/>
              </a:pPr>
              <a:t>15</a:t>
            </a:fld>
            <a:endParaRPr lang="en-US" altLang="en-US"/>
          </a:p>
        </p:txBody>
      </p:sp>
    </p:spTree>
    <p:extLst>
      <p:ext uri="{BB962C8B-B14F-4D97-AF65-F5344CB8AC3E}">
        <p14:creationId xmlns:p14="http://schemas.microsoft.com/office/powerpoint/2010/main" val="2506185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7">
            <a:extLst>
              <a:ext uri="{FF2B5EF4-FFF2-40B4-BE49-F238E27FC236}">
                <a16:creationId xmlns:a16="http://schemas.microsoft.com/office/drawing/2014/main" id="{18B41F9B-7569-AE4B-AEB6-5C47828FE86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9C3A33CB-F3CA-064C-8F43-BEE99EFFEF78}" type="slidenum">
              <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17</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
        <p:nvSpPr>
          <p:cNvPr id="41986" name="Rectangle 2">
            <a:extLst>
              <a:ext uri="{FF2B5EF4-FFF2-40B4-BE49-F238E27FC236}">
                <a16:creationId xmlns:a16="http://schemas.microsoft.com/office/drawing/2014/main" id="{79E9033E-C6A6-4E42-B94D-8B96E39AFEC0}"/>
              </a:ext>
            </a:extLst>
          </p:cNvPr>
          <p:cNvSpPr>
            <a:spLocks noGrp="1" noRot="1" noChangeAspect="1" noChangeArrowheads="1"/>
          </p:cNvSpPr>
          <p:nvPr>
            <p:ph type="sldImg"/>
          </p:nvPr>
        </p:nvSpPr>
        <p:spPr>
          <a:solidFill>
            <a:srgbClr val="FFFFFF"/>
          </a:solidFill>
          <a:ln/>
        </p:spPr>
      </p:sp>
      <p:sp>
        <p:nvSpPr>
          <p:cNvPr id="152579" name="Rectangle 3">
            <a:extLst>
              <a:ext uri="{FF2B5EF4-FFF2-40B4-BE49-F238E27FC236}">
                <a16:creationId xmlns:a16="http://schemas.microsoft.com/office/drawing/2014/main" id="{4ED82CB3-B248-8C4A-8D85-AD661C261EDB}"/>
              </a:ext>
            </a:extLst>
          </p:cNvPr>
          <p:cNvSpPr>
            <a:spLocks noGrp="1" noChangeArrowheads="1"/>
          </p:cNvSpPr>
          <p:nvPr>
            <p:ph type="body" idx="1"/>
          </p:nvPr>
        </p:nvSpPr>
        <p:spPr>
          <a:xfrm>
            <a:off x="685800" y="4343400"/>
            <a:ext cx="5486400" cy="4114800"/>
          </a:xfrm>
          <a:solidFill>
            <a:srgbClr val="FFFFFF"/>
          </a:solidFill>
          <a:ln>
            <a:solidFill>
              <a:srgbClr val="000000"/>
            </a:solidFill>
            <a:miter lim="800000"/>
            <a:headEnd/>
            <a:tailEnd/>
          </a:ln>
        </p:spPr>
        <p:txBody>
          <a:bodyPr/>
          <a:lstStyle/>
          <a:p>
            <a:pPr eaLnBrk="1" hangingPunct="1"/>
            <a:endParaRPr lang="en-US" altLang="en-US">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13300752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39E8F2E4-9562-CD4D-ABDE-41C256E36C7D}"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rPr>
              <a:pPr marL="0" marR="0" lvl="0" indent="0" algn="r" defTabSz="457200" rtl="0" eaLnBrk="1" fontAlgn="base" latinLnBrk="0" hangingPunct="1">
                <a:lnSpc>
                  <a:spcPct val="100000"/>
                </a:lnSpc>
                <a:spcBef>
                  <a:spcPct val="0"/>
                </a:spcBef>
                <a:spcAft>
                  <a:spcPct val="0"/>
                </a:spcAft>
                <a:buClrTx/>
                <a:buSzTx/>
                <a:buFontTx/>
                <a:buNone/>
                <a:tabLst/>
                <a:defRPr/>
              </a:pPr>
              <a:t>21</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endParaRPr>
          </a:p>
        </p:txBody>
      </p:sp>
      <p:sp>
        <p:nvSpPr>
          <p:cNvPr id="38914" name="Rectangle 2"/>
          <p:cNvSpPr>
            <a:spLocks noGrp="1" noRot="1" noChangeAspect="1" noChangeArrowheads="1"/>
          </p:cNvSpPr>
          <p:nvPr>
            <p:ph type="sldImg"/>
          </p:nvPr>
        </p:nvSpPr>
        <p:spPr>
          <a:xfrm>
            <a:off x="685800" y="685800"/>
            <a:ext cx="5486400" cy="3429000"/>
          </a:xfrm>
          <a:solidFill>
            <a:srgbClr val="FFFFFF"/>
          </a:solidFill>
          <a:ln/>
        </p:spPr>
      </p:sp>
      <p:sp>
        <p:nvSpPr>
          <p:cNvPr id="3891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22756281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Rot="1" noChangeAspect="1" noChangeArrowheads="1" noTextEdit="1"/>
          </p:cNvSpPr>
          <p:nvPr>
            <p:ph type="sldImg"/>
          </p:nvPr>
        </p:nvSpPr>
        <p:spPr>
          <a:xfrm>
            <a:off x="1143000" y="685800"/>
            <a:ext cx="4572000" cy="3429000"/>
          </a:xfrm>
          <a:ln/>
        </p:spPr>
      </p:sp>
      <p:sp>
        <p:nvSpPr>
          <p:cNvPr id="5120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11339143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39E8F2E4-9562-CD4D-ABDE-41C256E36C7D}"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rPr>
              <a:pPr marL="0" marR="0" lvl="0" indent="0" algn="r" defTabSz="457200" rtl="0" eaLnBrk="1" fontAlgn="base" latinLnBrk="0" hangingPunct="1">
                <a:lnSpc>
                  <a:spcPct val="100000"/>
                </a:lnSpc>
                <a:spcBef>
                  <a:spcPct val="0"/>
                </a:spcBef>
                <a:spcAft>
                  <a:spcPct val="0"/>
                </a:spcAft>
                <a:buClrTx/>
                <a:buSzTx/>
                <a:buFontTx/>
                <a:buNone/>
                <a:tabLst/>
                <a:defRPr/>
              </a:pPr>
              <a:t>23</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endParaRPr>
          </a:p>
        </p:txBody>
      </p:sp>
      <p:sp>
        <p:nvSpPr>
          <p:cNvPr id="38914" name="Rectangle 2"/>
          <p:cNvSpPr>
            <a:spLocks noGrp="1" noRot="1" noChangeAspect="1" noChangeArrowheads="1"/>
          </p:cNvSpPr>
          <p:nvPr>
            <p:ph type="sldImg"/>
          </p:nvPr>
        </p:nvSpPr>
        <p:spPr>
          <a:xfrm>
            <a:off x="1143000" y="685800"/>
            <a:ext cx="4572000" cy="3429000"/>
          </a:xfrm>
          <a:solidFill>
            <a:srgbClr val="FFFFFF"/>
          </a:solidFill>
          <a:ln/>
        </p:spPr>
      </p:sp>
      <p:sp>
        <p:nvSpPr>
          <p:cNvPr id="3891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4009390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39E8F2E4-9562-CD4D-ABDE-41C256E36C7D}"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rPr>
              <a:pPr marL="0" marR="0" lvl="0" indent="0" algn="r" defTabSz="457200" rtl="0" eaLnBrk="1" fontAlgn="base" latinLnBrk="0" hangingPunct="1">
                <a:lnSpc>
                  <a:spcPct val="100000"/>
                </a:lnSpc>
                <a:spcBef>
                  <a:spcPct val="0"/>
                </a:spcBef>
                <a:spcAft>
                  <a:spcPct val="0"/>
                </a:spcAft>
                <a:buClrTx/>
                <a:buSzTx/>
                <a:buFontTx/>
                <a:buNone/>
                <a:tabLst/>
                <a:defRPr/>
              </a:pPr>
              <a:t>24</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endParaRPr>
          </a:p>
        </p:txBody>
      </p:sp>
      <p:sp>
        <p:nvSpPr>
          <p:cNvPr id="38914" name="Rectangle 2"/>
          <p:cNvSpPr>
            <a:spLocks noGrp="1" noRot="1" noChangeAspect="1" noChangeArrowheads="1"/>
          </p:cNvSpPr>
          <p:nvPr>
            <p:ph type="sldImg"/>
          </p:nvPr>
        </p:nvSpPr>
        <p:spPr>
          <a:xfrm>
            <a:off x="1143000" y="685800"/>
            <a:ext cx="4572000" cy="3429000"/>
          </a:xfrm>
          <a:solidFill>
            <a:srgbClr val="FFFFFF"/>
          </a:solidFill>
          <a:ln/>
        </p:spPr>
      </p:sp>
      <p:sp>
        <p:nvSpPr>
          <p:cNvPr id="3891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28040573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39E8F2E4-9562-CD4D-ABDE-41C256E36C7D}"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rPr>
              <a:pPr marL="0" marR="0" lvl="0" indent="0" algn="r" defTabSz="457200" rtl="0" eaLnBrk="1" fontAlgn="base" latinLnBrk="0" hangingPunct="1">
                <a:lnSpc>
                  <a:spcPct val="100000"/>
                </a:lnSpc>
                <a:spcBef>
                  <a:spcPct val="0"/>
                </a:spcBef>
                <a:spcAft>
                  <a:spcPct val="0"/>
                </a:spcAft>
                <a:buClrTx/>
                <a:buSzTx/>
                <a:buFontTx/>
                <a:buNone/>
                <a:tabLst/>
                <a:defRPr/>
              </a:pPr>
              <a:t>25</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endParaRPr>
          </a:p>
        </p:txBody>
      </p:sp>
      <p:sp>
        <p:nvSpPr>
          <p:cNvPr id="38914" name="Rectangle 2"/>
          <p:cNvSpPr>
            <a:spLocks noGrp="1" noRot="1" noChangeAspect="1" noChangeArrowheads="1"/>
          </p:cNvSpPr>
          <p:nvPr>
            <p:ph type="sldImg"/>
          </p:nvPr>
        </p:nvSpPr>
        <p:spPr>
          <a:xfrm>
            <a:off x="1143000" y="685800"/>
            <a:ext cx="4572000" cy="3429000"/>
          </a:xfrm>
          <a:solidFill>
            <a:srgbClr val="FFFFFF"/>
          </a:solidFill>
          <a:ln/>
        </p:spPr>
      </p:sp>
      <p:sp>
        <p:nvSpPr>
          <p:cNvPr id="3891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23151848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39E8F2E4-9562-CD4D-ABDE-41C256E36C7D}"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rPr>
              <a:pPr marL="0" marR="0" lvl="0" indent="0" algn="r" defTabSz="4572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endParaRPr>
          </a:p>
        </p:txBody>
      </p:sp>
      <p:sp>
        <p:nvSpPr>
          <p:cNvPr id="38914" name="Rectangle 2"/>
          <p:cNvSpPr>
            <a:spLocks noGrp="1" noRot="1" noChangeAspect="1" noChangeArrowheads="1"/>
          </p:cNvSpPr>
          <p:nvPr>
            <p:ph type="sldImg"/>
          </p:nvPr>
        </p:nvSpPr>
        <p:spPr>
          <a:xfrm>
            <a:off x="1143000" y="685800"/>
            <a:ext cx="4572000" cy="3429000"/>
          </a:xfrm>
          <a:solidFill>
            <a:srgbClr val="FFFFFF"/>
          </a:solidFill>
          <a:ln/>
        </p:spPr>
      </p:sp>
      <p:sp>
        <p:nvSpPr>
          <p:cNvPr id="3891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25071354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39E8F2E4-9562-CD4D-ABDE-41C256E36C7D}"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rPr>
              <a:pPr marL="0" marR="0" lvl="0" indent="0" algn="r" defTabSz="457200" rtl="0" eaLnBrk="1" fontAlgn="base" latinLnBrk="0" hangingPunct="1">
                <a:lnSpc>
                  <a:spcPct val="100000"/>
                </a:lnSpc>
                <a:spcBef>
                  <a:spcPct val="0"/>
                </a:spcBef>
                <a:spcAft>
                  <a:spcPct val="0"/>
                </a:spcAft>
                <a:buClrTx/>
                <a:buSzTx/>
                <a:buFontTx/>
                <a:buNone/>
                <a:tabLst/>
                <a:defRPr/>
              </a:pPr>
              <a:t>27</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endParaRPr>
          </a:p>
        </p:txBody>
      </p:sp>
      <p:sp>
        <p:nvSpPr>
          <p:cNvPr id="38914" name="Rectangle 2"/>
          <p:cNvSpPr>
            <a:spLocks noGrp="1" noRot="1" noChangeAspect="1" noChangeArrowheads="1"/>
          </p:cNvSpPr>
          <p:nvPr>
            <p:ph type="sldImg"/>
          </p:nvPr>
        </p:nvSpPr>
        <p:spPr>
          <a:xfrm>
            <a:off x="1143000" y="685800"/>
            <a:ext cx="4572000" cy="3429000"/>
          </a:xfrm>
          <a:solidFill>
            <a:srgbClr val="FFFFFF"/>
          </a:solidFill>
          <a:ln/>
        </p:spPr>
      </p:sp>
      <p:sp>
        <p:nvSpPr>
          <p:cNvPr id="3891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10084553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39E8F2E4-9562-CD4D-ABDE-41C256E36C7D}"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rPr>
              <a:pPr marL="0" marR="0" lvl="0" indent="0" algn="r" defTabSz="457200" rtl="0" eaLnBrk="1" fontAlgn="base" latinLnBrk="0" hangingPunct="1">
                <a:lnSpc>
                  <a:spcPct val="100000"/>
                </a:lnSpc>
                <a:spcBef>
                  <a:spcPct val="0"/>
                </a:spcBef>
                <a:spcAft>
                  <a:spcPct val="0"/>
                </a:spcAft>
                <a:buClrTx/>
                <a:buSzTx/>
                <a:buFontTx/>
                <a:buNone/>
                <a:tabLst/>
                <a:defRPr/>
              </a:pPr>
              <a:t>28</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endParaRPr>
          </a:p>
        </p:txBody>
      </p:sp>
      <p:sp>
        <p:nvSpPr>
          <p:cNvPr id="38914" name="Rectangle 2"/>
          <p:cNvSpPr>
            <a:spLocks noGrp="1" noRot="1" noChangeAspect="1" noChangeArrowheads="1"/>
          </p:cNvSpPr>
          <p:nvPr>
            <p:ph type="sldImg"/>
          </p:nvPr>
        </p:nvSpPr>
        <p:spPr>
          <a:xfrm>
            <a:off x="1143000" y="685800"/>
            <a:ext cx="4572000" cy="3429000"/>
          </a:xfrm>
          <a:solidFill>
            <a:srgbClr val="FFFFFF"/>
          </a:solidFill>
          <a:ln/>
        </p:spPr>
      </p:sp>
      <p:sp>
        <p:nvSpPr>
          <p:cNvPr id="3891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36987591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39E8F2E4-9562-CD4D-ABDE-41C256E36C7D}"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rPr>
              <a:pPr marL="0" marR="0" lvl="0" indent="0" algn="r" defTabSz="457200" rtl="0" eaLnBrk="1" fontAlgn="base" latinLnBrk="0" hangingPunct="1">
                <a:lnSpc>
                  <a:spcPct val="100000"/>
                </a:lnSpc>
                <a:spcBef>
                  <a:spcPct val="0"/>
                </a:spcBef>
                <a:spcAft>
                  <a:spcPct val="0"/>
                </a:spcAft>
                <a:buClrTx/>
                <a:buSzTx/>
                <a:buFontTx/>
                <a:buNone/>
                <a:tabLst/>
                <a:defRPr/>
              </a:pPr>
              <a:t>29</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endParaRPr>
          </a:p>
        </p:txBody>
      </p:sp>
      <p:sp>
        <p:nvSpPr>
          <p:cNvPr id="38914" name="Rectangle 2"/>
          <p:cNvSpPr>
            <a:spLocks noGrp="1" noRot="1" noChangeAspect="1" noChangeArrowheads="1"/>
          </p:cNvSpPr>
          <p:nvPr>
            <p:ph type="sldImg"/>
          </p:nvPr>
        </p:nvSpPr>
        <p:spPr>
          <a:xfrm>
            <a:off x="1143000" y="685800"/>
            <a:ext cx="4572000" cy="3429000"/>
          </a:xfrm>
          <a:solidFill>
            <a:srgbClr val="FFFFFF"/>
          </a:solidFill>
          <a:ln/>
        </p:spPr>
      </p:sp>
      <p:sp>
        <p:nvSpPr>
          <p:cNvPr id="3891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24345318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39E8F2E4-9562-CD4D-ABDE-41C256E36C7D}"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rPr>
              <a:pPr marL="0" marR="0" lvl="0" indent="0" algn="r" defTabSz="457200" rtl="0" eaLnBrk="1" fontAlgn="base" latinLnBrk="0" hangingPunct="1">
                <a:lnSpc>
                  <a:spcPct val="100000"/>
                </a:lnSpc>
                <a:spcBef>
                  <a:spcPct val="0"/>
                </a:spcBef>
                <a:spcAft>
                  <a:spcPct val="0"/>
                </a:spcAft>
                <a:buClrTx/>
                <a:buSzTx/>
                <a:buFontTx/>
                <a:buNone/>
                <a:tabLst/>
                <a:defRPr/>
              </a:pPr>
              <a:t>30</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endParaRPr>
          </a:p>
        </p:txBody>
      </p:sp>
      <p:sp>
        <p:nvSpPr>
          <p:cNvPr id="38914" name="Rectangle 2"/>
          <p:cNvSpPr>
            <a:spLocks noGrp="1" noRot="1" noChangeAspect="1" noChangeArrowheads="1"/>
          </p:cNvSpPr>
          <p:nvPr>
            <p:ph type="sldImg"/>
          </p:nvPr>
        </p:nvSpPr>
        <p:spPr>
          <a:xfrm>
            <a:off x="685800" y="685800"/>
            <a:ext cx="5486400" cy="3429000"/>
          </a:xfrm>
          <a:solidFill>
            <a:srgbClr val="FFFFFF"/>
          </a:solidFill>
          <a:ln/>
        </p:spPr>
      </p:sp>
      <p:sp>
        <p:nvSpPr>
          <p:cNvPr id="3891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1227224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457200" rtl="0" eaLnBrk="1" fontAlgn="base" latinLnBrk="0" hangingPunct="1">
              <a:lnSpc>
                <a:spcPct val="100000"/>
              </a:lnSpc>
              <a:spcBef>
                <a:spcPct val="0"/>
              </a:spcBef>
              <a:spcAft>
                <a:spcPct val="0"/>
              </a:spcAft>
              <a:buClrTx/>
              <a:buSzTx/>
              <a:buFontTx/>
              <a:buNone/>
              <a:tabLst/>
              <a:defRPr/>
            </a:pPr>
            <a:fld id="{39E8F2E4-9562-CD4D-ABDE-41C256E36C7D}"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rPr>
              <a:pPr marL="0" marR="0" lvl="0" indent="0" algn="r" defTabSz="457200" rtl="0" eaLnBrk="1" fontAlgn="base" latinLnBrk="0" hangingPunct="1">
                <a:lnSpc>
                  <a:spcPct val="100000"/>
                </a:lnSpc>
                <a:spcBef>
                  <a:spcPct val="0"/>
                </a:spcBef>
                <a:spcAft>
                  <a:spcPct val="0"/>
                </a:spcAft>
                <a:buClrTx/>
                <a:buSzTx/>
                <a:buFontTx/>
                <a:buNone/>
                <a:tabLst/>
                <a:defRPr/>
              </a:pPr>
              <a:t>31</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endParaRPr>
          </a:p>
        </p:txBody>
      </p:sp>
      <p:sp>
        <p:nvSpPr>
          <p:cNvPr id="38914" name="Rectangle 2"/>
          <p:cNvSpPr>
            <a:spLocks noGrp="1" noRot="1" noChangeAspect="1" noChangeArrowheads="1"/>
          </p:cNvSpPr>
          <p:nvPr>
            <p:ph type="sldImg"/>
          </p:nvPr>
        </p:nvSpPr>
        <p:spPr>
          <a:xfrm>
            <a:off x="1143000" y="685800"/>
            <a:ext cx="4572000" cy="3429000"/>
          </a:xfrm>
          <a:solidFill>
            <a:srgbClr val="FFFFFF"/>
          </a:solidFill>
          <a:ln/>
        </p:spPr>
      </p:sp>
      <p:sp>
        <p:nvSpPr>
          <p:cNvPr id="38915" name="Rectangle 3"/>
          <p:cNvSpPr>
            <a:spLocks noGrp="1" noChangeArrowheads="1"/>
          </p:cNvSpPr>
          <p:nvPr>
            <p:ph type="body" idx="1"/>
          </p:nvPr>
        </p:nvSpPr>
        <p:spPr>
          <a:solidFill>
            <a:srgbClr val="FFFFFF"/>
          </a:solidFill>
          <a:ln>
            <a:solidFill>
              <a:srgbClr val="000000"/>
            </a:solidFill>
          </a:ln>
          <a:extLs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35328338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Rot="1" noChangeAspect="1" noChangeArrowheads="1" noTextEdit="1"/>
          </p:cNvSpPr>
          <p:nvPr>
            <p:ph type="sldImg"/>
          </p:nvPr>
        </p:nvSpPr>
        <p:spPr>
          <a:xfrm>
            <a:off x="685800" y="685800"/>
            <a:ext cx="5486400" cy="3429000"/>
          </a:xfrm>
          <a:ln/>
        </p:spPr>
      </p:sp>
      <p:sp>
        <p:nvSpPr>
          <p:cNvPr id="51202"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latin typeface="Arial" charset="0"/>
              <a:ea typeface="ＭＳ Ｐゴシック" charset="0"/>
              <a:cs typeface="ＭＳ Ｐゴシック" charset="0"/>
            </a:endParaRPr>
          </a:p>
        </p:txBody>
      </p:sp>
    </p:spTree>
    <p:extLst>
      <p:ext uri="{BB962C8B-B14F-4D97-AF65-F5344CB8AC3E}">
        <p14:creationId xmlns:p14="http://schemas.microsoft.com/office/powerpoint/2010/main" val="29527549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FB0807A1-1E8D-E241-B79F-B60A391EC609}" type="slidenum">
              <a:rPr kumimoji="0" 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33</a:t>
            </a:fld>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35505011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09" charset="0"/>
                <a:ea typeface="ＭＳ Ｐゴシック" pitchFamily="-109" charset="-128"/>
                <a:cs typeface="ＭＳ Ｐゴシック" pitchFamily="-109" charset="-128"/>
              </a:rPr>
              <a:t>For simplicity, our simulations share the same orbital characteristics (i.e., orbital rotation rate, eccentricity, obliquity, date of perihelion) as the present day, with the exception of a 360-day year. The solar constant is set to the predicted solar luminosity 2.4 billion years ago of 1100 W m−2, 19% lower than the present-day value8. </a:t>
            </a:r>
            <a:endParaRPr lang="en-US" dirty="0"/>
          </a:p>
          <a:p>
            <a:r>
              <a:rPr lang="en-US" sz="1200" kern="1200" dirty="0">
                <a:solidFill>
                  <a:schemeClr val="tx1"/>
                </a:solidFill>
                <a:effectLst/>
                <a:latin typeface="Arial" pitchFamily="-109" charset="0"/>
                <a:ea typeface="ＭＳ Ｐゴシック" pitchFamily="-109" charset="-128"/>
                <a:cs typeface="ＭＳ Ｐゴシック" pitchFamily="-109" charset="-128"/>
              </a:rPr>
              <a:t>To compensate for this lower solar constant, the concentration of greenhouse gases in the atmosphere was higher than the present-day values10. Greenhouse gases including carbon dioxide and methane have been </a:t>
            </a:r>
            <a:r>
              <a:rPr lang="en-US" sz="1200" kern="1200" dirty="0" err="1">
                <a:solidFill>
                  <a:schemeClr val="tx1"/>
                </a:solidFill>
                <a:effectLst/>
                <a:latin typeface="Arial" pitchFamily="-109" charset="0"/>
                <a:ea typeface="ＭＳ Ｐゴシック" pitchFamily="-109" charset="-128"/>
                <a:cs typeface="ＭＳ Ｐゴシック" pitchFamily="-109" charset="-128"/>
              </a:rPr>
              <a:t>hypoth</a:t>
            </a:r>
            <a:r>
              <a:rPr lang="en-US" sz="1200" kern="1200" dirty="0">
                <a:solidFill>
                  <a:schemeClr val="tx1"/>
                </a:solidFill>
                <a:effectLst/>
                <a:latin typeface="Arial" pitchFamily="-109" charset="0"/>
                <a:ea typeface="ＭＳ Ｐゴシック" pitchFamily="-109" charset="-128"/>
                <a:cs typeface="ＭＳ Ｐゴシック" pitchFamily="-109" charset="-128"/>
              </a:rPr>
              <a:t>- </a:t>
            </a:r>
            <a:r>
              <a:rPr lang="en-US" sz="1200" kern="1200" dirty="0" err="1">
                <a:solidFill>
                  <a:schemeClr val="tx1"/>
                </a:solidFill>
                <a:effectLst/>
                <a:latin typeface="Arial" pitchFamily="-109" charset="0"/>
                <a:ea typeface="ＭＳ Ｐゴシック" pitchFamily="-109" charset="-128"/>
                <a:cs typeface="ＭＳ Ｐゴシック" pitchFamily="-109" charset="-128"/>
              </a:rPr>
              <a:t>esised</a:t>
            </a:r>
            <a:r>
              <a:rPr lang="en-US" sz="1200" kern="1200" dirty="0">
                <a:solidFill>
                  <a:schemeClr val="tx1"/>
                </a:solidFill>
                <a:effectLst/>
                <a:latin typeface="Arial" pitchFamily="-109" charset="0"/>
                <a:ea typeface="ＭＳ Ｐゴシック" pitchFamily="-109" charset="-128"/>
                <a:cs typeface="ＭＳ Ｐゴシック" pitchFamily="-109" charset="-128"/>
              </a:rPr>
              <a:t> to have created a strong greenhouse effect on early Earth. This experiment assumes that carbon </a:t>
            </a:r>
            <a:r>
              <a:rPr lang="en-US" sz="1200" kern="1200" dirty="0" err="1">
                <a:solidFill>
                  <a:schemeClr val="tx1"/>
                </a:solidFill>
                <a:effectLst/>
                <a:latin typeface="Arial" pitchFamily="-109" charset="0"/>
                <a:ea typeface="ＭＳ Ｐゴシック" pitchFamily="-109" charset="-128"/>
                <a:cs typeface="ＭＳ Ｐゴシック" pitchFamily="-109" charset="-128"/>
              </a:rPr>
              <a:t>diox</a:t>
            </a:r>
            <a:r>
              <a:rPr lang="en-US" sz="1200" kern="1200" dirty="0">
                <a:solidFill>
                  <a:schemeClr val="tx1"/>
                </a:solidFill>
                <a:effectLst/>
                <a:latin typeface="Arial" pitchFamily="-109" charset="0"/>
                <a:ea typeface="ＭＳ Ｐゴシック" pitchFamily="-109" charset="-128"/>
                <a:cs typeface="ＭＳ Ｐゴシック" pitchFamily="-109" charset="-128"/>
              </a:rPr>
              <a:t>- ide is the largest contributor to this warming. One possible range of carbon dioxide concentrations during the Proterozoic is 4000 to 80,000 ppmv38. A value of 10,000 </a:t>
            </a:r>
            <a:r>
              <a:rPr lang="en-US" sz="1200" kern="1200" dirty="0" err="1">
                <a:solidFill>
                  <a:schemeClr val="tx1"/>
                </a:solidFill>
                <a:effectLst/>
                <a:latin typeface="Arial" pitchFamily="-109" charset="0"/>
                <a:ea typeface="ＭＳ Ｐゴシック" pitchFamily="-109" charset="-128"/>
                <a:cs typeface="ＭＳ Ｐゴシック" pitchFamily="-109" charset="-128"/>
              </a:rPr>
              <a:t>ppmv</a:t>
            </a:r>
            <a:r>
              <a:rPr lang="en-US" sz="1200" kern="1200" dirty="0">
                <a:solidFill>
                  <a:schemeClr val="tx1"/>
                </a:solidFill>
                <a:effectLst/>
                <a:latin typeface="Arial" pitchFamily="-109" charset="0"/>
                <a:ea typeface="ＭＳ Ｐゴシック" pitchFamily="-109" charset="-128"/>
                <a:cs typeface="ＭＳ Ｐゴシック" pitchFamily="-109" charset="-128"/>
              </a:rPr>
              <a:t> is chosen, a number within this range and also used in another study17. The range of atmospheric methane concentration to test over was decided based on estimates10 and the results of modelling17. This range is 1–100 </a:t>
            </a:r>
            <a:r>
              <a:rPr lang="en-US" sz="1200" kern="1200" dirty="0" err="1">
                <a:solidFill>
                  <a:schemeClr val="tx1"/>
                </a:solidFill>
                <a:effectLst/>
                <a:latin typeface="Arial" pitchFamily="-109" charset="0"/>
                <a:ea typeface="ＭＳ Ｐゴシック" pitchFamily="-109" charset="-128"/>
                <a:cs typeface="ＭＳ Ｐゴシック" pitchFamily="-109" charset="-128"/>
              </a:rPr>
              <a:t>ppmv</a:t>
            </a:r>
            <a:r>
              <a:rPr lang="en-US" sz="1200" kern="1200" dirty="0">
                <a:solidFill>
                  <a:schemeClr val="tx1"/>
                </a:solidFill>
                <a:effectLst/>
                <a:latin typeface="Arial" pitchFamily="-109" charset="0"/>
                <a:ea typeface="ＭＳ Ｐゴシック" pitchFamily="-109" charset="-128"/>
                <a:cs typeface="ＭＳ Ｐゴシック" pitchFamily="-109" charset="-128"/>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FB0807A1-1E8D-E241-B79F-B60A391EC609}" type="slidenum">
              <a:rPr kumimoji="0" lang="en-US" sz="1200" b="0" i="0" u="none" strike="noStrike" kern="1200" cap="none" spc="0" normalizeH="0" baseline="0" noProof="0" smtClean="0">
                <a:ln>
                  <a:noFill/>
                </a:ln>
                <a:solidFill>
                  <a:srgbClr val="000000"/>
                </a:solidFill>
                <a:effectLst/>
                <a:uLnTx/>
                <a:uFillTx/>
                <a:latin typeface="Arial" panose="020B0604020202020204" pitchFamily="34" charset="0"/>
                <a:ea typeface="ＭＳ Ｐゴシック" panose="020B0600070205080204"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34</a:t>
            </a:fld>
            <a:endParaRPr kumimoji="0" lang="en-US" sz="1200" b="0" i="0" u="none" strike="noStrike" kern="1200" cap="none" spc="0" normalizeH="0" baseline="0" noProof="0">
              <a:ln>
                <a:noFill/>
              </a:ln>
              <a:solidFill>
                <a:srgbClr val="000000"/>
              </a:solidFill>
              <a:effectLst/>
              <a:uLnTx/>
              <a:uFillTx/>
              <a:latin typeface="Arial" panose="020B060402020202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6891214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09" charset="0"/>
                <a:ea typeface="ＭＳ Ｐゴシック" pitchFamily="-109" charset="-128"/>
                <a:cs typeface="ＭＳ Ｐゴシック" pitchFamily="-109" charset="-128"/>
              </a:rPr>
              <a:t>For simplicity, our simulations share the same orbital characteristics (i.e., orbital rotation rate, eccentricity, obliquity, date of perihelion) as the present day, with the exception of a 360-day year. The solar constant is set to the predicted solar luminosity 2.4 billion years ago of 1100 W m−2, 19% lower than the present-day value8. </a:t>
            </a:r>
            <a:endParaRPr lang="en-US" dirty="0"/>
          </a:p>
          <a:p>
            <a:r>
              <a:rPr lang="en-US" sz="1200" kern="1200" dirty="0">
                <a:solidFill>
                  <a:schemeClr val="tx1"/>
                </a:solidFill>
                <a:effectLst/>
                <a:latin typeface="Arial" pitchFamily="-109" charset="0"/>
                <a:ea typeface="ＭＳ Ｐゴシック" pitchFamily="-109" charset="-128"/>
                <a:cs typeface="ＭＳ Ｐゴシック" pitchFamily="-109" charset="-128"/>
              </a:rPr>
              <a:t>To compensate for this lower solar constant, the concentration of greenhouse gases in the atmosphere was higher than the present-day values10. Greenhouse gases including carbon dioxide and methane have been </a:t>
            </a:r>
            <a:r>
              <a:rPr lang="en-US" sz="1200" kern="1200" dirty="0" err="1">
                <a:solidFill>
                  <a:schemeClr val="tx1"/>
                </a:solidFill>
                <a:effectLst/>
                <a:latin typeface="Arial" pitchFamily="-109" charset="0"/>
                <a:ea typeface="ＭＳ Ｐゴシック" pitchFamily="-109" charset="-128"/>
                <a:cs typeface="ＭＳ Ｐゴシック" pitchFamily="-109" charset="-128"/>
              </a:rPr>
              <a:t>hypoth</a:t>
            </a:r>
            <a:r>
              <a:rPr lang="en-US" sz="1200" kern="1200" dirty="0">
                <a:solidFill>
                  <a:schemeClr val="tx1"/>
                </a:solidFill>
                <a:effectLst/>
                <a:latin typeface="Arial" pitchFamily="-109" charset="0"/>
                <a:ea typeface="ＭＳ Ｐゴシック" pitchFamily="-109" charset="-128"/>
                <a:cs typeface="ＭＳ Ｐゴシック" pitchFamily="-109" charset="-128"/>
              </a:rPr>
              <a:t>- </a:t>
            </a:r>
            <a:r>
              <a:rPr lang="en-US" sz="1200" kern="1200" dirty="0" err="1">
                <a:solidFill>
                  <a:schemeClr val="tx1"/>
                </a:solidFill>
                <a:effectLst/>
                <a:latin typeface="Arial" pitchFamily="-109" charset="0"/>
                <a:ea typeface="ＭＳ Ｐゴシック" pitchFamily="-109" charset="-128"/>
                <a:cs typeface="ＭＳ Ｐゴシック" pitchFamily="-109" charset="-128"/>
              </a:rPr>
              <a:t>esised</a:t>
            </a:r>
            <a:r>
              <a:rPr lang="en-US" sz="1200" kern="1200" dirty="0">
                <a:solidFill>
                  <a:schemeClr val="tx1"/>
                </a:solidFill>
                <a:effectLst/>
                <a:latin typeface="Arial" pitchFamily="-109" charset="0"/>
                <a:ea typeface="ＭＳ Ｐゴシック" pitchFamily="-109" charset="-128"/>
                <a:cs typeface="ＭＳ Ｐゴシック" pitchFamily="-109" charset="-128"/>
              </a:rPr>
              <a:t> to have created a strong greenhouse effect on early Earth. This experiment assumes that carbon </a:t>
            </a:r>
            <a:r>
              <a:rPr lang="en-US" sz="1200" kern="1200" dirty="0" err="1">
                <a:solidFill>
                  <a:schemeClr val="tx1"/>
                </a:solidFill>
                <a:effectLst/>
                <a:latin typeface="Arial" pitchFamily="-109" charset="0"/>
                <a:ea typeface="ＭＳ Ｐゴシック" pitchFamily="-109" charset="-128"/>
                <a:cs typeface="ＭＳ Ｐゴシック" pitchFamily="-109" charset="-128"/>
              </a:rPr>
              <a:t>diox</a:t>
            </a:r>
            <a:r>
              <a:rPr lang="en-US" sz="1200" kern="1200" dirty="0">
                <a:solidFill>
                  <a:schemeClr val="tx1"/>
                </a:solidFill>
                <a:effectLst/>
                <a:latin typeface="Arial" pitchFamily="-109" charset="0"/>
                <a:ea typeface="ＭＳ Ｐゴシック" pitchFamily="-109" charset="-128"/>
                <a:cs typeface="ＭＳ Ｐゴシック" pitchFamily="-109" charset="-128"/>
              </a:rPr>
              <a:t>- ide is the largest contributor to this warming. One possible range of carbon dioxide concentrations during the Proterozoic is 4000 to 80,000 ppmv38. A value of 10,000 </a:t>
            </a:r>
            <a:r>
              <a:rPr lang="en-US" sz="1200" kern="1200" dirty="0" err="1">
                <a:solidFill>
                  <a:schemeClr val="tx1"/>
                </a:solidFill>
                <a:effectLst/>
                <a:latin typeface="Arial" pitchFamily="-109" charset="0"/>
                <a:ea typeface="ＭＳ Ｐゴシック" pitchFamily="-109" charset="-128"/>
                <a:cs typeface="ＭＳ Ｐゴシック" pitchFamily="-109" charset="-128"/>
              </a:rPr>
              <a:t>ppmv</a:t>
            </a:r>
            <a:r>
              <a:rPr lang="en-US" sz="1200" kern="1200" dirty="0">
                <a:solidFill>
                  <a:schemeClr val="tx1"/>
                </a:solidFill>
                <a:effectLst/>
                <a:latin typeface="Arial" pitchFamily="-109" charset="0"/>
                <a:ea typeface="ＭＳ Ｐゴシック" pitchFamily="-109" charset="-128"/>
                <a:cs typeface="ＭＳ Ｐゴシック" pitchFamily="-109" charset="-128"/>
              </a:rPr>
              <a:t> is chosen, a number within this range and also used in another study17. The range of atmospheric methane concentration to test over was decided based on estimates10 and the results of modelling17. This range is 1–100 </a:t>
            </a:r>
            <a:r>
              <a:rPr lang="en-US" sz="1200" kern="1200" dirty="0" err="1">
                <a:solidFill>
                  <a:schemeClr val="tx1"/>
                </a:solidFill>
                <a:effectLst/>
                <a:latin typeface="Arial" pitchFamily="-109" charset="0"/>
                <a:ea typeface="ＭＳ Ｐゴシック" pitchFamily="-109" charset="-128"/>
                <a:cs typeface="ＭＳ Ｐゴシック" pitchFamily="-109" charset="-128"/>
              </a:rPr>
              <a:t>ppmv</a:t>
            </a:r>
            <a:r>
              <a:rPr lang="en-US" sz="1200" kern="1200" dirty="0">
                <a:solidFill>
                  <a:schemeClr val="tx1"/>
                </a:solidFill>
                <a:effectLst/>
                <a:latin typeface="Arial" pitchFamily="-109" charset="0"/>
                <a:ea typeface="ＭＳ Ｐゴシック" pitchFamily="-109" charset="-128"/>
                <a:cs typeface="ＭＳ Ｐゴシック" pitchFamily="-109" charset="-128"/>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B0807A1-1E8D-E241-B79F-B60A391EC609}" type="slidenum">
              <a:rPr kumimoji="0" lang="en-US" sz="1200" b="0" i="0" u="none" strike="noStrike" kern="1200" cap="none" spc="0" normalizeH="0" baseline="0" noProof="0" smtClean="0">
                <a:ln>
                  <a:noFill/>
                </a:ln>
                <a:solidFill>
                  <a:srgbClr val="000000"/>
                </a:solidFill>
                <a:effectLst/>
                <a:uLnTx/>
                <a:uFillTx/>
                <a:latin typeface="Arial" charset="0"/>
                <a:ea typeface="ＭＳ Ｐゴシック" charset="0"/>
              </a:rPr>
              <a:pPr marL="0" marR="0" lvl="0" indent="0" algn="r" defTabSz="914400" rtl="0" eaLnBrk="0" fontAlgn="base" latinLnBrk="0" hangingPunct="0">
                <a:lnSpc>
                  <a:spcPct val="100000"/>
                </a:lnSpc>
                <a:spcBef>
                  <a:spcPct val="0"/>
                </a:spcBef>
                <a:spcAft>
                  <a:spcPct val="0"/>
                </a:spcAft>
                <a:buClrTx/>
                <a:buSzTx/>
                <a:buFontTx/>
                <a:buNone/>
                <a:tabLst/>
                <a:defRPr/>
              </a:pPr>
              <a:t>38</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endParaRPr>
          </a:p>
        </p:txBody>
      </p:sp>
    </p:spTree>
    <p:extLst>
      <p:ext uri="{BB962C8B-B14F-4D97-AF65-F5344CB8AC3E}">
        <p14:creationId xmlns:p14="http://schemas.microsoft.com/office/powerpoint/2010/main" val="36044635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09" charset="0"/>
                <a:ea typeface="ＭＳ Ｐゴシック" pitchFamily="-109" charset="-128"/>
                <a:cs typeface="ＭＳ Ｐゴシック" pitchFamily="-109" charset="-128"/>
              </a:rPr>
              <a:t>For simplicity, our simulations share the same orbital characteristics (i.e., orbital rotation rate, eccentricity, obliquity, date of perihelion) as the present day, with the exception of a 360-day year. The solar constant is set to the predicted solar luminosity 2.4 billion years ago of 1100 W m−2, 19% lower than the present-day value8. </a:t>
            </a:r>
            <a:endParaRPr lang="en-US" dirty="0"/>
          </a:p>
          <a:p>
            <a:r>
              <a:rPr lang="en-US" sz="1200" kern="1200" dirty="0">
                <a:solidFill>
                  <a:schemeClr val="tx1"/>
                </a:solidFill>
                <a:effectLst/>
                <a:latin typeface="Arial" pitchFamily="-109" charset="0"/>
                <a:ea typeface="ＭＳ Ｐゴシック" pitchFamily="-109" charset="-128"/>
                <a:cs typeface="ＭＳ Ｐゴシック" pitchFamily="-109" charset="-128"/>
              </a:rPr>
              <a:t>To compensate for this lower solar constant, the concentration of greenhouse gases in the atmosphere was higher than the present-day values10. Greenhouse gases including carbon dioxide and methane have been </a:t>
            </a:r>
            <a:r>
              <a:rPr lang="en-US" sz="1200" kern="1200" dirty="0" err="1">
                <a:solidFill>
                  <a:schemeClr val="tx1"/>
                </a:solidFill>
                <a:effectLst/>
                <a:latin typeface="Arial" pitchFamily="-109" charset="0"/>
                <a:ea typeface="ＭＳ Ｐゴシック" pitchFamily="-109" charset="-128"/>
                <a:cs typeface="ＭＳ Ｐゴシック" pitchFamily="-109" charset="-128"/>
              </a:rPr>
              <a:t>hypoth</a:t>
            </a:r>
            <a:r>
              <a:rPr lang="en-US" sz="1200" kern="1200" dirty="0">
                <a:solidFill>
                  <a:schemeClr val="tx1"/>
                </a:solidFill>
                <a:effectLst/>
                <a:latin typeface="Arial" pitchFamily="-109" charset="0"/>
                <a:ea typeface="ＭＳ Ｐゴシック" pitchFamily="-109" charset="-128"/>
                <a:cs typeface="ＭＳ Ｐゴシック" pitchFamily="-109" charset="-128"/>
              </a:rPr>
              <a:t>- </a:t>
            </a:r>
            <a:r>
              <a:rPr lang="en-US" sz="1200" kern="1200" dirty="0" err="1">
                <a:solidFill>
                  <a:schemeClr val="tx1"/>
                </a:solidFill>
                <a:effectLst/>
                <a:latin typeface="Arial" pitchFamily="-109" charset="0"/>
                <a:ea typeface="ＭＳ Ｐゴシック" pitchFamily="-109" charset="-128"/>
                <a:cs typeface="ＭＳ Ｐゴシック" pitchFamily="-109" charset="-128"/>
              </a:rPr>
              <a:t>esised</a:t>
            </a:r>
            <a:r>
              <a:rPr lang="en-US" sz="1200" kern="1200" dirty="0">
                <a:solidFill>
                  <a:schemeClr val="tx1"/>
                </a:solidFill>
                <a:effectLst/>
                <a:latin typeface="Arial" pitchFamily="-109" charset="0"/>
                <a:ea typeface="ＭＳ Ｐゴシック" pitchFamily="-109" charset="-128"/>
                <a:cs typeface="ＭＳ Ｐゴシック" pitchFamily="-109" charset="-128"/>
              </a:rPr>
              <a:t> to have created a strong greenhouse effect on early Earth. This experiment assumes that carbon </a:t>
            </a:r>
            <a:r>
              <a:rPr lang="en-US" sz="1200" kern="1200" dirty="0" err="1">
                <a:solidFill>
                  <a:schemeClr val="tx1"/>
                </a:solidFill>
                <a:effectLst/>
                <a:latin typeface="Arial" pitchFamily="-109" charset="0"/>
                <a:ea typeface="ＭＳ Ｐゴシック" pitchFamily="-109" charset="-128"/>
                <a:cs typeface="ＭＳ Ｐゴシック" pitchFamily="-109" charset="-128"/>
              </a:rPr>
              <a:t>diox</a:t>
            </a:r>
            <a:r>
              <a:rPr lang="en-US" sz="1200" kern="1200" dirty="0">
                <a:solidFill>
                  <a:schemeClr val="tx1"/>
                </a:solidFill>
                <a:effectLst/>
                <a:latin typeface="Arial" pitchFamily="-109" charset="0"/>
                <a:ea typeface="ＭＳ Ｐゴシック" pitchFamily="-109" charset="-128"/>
                <a:cs typeface="ＭＳ Ｐゴシック" pitchFamily="-109" charset="-128"/>
              </a:rPr>
              <a:t>- ide is the largest contributor to this warming. One possible range of carbon dioxide concentrations during the Proterozoic is 4000 to 80,000 ppmv38. A value of 10,000 </a:t>
            </a:r>
            <a:r>
              <a:rPr lang="en-US" sz="1200" kern="1200" dirty="0" err="1">
                <a:solidFill>
                  <a:schemeClr val="tx1"/>
                </a:solidFill>
                <a:effectLst/>
                <a:latin typeface="Arial" pitchFamily="-109" charset="0"/>
                <a:ea typeface="ＭＳ Ｐゴシック" pitchFamily="-109" charset="-128"/>
                <a:cs typeface="ＭＳ Ｐゴシック" pitchFamily="-109" charset="-128"/>
              </a:rPr>
              <a:t>ppmv</a:t>
            </a:r>
            <a:r>
              <a:rPr lang="en-US" sz="1200" kern="1200" dirty="0">
                <a:solidFill>
                  <a:schemeClr val="tx1"/>
                </a:solidFill>
                <a:effectLst/>
                <a:latin typeface="Arial" pitchFamily="-109" charset="0"/>
                <a:ea typeface="ＭＳ Ｐゴシック" pitchFamily="-109" charset="-128"/>
                <a:cs typeface="ＭＳ Ｐゴシック" pitchFamily="-109" charset="-128"/>
              </a:rPr>
              <a:t> is chosen, a number within this range and also used in another study17. The range of atmospheric methane concentration to test over was decided based on estimates10 and the results of modelling17. This range is 1–100 </a:t>
            </a:r>
            <a:r>
              <a:rPr lang="en-US" sz="1200" kern="1200" dirty="0" err="1">
                <a:solidFill>
                  <a:schemeClr val="tx1"/>
                </a:solidFill>
                <a:effectLst/>
                <a:latin typeface="Arial" pitchFamily="-109" charset="0"/>
                <a:ea typeface="ＭＳ Ｐゴシック" pitchFamily="-109" charset="-128"/>
                <a:cs typeface="ＭＳ Ｐゴシック" pitchFamily="-109" charset="-128"/>
              </a:rPr>
              <a:t>ppmv</a:t>
            </a:r>
            <a:r>
              <a:rPr lang="en-US" sz="1200" kern="1200" dirty="0">
                <a:solidFill>
                  <a:schemeClr val="tx1"/>
                </a:solidFill>
                <a:effectLst/>
                <a:latin typeface="Arial" pitchFamily="-109" charset="0"/>
                <a:ea typeface="ＭＳ Ｐゴシック" pitchFamily="-109" charset="-128"/>
                <a:cs typeface="ＭＳ Ｐゴシック" pitchFamily="-109" charset="-128"/>
              </a:rPr>
              <a:t>. </a:t>
            </a: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B0807A1-1E8D-E241-B79F-B60A391EC609}" type="slidenum">
              <a:rPr kumimoji="0" lang="en-US" sz="1200" b="0" i="0" u="none" strike="noStrike" kern="1200" cap="none" spc="0" normalizeH="0" baseline="0" noProof="0" smtClean="0">
                <a:ln>
                  <a:noFill/>
                </a:ln>
                <a:solidFill>
                  <a:srgbClr val="000000"/>
                </a:solidFill>
                <a:effectLst/>
                <a:uLnTx/>
                <a:uFillTx/>
                <a:latin typeface="Arial" charset="0"/>
                <a:ea typeface="ＭＳ Ｐゴシック" charset="0"/>
              </a:rPr>
              <a:pPr marL="0" marR="0" lvl="0" indent="0" algn="r" defTabSz="914400" rtl="0" eaLnBrk="0" fontAlgn="base" latinLnBrk="0" hangingPunct="0">
                <a:lnSpc>
                  <a:spcPct val="100000"/>
                </a:lnSpc>
                <a:spcBef>
                  <a:spcPct val="0"/>
                </a:spcBef>
                <a:spcAft>
                  <a:spcPct val="0"/>
                </a:spcAft>
                <a:buClrTx/>
                <a:buSzTx/>
                <a:buFontTx/>
                <a:buNone/>
                <a:tabLst/>
                <a:defRPr/>
              </a:pPr>
              <a:t>39</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endParaRPr>
          </a:p>
        </p:txBody>
      </p:sp>
    </p:spTree>
    <p:extLst>
      <p:ext uri="{BB962C8B-B14F-4D97-AF65-F5344CB8AC3E}">
        <p14:creationId xmlns:p14="http://schemas.microsoft.com/office/powerpoint/2010/main" val="2874119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7"/>
          <p:cNvSpPr>
            <a:spLocks noGrp="1" noChangeArrowheads="1"/>
          </p:cNvSpPr>
          <p:nvPr>
            <p:ph type="sldNum" sz="quarter" idx="5"/>
          </p:nvPr>
        </p:nvSpPr>
        <p:spPr>
          <a:noFill/>
        </p:spPr>
        <p:txBody>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marL="0" marR="0" lvl="0" indent="0" algn="r" defTabSz="914400" rtl="0" eaLnBrk="0" fontAlgn="base" latinLnBrk="0" hangingPunct="0">
              <a:lnSpc>
                <a:spcPct val="100000"/>
              </a:lnSpc>
              <a:spcBef>
                <a:spcPct val="0"/>
              </a:spcBef>
              <a:spcAft>
                <a:spcPct val="0"/>
              </a:spcAft>
              <a:buClrTx/>
              <a:buSzTx/>
              <a:buFontTx/>
              <a:buNone/>
              <a:tabLst/>
              <a:defRPr/>
            </a:pPr>
            <a:fld id="{9E20647F-42F0-7349-B104-B63EFB39D8FE}" type="slidenum">
              <a:rPr kumimoji="0" lang="en-US" sz="1200" b="0" i="0" u="none" strike="noStrike" kern="1200" cap="none" spc="0" normalizeH="0" baseline="0" noProof="0">
                <a:ln>
                  <a:noFill/>
                </a:ln>
                <a:solidFill>
                  <a:srgbClr val="000000"/>
                </a:solidFill>
                <a:effectLst/>
                <a:uLnTx/>
                <a:uFillTx/>
                <a:latin typeface="Arial" charset="0"/>
                <a:ea typeface="ＭＳ Ｐゴシック" charset="0"/>
              </a:rPr>
              <a:pPr marL="0" marR="0" lvl="0" indent="0" algn="r" defTabSz="914400" rtl="0" eaLnBrk="0" fontAlgn="base" latinLnBrk="0" hangingPunct="0">
                <a:lnSpc>
                  <a:spcPct val="100000"/>
                </a:lnSpc>
                <a:spcBef>
                  <a:spcPct val="0"/>
                </a:spcBef>
                <a:spcAft>
                  <a:spcPct val="0"/>
                </a:spcAft>
                <a:buClrTx/>
                <a:buSzTx/>
                <a:buFontTx/>
                <a:buNone/>
                <a:tabLst/>
                <a:defRPr/>
              </a:pPr>
              <a:t>42</a:t>
            </a:fld>
            <a:endParaRPr kumimoji="0" lang="en-US" sz="1200" b="0" i="0" u="none" strike="noStrike" kern="1200" cap="none" spc="0" normalizeH="0" baseline="0" noProof="0">
              <a:ln>
                <a:noFill/>
              </a:ln>
              <a:solidFill>
                <a:srgbClr val="000000"/>
              </a:solidFill>
              <a:effectLst/>
              <a:uLnTx/>
              <a:uFillTx/>
              <a:latin typeface="Arial" charset="0"/>
              <a:ea typeface="ＭＳ Ｐゴシック" charset="0"/>
            </a:endParaRPr>
          </a:p>
        </p:txBody>
      </p:sp>
      <p:sp>
        <p:nvSpPr>
          <p:cNvPr id="1730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40291" name="Rectangle 3"/>
          <p:cNvSpPr>
            <a:spLocks noGrp="1" noChangeArrowheads="1"/>
          </p:cNvSpPr>
          <p:nvPr>
            <p:ph type="body" idx="1"/>
          </p:nvPr>
        </p:nvSpPr>
        <p:spPr>
          <a:noFill/>
        </p:spPr>
        <p:txBody>
          <a:bodyPr/>
          <a:lstStyle/>
          <a:p>
            <a:pPr eaLnBrk="1" hangingPunct="1"/>
            <a:endParaRPr lang="en-US"/>
          </a:p>
        </p:txBody>
      </p:sp>
    </p:spTree>
    <p:extLst>
      <p:ext uri="{BB962C8B-B14F-4D97-AF65-F5344CB8AC3E}">
        <p14:creationId xmlns:p14="http://schemas.microsoft.com/office/powerpoint/2010/main" val="23881509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7">
            <a:extLst>
              <a:ext uri="{FF2B5EF4-FFF2-40B4-BE49-F238E27FC236}">
                <a16:creationId xmlns:a16="http://schemas.microsoft.com/office/drawing/2014/main" id="{4C1BD43E-784B-AA45-B485-9F64CCB14D3A}"/>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fld id="{9A72C60E-DD32-F94C-B482-AFBF5E36DC14}" type="slidenum">
              <a:rPr lang="en-US" altLang="en-US" sz="1200">
                <a:solidFill>
                  <a:srgbClr val="000000"/>
                </a:solidFill>
              </a:rPr>
              <a:pPr eaLnBrk="1" hangingPunct="1"/>
              <a:t>43</a:t>
            </a:fld>
            <a:endParaRPr lang="en-US" altLang="en-US" sz="1200">
              <a:solidFill>
                <a:srgbClr val="000000"/>
              </a:solidFill>
            </a:endParaRPr>
          </a:p>
        </p:txBody>
      </p:sp>
      <p:sp>
        <p:nvSpPr>
          <p:cNvPr id="173058" name="Rectangle 2">
            <a:extLst>
              <a:ext uri="{FF2B5EF4-FFF2-40B4-BE49-F238E27FC236}">
                <a16:creationId xmlns:a16="http://schemas.microsoft.com/office/drawing/2014/main" id="{671AC775-217F-164D-89D6-E396C7611117}"/>
              </a:ext>
            </a:extLst>
          </p:cNvPr>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30051" name="Rectangle 3">
            <a:extLst>
              <a:ext uri="{FF2B5EF4-FFF2-40B4-BE49-F238E27FC236}">
                <a16:creationId xmlns:a16="http://schemas.microsoft.com/office/drawing/2014/main" id="{2B1FA07B-647C-A945-BA5F-0E83F1DAA24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eaLnBrk="1" hangingPunct="1"/>
            <a:endParaRPr lang="en-US" altLang="en-US">
              <a:latin typeface="Calibri" panose="020F0502020204030204" pitchFamily="34" charset="0"/>
              <a:ea typeface="ＭＳ Ｐゴシック" panose="020B0600070205080204" pitchFamily="34" charset="-128"/>
            </a:endParaRPr>
          </a:p>
        </p:txBody>
      </p:sp>
    </p:spTree>
    <p:extLst>
      <p:ext uri="{BB962C8B-B14F-4D97-AF65-F5344CB8AC3E}">
        <p14:creationId xmlns:p14="http://schemas.microsoft.com/office/powerpoint/2010/main" val="23634393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DFFAF084-747A-0A4A-8ECA-A37E6EB6A5B7}"/>
              </a:ext>
            </a:extLst>
          </p:cNvPr>
          <p:cNvSpPr>
            <a:spLocks noGrp="1" noRot="1" noChangeAspect="1" noChangeArrowheads="1" noTextEdit="1"/>
          </p:cNvSpPr>
          <p:nvPr>
            <p:ph type="sldImg"/>
          </p:nvPr>
        </p:nvSpPr>
        <p:spPr>
          <a:ln/>
        </p:spPr>
      </p:sp>
      <p:sp>
        <p:nvSpPr>
          <p:cNvPr id="38914" name="Rectangle 3">
            <a:extLst>
              <a:ext uri="{FF2B5EF4-FFF2-40B4-BE49-F238E27FC236}">
                <a16:creationId xmlns:a16="http://schemas.microsoft.com/office/drawing/2014/main" id="{B9D98FFB-13F0-834E-A633-3F9B350399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endParaRPr>
          </a:p>
        </p:txBody>
      </p:sp>
    </p:spTree>
    <p:extLst>
      <p:ext uri="{BB962C8B-B14F-4D97-AF65-F5344CB8AC3E}">
        <p14:creationId xmlns:p14="http://schemas.microsoft.com/office/powerpoint/2010/main" val="42601160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DFFAF084-747A-0A4A-8ECA-A37E6EB6A5B7}"/>
              </a:ext>
            </a:extLst>
          </p:cNvPr>
          <p:cNvSpPr>
            <a:spLocks noGrp="1" noRot="1" noChangeAspect="1" noChangeArrowheads="1" noTextEdit="1"/>
          </p:cNvSpPr>
          <p:nvPr>
            <p:ph type="sldImg"/>
          </p:nvPr>
        </p:nvSpPr>
        <p:spPr>
          <a:ln/>
        </p:spPr>
      </p:sp>
      <p:sp>
        <p:nvSpPr>
          <p:cNvPr id="38914" name="Rectangle 3">
            <a:extLst>
              <a:ext uri="{FF2B5EF4-FFF2-40B4-BE49-F238E27FC236}">
                <a16:creationId xmlns:a16="http://schemas.microsoft.com/office/drawing/2014/main" id="{B9D98FFB-13F0-834E-A633-3F9B350399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Calibri" panose="020F0502020204030204" pitchFamily="34" charset="0"/>
              <a:ea typeface="ＭＳ Ｐゴシック" panose="020B0600070205080204" pitchFamily="34" charset="-128"/>
              <a:cs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7"/>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2EF653A1-A430-CD4D-82C4-3A1C5405EAF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9D991A1-71D2-434F-816F-F5968C3161A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2C3880A0-DC5B-F249-AEEE-28BB62A7CDEC}"/>
              </a:ext>
            </a:extLst>
          </p:cNvPr>
          <p:cNvSpPr>
            <a:spLocks noGrp="1" noChangeArrowheads="1"/>
          </p:cNvSpPr>
          <p:nvPr>
            <p:ph type="sldNum" sz="quarter" idx="12"/>
          </p:nvPr>
        </p:nvSpPr>
        <p:spPr>
          <a:ln/>
        </p:spPr>
        <p:txBody>
          <a:bodyPr/>
          <a:lstStyle>
            <a:lvl1pPr>
              <a:defRPr/>
            </a:lvl1pPr>
          </a:lstStyle>
          <a:p>
            <a:pPr>
              <a:defRPr/>
            </a:pPr>
            <a:fld id="{5D348F8B-3C5B-724F-9D20-64B7209705ED}" type="slidenum">
              <a:rPr lang="en-US" altLang="en-US"/>
              <a:pPr>
                <a:defRPr/>
              </a:pPr>
              <a:t>‹#›</a:t>
            </a:fld>
            <a:endParaRPr lang="en-US" altLang="en-US"/>
          </a:p>
        </p:txBody>
      </p:sp>
    </p:spTree>
    <p:extLst>
      <p:ext uri="{BB962C8B-B14F-4D97-AF65-F5344CB8AC3E}">
        <p14:creationId xmlns:p14="http://schemas.microsoft.com/office/powerpoint/2010/main" val="33924505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C38B49EA-168E-914E-9A51-C26C05CE608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035A5C2-7B6B-A74F-8457-BC488C9ABE7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B6EB6572-82A5-A644-94C2-82766598C656}"/>
              </a:ext>
            </a:extLst>
          </p:cNvPr>
          <p:cNvSpPr>
            <a:spLocks noGrp="1" noChangeArrowheads="1"/>
          </p:cNvSpPr>
          <p:nvPr>
            <p:ph type="sldNum" sz="quarter" idx="12"/>
          </p:nvPr>
        </p:nvSpPr>
        <p:spPr>
          <a:ln/>
        </p:spPr>
        <p:txBody>
          <a:bodyPr/>
          <a:lstStyle>
            <a:lvl1pPr>
              <a:defRPr/>
            </a:lvl1pPr>
          </a:lstStyle>
          <a:p>
            <a:pPr>
              <a:defRPr/>
            </a:pPr>
            <a:fld id="{F8534E9F-B3CB-174C-923D-22F6DCFFC032}" type="slidenum">
              <a:rPr lang="en-US" altLang="en-US"/>
              <a:pPr>
                <a:defRPr/>
              </a:pPr>
              <a:t>‹#›</a:t>
            </a:fld>
            <a:endParaRPr lang="en-US" altLang="en-US"/>
          </a:p>
        </p:txBody>
      </p:sp>
    </p:spTree>
    <p:extLst>
      <p:ext uri="{BB962C8B-B14F-4D97-AF65-F5344CB8AC3E}">
        <p14:creationId xmlns:p14="http://schemas.microsoft.com/office/powerpoint/2010/main" val="204009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8"/>
            <a:ext cx="7772400" cy="113506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AB56D4CA-DA10-5B47-92CD-BCA696E6EC6B}"/>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3A925FE-0FF8-3D4F-A124-9AB7EB5C250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8F5CF00-7324-D042-BE6C-4D55A3961829}"/>
              </a:ext>
            </a:extLst>
          </p:cNvPr>
          <p:cNvSpPr>
            <a:spLocks noGrp="1" noChangeArrowheads="1"/>
          </p:cNvSpPr>
          <p:nvPr>
            <p:ph type="sldNum" sz="quarter" idx="12"/>
          </p:nvPr>
        </p:nvSpPr>
        <p:spPr>
          <a:ln/>
        </p:spPr>
        <p:txBody>
          <a:bodyPr/>
          <a:lstStyle>
            <a:lvl1pPr>
              <a:defRPr/>
            </a:lvl1pPr>
          </a:lstStyle>
          <a:p>
            <a:pPr>
              <a:defRPr/>
            </a:pPr>
            <a:fld id="{1BEB4D20-6157-8342-AFA8-273BD1973373}" type="slidenum">
              <a:rPr lang="en-US" altLang="en-US"/>
              <a:pPr>
                <a:defRPr/>
              </a:pPr>
              <a:t>‹#›</a:t>
            </a:fld>
            <a:endParaRPr lang="en-US" altLang="en-US"/>
          </a:p>
        </p:txBody>
      </p:sp>
    </p:spTree>
    <p:extLst>
      <p:ext uri="{BB962C8B-B14F-4D97-AF65-F5344CB8AC3E}">
        <p14:creationId xmlns:p14="http://schemas.microsoft.com/office/powerpoint/2010/main" val="22001528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321537A1-FE4D-BF40-9BC8-9D7CB55CCE2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AE23ACF-C20C-5049-8515-CE5F9721DF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F77CB4C-D142-FF45-AAB1-EF9E4490B577}"/>
              </a:ext>
            </a:extLst>
          </p:cNvPr>
          <p:cNvSpPr>
            <a:spLocks noGrp="1" noChangeArrowheads="1"/>
          </p:cNvSpPr>
          <p:nvPr>
            <p:ph type="sldNum" sz="quarter" idx="12"/>
          </p:nvPr>
        </p:nvSpPr>
        <p:spPr>
          <a:ln/>
        </p:spPr>
        <p:txBody>
          <a:bodyPr/>
          <a:lstStyle>
            <a:lvl1pPr>
              <a:defRPr/>
            </a:lvl1pPr>
          </a:lstStyle>
          <a:p>
            <a:pPr>
              <a:defRPr/>
            </a:pPr>
            <a:fld id="{E1D51086-1561-894E-B8C6-425551F0ADAF}" type="slidenum">
              <a:rPr lang="en-US" altLang="en-US"/>
              <a:pPr>
                <a:defRPr/>
              </a:pPr>
              <a:t>‹#›</a:t>
            </a:fld>
            <a:endParaRPr lang="en-US" altLang="en-US"/>
          </a:p>
        </p:txBody>
      </p:sp>
    </p:spTree>
    <p:extLst>
      <p:ext uri="{BB962C8B-B14F-4D97-AF65-F5344CB8AC3E}">
        <p14:creationId xmlns:p14="http://schemas.microsoft.com/office/powerpoint/2010/main" val="3976875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279261"/>
            <a:ext cx="4041775"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893726B-FD5A-6944-B884-DF8C36D89788}"/>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B0B78092-B154-DB42-B869-4E22C4B411C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13EE18BA-D480-0B47-9ED2-C849DB1094E3}"/>
              </a:ext>
            </a:extLst>
          </p:cNvPr>
          <p:cNvSpPr>
            <a:spLocks noGrp="1" noChangeArrowheads="1"/>
          </p:cNvSpPr>
          <p:nvPr>
            <p:ph type="sldNum" sz="quarter" idx="12"/>
          </p:nvPr>
        </p:nvSpPr>
        <p:spPr>
          <a:ln/>
        </p:spPr>
        <p:txBody>
          <a:bodyPr/>
          <a:lstStyle>
            <a:lvl1pPr>
              <a:defRPr/>
            </a:lvl1pPr>
          </a:lstStyle>
          <a:p>
            <a:pPr>
              <a:defRPr/>
            </a:pPr>
            <a:fld id="{5F42DB14-D3F9-1049-ABC4-643571610C32}" type="slidenum">
              <a:rPr lang="en-US" altLang="en-US"/>
              <a:pPr>
                <a:defRPr/>
              </a:pPr>
              <a:t>‹#›</a:t>
            </a:fld>
            <a:endParaRPr lang="en-US" altLang="en-US"/>
          </a:p>
        </p:txBody>
      </p:sp>
    </p:spTree>
    <p:extLst>
      <p:ext uri="{BB962C8B-B14F-4D97-AF65-F5344CB8AC3E}">
        <p14:creationId xmlns:p14="http://schemas.microsoft.com/office/powerpoint/2010/main" val="2085980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86F04B10-BCF9-204F-B2ED-4906A965A72D}"/>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CAEDA519-3BCB-8349-B9C4-D5B77DE7674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9CA3791D-4BF2-944B-837C-10968BFCF736}"/>
              </a:ext>
            </a:extLst>
          </p:cNvPr>
          <p:cNvSpPr>
            <a:spLocks noGrp="1" noChangeArrowheads="1"/>
          </p:cNvSpPr>
          <p:nvPr>
            <p:ph type="sldNum" sz="quarter" idx="12"/>
          </p:nvPr>
        </p:nvSpPr>
        <p:spPr>
          <a:ln/>
        </p:spPr>
        <p:txBody>
          <a:bodyPr/>
          <a:lstStyle>
            <a:lvl1pPr>
              <a:defRPr/>
            </a:lvl1pPr>
          </a:lstStyle>
          <a:p>
            <a:pPr>
              <a:defRPr/>
            </a:pPr>
            <a:fld id="{CD7C73A3-0D5E-C842-ACA0-DC2E64C8D714}" type="slidenum">
              <a:rPr lang="en-US" altLang="en-US"/>
              <a:pPr>
                <a:defRPr/>
              </a:pPr>
              <a:t>‹#›</a:t>
            </a:fld>
            <a:endParaRPr lang="en-US" altLang="en-US"/>
          </a:p>
        </p:txBody>
      </p:sp>
    </p:spTree>
    <p:extLst>
      <p:ext uri="{BB962C8B-B14F-4D97-AF65-F5344CB8AC3E}">
        <p14:creationId xmlns:p14="http://schemas.microsoft.com/office/powerpoint/2010/main" val="3734621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60A5FAE-9F8B-784F-AE86-E225C5DD888A}"/>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E9D4C662-40D1-7547-A0EE-ACC93EB8F48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4D654BF0-E3FE-BC4B-9052-3C9FB0E9D4E3}"/>
              </a:ext>
            </a:extLst>
          </p:cNvPr>
          <p:cNvSpPr>
            <a:spLocks noGrp="1" noChangeArrowheads="1"/>
          </p:cNvSpPr>
          <p:nvPr>
            <p:ph type="sldNum" sz="quarter" idx="12"/>
          </p:nvPr>
        </p:nvSpPr>
        <p:spPr>
          <a:ln/>
        </p:spPr>
        <p:txBody>
          <a:bodyPr/>
          <a:lstStyle>
            <a:lvl1pPr>
              <a:defRPr/>
            </a:lvl1pPr>
          </a:lstStyle>
          <a:p>
            <a:pPr>
              <a:defRPr/>
            </a:pPr>
            <a:fld id="{A29E130D-E2DA-304E-8ADE-04A80189E330}" type="slidenum">
              <a:rPr lang="en-US" altLang="en-US"/>
              <a:pPr>
                <a:defRPr/>
              </a:pPr>
              <a:t>‹#›</a:t>
            </a:fld>
            <a:endParaRPr lang="en-US" altLang="en-US"/>
          </a:p>
        </p:txBody>
      </p:sp>
    </p:spTree>
    <p:extLst>
      <p:ext uri="{BB962C8B-B14F-4D97-AF65-F5344CB8AC3E}">
        <p14:creationId xmlns:p14="http://schemas.microsoft.com/office/powerpoint/2010/main" val="3875087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27541"/>
            <a:ext cx="3008313" cy="96837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27545"/>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195920"/>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E016DE28-7E64-4442-BE6B-A77EBCD1901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67991BA-446F-AB4E-B0F2-1DC9AB7CB6A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A8A0A6A-CA9C-4441-8AF7-729FA3241215}"/>
              </a:ext>
            </a:extLst>
          </p:cNvPr>
          <p:cNvSpPr>
            <a:spLocks noGrp="1" noChangeArrowheads="1"/>
          </p:cNvSpPr>
          <p:nvPr>
            <p:ph type="sldNum" sz="quarter" idx="12"/>
          </p:nvPr>
        </p:nvSpPr>
        <p:spPr>
          <a:ln/>
        </p:spPr>
        <p:txBody>
          <a:bodyPr/>
          <a:lstStyle>
            <a:lvl1pPr>
              <a:defRPr/>
            </a:lvl1pPr>
          </a:lstStyle>
          <a:p>
            <a:pPr>
              <a:defRPr/>
            </a:pPr>
            <a:fld id="{8CA8F428-4606-3F49-BC9A-745777631AE3}" type="slidenum">
              <a:rPr lang="en-US" altLang="en-US"/>
              <a:pPr>
                <a:defRPr/>
              </a:pPr>
              <a:t>‹#›</a:t>
            </a:fld>
            <a:endParaRPr lang="en-US" altLang="en-US"/>
          </a:p>
        </p:txBody>
      </p:sp>
    </p:spTree>
    <p:extLst>
      <p:ext uri="{BB962C8B-B14F-4D97-AF65-F5344CB8AC3E}">
        <p14:creationId xmlns:p14="http://schemas.microsoft.com/office/powerpoint/2010/main" val="17757130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3"/>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AE7C218-87B9-9F4B-ACFE-BBA9CE7E8E8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D25B083D-E289-A440-84F1-F5B8588B47B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BAAFA8EE-6505-CD49-8C3B-0ECA34C7CB20}"/>
              </a:ext>
            </a:extLst>
          </p:cNvPr>
          <p:cNvSpPr>
            <a:spLocks noGrp="1" noChangeArrowheads="1"/>
          </p:cNvSpPr>
          <p:nvPr>
            <p:ph type="sldNum" sz="quarter" idx="12"/>
          </p:nvPr>
        </p:nvSpPr>
        <p:spPr>
          <a:ln/>
        </p:spPr>
        <p:txBody>
          <a:bodyPr/>
          <a:lstStyle>
            <a:lvl1pPr>
              <a:defRPr/>
            </a:lvl1pPr>
          </a:lstStyle>
          <a:p>
            <a:pPr>
              <a:defRPr/>
            </a:pPr>
            <a:fld id="{774EE5A3-882D-B945-AA17-D1169D93661E}" type="slidenum">
              <a:rPr lang="en-US" altLang="en-US"/>
              <a:pPr>
                <a:defRPr/>
              </a:pPr>
              <a:t>‹#›</a:t>
            </a:fld>
            <a:endParaRPr lang="en-US" altLang="en-US"/>
          </a:p>
        </p:txBody>
      </p:sp>
    </p:spTree>
    <p:extLst>
      <p:ext uri="{BB962C8B-B14F-4D97-AF65-F5344CB8AC3E}">
        <p14:creationId xmlns:p14="http://schemas.microsoft.com/office/powerpoint/2010/main" val="955133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2840F8A-FA15-A24C-8F78-041474DA7359}"/>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9D422F5-24BB-A04D-9905-BF20AFD4795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096A588-A476-984D-A1FA-4C5A9FA13D43}"/>
              </a:ext>
            </a:extLst>
          </p:cNvPr>
          <p:cNvSpPr>
            <a:spLocks noGrp="1" noChangeArrowheads="1"/>
          </p:cNvSpPr>
          <p:nvPr>
            <p:ph type="sldNum" sz="quarter" idx="12"/>
          </p:nvPr>
        </p:nvSpPr>
        <p:spPr>
          <a:ln/>
        </p:spPr>
        <p:txBody>
          <a:bodyPr/>
          <a:lstStyle>
            <a:lvl1pPr>
              <a:defRPr/>
            </a:lvl1pPr>
          </a:lstStyle>
          <a:p>
            <a:pPr>
              <a:defRPr/>
            </a:pPr>
            <a:fld id="{B3097047-0AF0-DF48-8830-B2E61AE8FFAD}" type="slidenum">
              <a:rPr lang="en-US" altLang="en-US"/>
              <a:pPr>
                <a:defRPr/>
              </a:pPr>
              <a:t>‹#›</a:t>
            </a:fld>
            <a:endParaRPr lang="en-US" altLang="en-US"/>
          </a:p>
        </p:txBody>
      </p:sp>
    </p:spTree>
    <p:extLst>
      <p:ext uri="{BB962C8B-B14F-4D97-AF65-F5344CB8AC3E}">
        <p14:creationId xmlns:p14="http://schemas.microsoft.com/office/powerpoint/2010/main" val="11588173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E5AC0C3-57EE-C94C-9DC7-4B104A43A7A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931C6A0-DEED-0B42-BBC5-210ABDED611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6A7A5C0-EA44-4C4C-B7C5-5A8068F4DF94}"/>
              </a:ext>
            </a:extLst>
          </p:cNvPr>
          <p:cNvSpPr>
            <a:spLocks noGrp="1" noChangeArrowheads="1"/>
          </p:cNvSpPr>
          <p:nvPr>
            <p:ph type="sldNum" sz="quarter" idx="12"/>
          </p:nvPr>
        </p:nvSpPr>
        <p:spPr>
          <a:ln/>
        </p:spPr>
        <p:txBody>
          <a:bodyPr/>
          <a:lstStyle>
            <a:lvl1pPr>
              <a:defRPr/>
            </a:lvl1pPr>
          </a:lstStyle>
          <a:p>
            <a:pPr>
              <a:defRPr/>
            </a:pPr>
            <a:fld id="{AEA36104-D8E7-4347-88E3-BDFEB3384F21}" type="slidenum">
              <a:rPr lang="en-US" altLang="en-US"/>
              <a:pPr>
                <a:defRPr/>
              </a:pPr>
              <a:t>‹#›</a:t>
            </a:fld>
            <a:endParaRPr lang="en-US" altLang="en-US"/>
          </a:p>
        </p:txBody>
      </p:sp>
    </p:spTree>
    <p:extLst>
      <p:ext uri="{BB962C8B-B14F-4D97-AF65-F5344CB8AC3E}">
        <p14:creationId xmlns:p14="http://schemas.microsoft.com/office/powerpoint/2010/main" val="11157589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6"/>
            <a:ext cx="8229600" cy="952500"/>
          </a:xfrm>
        </p:spPr>
        <p:txBody>
          <a:bodyPr/>
          <a:lstStyle/>
          <a:p>
            <a:r>
              <a:rPr lang="en-US"/>
              <a:t>Click to edit Master title style</a:t>
            </a:r>
          </a:p>
        </p:txBody>
      </p:sp>
      <p:sp>
        <p:nvSpPr>
          <p:cNvPr id="3" name="Content Placeholder 2"/>
          <p:cNvSpPr>
            <a:spLocks noGrp="1"/>
          </p:cNvSpPr>
          <p:nvPr>
            <p:ph sz="quarter" idx="1"/>
          </p:nvPr>
        </p:nvSpPr>
        <p:spPr>
          <a:xfrm>
            <a:off x="457200" y="1333502"/>
            <a:ext cx="4038600" cy="18216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7200" y="3282160"/>
            <a:ext cx="4038600" cy="18229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648200" y="1333501"/>
            <a:ext cx="4038600" cy="37716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FF4AD767-D9BE-F74B-B9FB-5E551878D71F}"/>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85DDE08D-F7CC-8C40-8763-919189F3E2B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43827FC9-D8CD-7F4A-8A43-4946C51A1083}"/>
              </a:ext>
            </a:extLst>
          </p:cNvPr>
          <p:cNvSpPr>
            <a:spLocks noGrp="1" noChangeArrowheads="1"/>
          </p:cNvSpPr>
          <p:nvPr>
            <p:ph type="sldNum" sz="quarter" idx="12"/>
          </p:nvPr>
        </p:nvSpPr>
        <p:spPr>
          <a:ln/>
        </p:spPr>
        <p:txBody>
          <a:bodyPr/>
          <a:lstStyle>
            <a:lvl1pPr>
              <a:defRPr/>
            </a:lvl1pPr>
          </a:lstStyle>
          <a:p>
            <a:pPr>
              <a:defRPr/>
            </a:pPr>
            <a:fld id="{2C79A723-B210-DE4E-9935-8EA7587D0944}" type="slidenum">
              <a:rPr lang="en-US" altLang="en-US"/>
              <a:pPr>
                <a:defRPr/>
              </a:pPr>
              <a:t>‹#›</a:t>
            </a:fld>
            <a:endParaRPr lang="en-US" altLang="en-US"/>
          </a:p>
        </p:txBody>
      </p:sp>
    </p:spTree>
    <p:extLst>
      <p:ext uri="{BB962C8B-B14F-4D97-AF65-F5344CB8AC3E}">
        <p14:creationId xmlns:p14="http://schemas.microsoft.com/office/powerpoint/2010/main" val="2309790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7"/>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78F47513-1D0C-9040-B14E-2EBC46BCDDA0}"/>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62DDB36-7C27-3B43-996F-E463CC263C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C1B342AF-81CE-414C-BD1A-1E2F945F48FF}"/>
              </a:ext>
            </a:extLst>
          </p:cNvPr>
          <p:cNvSpPr>
            <a:spLocks noGrp="1" noChangeArrowheads="1"/>
          </p:cNvSpPr>
          <p:nvPr>
            <p:ph type="sldNum" sz="quarter" idx="12"/>
          </p:nvPr>
        </p:nvSpPr>
        <p:spPr>
          <a:ln/>
        </p:spPr>
        <p:txBody>
          <a:bodyPr/>
          <a:lstStyle>
            <a:lvl1pPr>
              <a:defRPr/>
            </a:lvl1pPr>
          </a:lstStyle>
          <a:p>
            <a:pPr>
              <a:defRPr/>
            </a:pPr>
            <a:fld id="{EAAE8796-62F7-EC45-8073-D7C2AE1D68F3}" type="slidenum">
              <a:rPr lang="en-US" altLang="en-US"/>
              <a:pPr>
                <a:defRPr/>
              </a:pPr>
              <a:t>‹#›</a:t>
            </a:fld>
            <a:endParaRPr lang="en-US" altLang="en-US"/>
          </a:p>
        </p:txBody>
      </p:sp>
    </p:spTree>
    <p:extLst>
      <p:ext uri="{BB962C8B-B14F-4D97-AF65-F5344CB8AC3E}">
        <p14:creationId xmlns:p14="http://schemas.microsoft.com/office/powerpoint/2010/main" val="25427466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CCB9FDB-C5D0-9248-8A1E-ECB88395C01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4207D44-EA3F-6846-95EF-90C1B18231D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282EBE0-18EC-1A46-93FE-CF18CDE176DD}"/>
              </a:ext>
            </a:extLst>
          </p:cNvPr>
          <p:cNvSpPr>
            <a:spLocks noGrp="1" noChangeArrowheads="1"/>
          </p:cNvSpPr>
          <p:nvPr>
            <p:ph type="sldNum" sz="quarter" idx="12"/>
          </p:nvPr>
        </p:nvSpPr>
        <p:spPr>
          <a:ln/>
        </p:spPr>
        <p:txBody>
          <a:bodyPr/>
          <a:lstStyle>
            <a:lvl1pPr>
              <a:defRPr/>
            </a:lvl1pPr>
          </a:lstStyle>
          <a:p>
            <a:pPr>
              <a:defRPr/>
            </a:pPr>
            <a:fld id="{42976CC4-D81F-BA4F-8627-83DFAAB46F7B}" type="slidenum">
              <a:rPr lang="en-US" altLang="en-US"/>
              <a:pPr>
                <a:defRPr/>
              </a:pPr>
              <a:t>‹#›</a:t>
            </a:fld>
            <a:endParaRPr lang="en-US" altLang="en-US"/>
          </a:p>
        </p:txBody>
      </p:sp>
    </p:spTree>
    <p:extLst>
      <p:ext uri="{BB962C8B-B14F-4D97-AF65-F5344CB8AC3E}">
        <p14:creationId xmlns:p14="http://schemas.microsoft.com/office/powerpoint/2010/main" val="3365650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8"/>
            <a:ext cx="7772400" cy="1135063"/>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FF0D6B5C-B958-3A40-9B7F-9F7A2B780BA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511C11B6-8DFD-764E-BDF7-934E554D134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92A04FC-5F46-5A43-941F-49EF4650267F}"/>
              </a:ext>
            </a:extLst>
          </p:cNvPr>
          <p:cNvSpPr>
            <a:spLocks noGrp="1" noChangeArrowheads="1"/>
          </p:cNvSpPr>
          <p:nvPr>
            <p:ph type="sldNum" sz="quarter" idx="12"/>
          </p:nvPr>
        </p:nvSpPr>
        <p:spPr>
          <a:ln/>
        </p:spPr>
        <p:txBody>
          <a:bodyPr/>
          <a:lstStyle>
            <a:lvl1pPr>
              <a:defRPr/>
            </a:lvl1pPr>
          </a:lstStyle>
          <a:p>
            <a:pPr>
              <a:defRPr/>
            </a:pPr>
            <a:fld id="{76EDFA7A-EFD1-9A45-8F9F-F113023E0DC4}" type="slidenum">
              <a:rPr lang="en-US" altLang="en-US"/>
              <a:pPr>
                <a:defRPr/>
              </a:pPr>
              <a:t>‹#›</a:t>
            </a:fld>
            <a:endParaRPr lang="en-US" altLang="en-US"/>
          </a:p>
        </p:txBody>
      </p:sp>
    </p:spTree>
    <p:extLst>
      <p:ext uri="{BB962C8B-B14F-4D97-AF65-F5344CB8AC3E}">
        <p14:creationId xmlns:p14="http://schemas.microsoft.com/office/powerpoint/2010/main" val="134905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23765C35-C8E1-714E-8BED-3A6195585FC9}"/>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B7707C7A-B8FB-4740-A224-18F3CAFBA0B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327ED565-D553-C545-8C8E-44D008EA50FF}"/>
              </a:ext>
            </a:extLst>
          </p:cNvPr>
          <p:cNvSpPr>
            <a:spLocks noGrp="1" noChangeArrowheads="1"/>
          </p:cNvSpPr>
          <p:nvPr>
            <p:ph type="sldNum" sz="quarter" idx="12"/>
          </p:nvPr>
        </p:nvSpPr>
        <p:spPr>
          <a:ln/>
        </p:spPr>
        <p:txBody>
          <a:bodyPr/>
          <a:lstStyle>
            <a:lvl1pPr>
              <a:defRPr/>
            </a:lvl1pPr>
          </a:lstStyle>
          <a:p>
            <a:pPr>
              <a:defRPr/>
            </a:pPr>
            <a:fld id="{53F63F00-994B-0F42-9F48-FE3A2594827D}" type="slidenum">
              <a:rPr lang="en-US" altLang="en-US"/>
              <a:pPr>
                <a:defRPr/>
              </a:pPr>
              <a:t>‹#›</a:t>
            </a:fld>
            <a:endParaRPr lang="en-US" altLang="en-US"/>
          </a:p>
        </p:txBody>
      </p:sp>
    </p:spTree>
    <p:extLst>
      <p:ext uri="{BB962C8B-B14F-4D97-AF65-F5344CB8AC3E}">
        <p14:creationId xmlns:p14="http://schemas.microsoft.com/office/powerpoint/2010/main" val="31122452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279261"/>
            <a:ext cx="4041775"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C5FA6B27-5424-8B47-8E11-77AA5B68FFBE}"/>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AF9AC0F2-0DC9-114B-A7BD-0C686C1E484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156BEE00-36AB-1648-A4AE-38A6B02D635A}"/>
              </a:ext>
            </a:extLst>
          </p:cNvPr>
          <p:cNvSpPr>
            <a:spLocks noGrp="1" noChangeArrowheads="1"/>
          </p:cNvSpPr>
          <p:nvPr>
            <p:ph type="sldNum" sz="quarter" idx="12"/>
          </p:nvPr>
        </p:nvSpPr>
        <p:spPr>
          <a:ln/>
        </p:spPr>
        <p:txBody>
          <a:bodyPr/>
          <a:lstStyle>
            <a:lvl1pPr>
              <a:defRPr/>
            </a:lvl1pPr>
          </a:lstStyle>
          <a:p>
            <a:pPr>
              <a:defRPr/>
            </a:pPr>
            <a:fld id="{2CBB3BB8-D0F4-044B-BFFC-49E648FC5B4F}" type="slidenum">
              <a:rPr lang="en-US" altLang="en-US"/>
              <a:pPr>
                <a:defRPr/>
              </a:pPr>
              <a:t>‹#›</a:t>
            </a:fld>
            <a:endParaRPr lang="en-US" altLang="en-US"/>
          </a:p>
        </p:txBody>
      </p:sp>
    </p:spTree>
    <p:extLst>
      <p:ext uri="{BB962C8B-B14F-4D97-AF65-F5344CB8AC3E}">
        <p14:creationId xmlns:p14="http://schemas.microsoft.com/office/powerpoint/2010/main" val="30365128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B7A172D7-2C6A-B540-B597-E4F13711AD58}"/>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A4AD9BD5-B906-8342-923B-372A3283AAB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C157083B-3AAA-ED46-A3F9-B15EA7365333}"/>
              </a:ext>
            </a:extLst>
          </p:cNvPr>
          <p:cNvSpPr>
            <a:spLocks noGrp="1" noChangeArrowheads="1"/>
          </p:cNvSpPr>
          <p:nvPr>
            <p:ph type="sldNum" sz="quarter" idx="12"/>
          </p:nvPr>
        </p:nvSpPr>
        <p:spPr>
          <a:ln/>
        </p:spPr>
        <p:txBody>
          <a:bodyPr/>
          <a:lstStyle>
            <a:lvl1pPr>
              <a:defRPr/>
            </a:lvl1pPr>
          </a:lstStyle>
          <a:p>
            <a:pPr>
              <a:defRPr/>
            </a:pPr>
            <a:fld id="{001299FA-0C91-6C4F-9DA9-FCDE285C980E}" type="slidenum">
              <a:rPr lang="en-US" altLang="en-US"/>
              <a:pPr>
                <a:defRPr/>
              </a:pPr>
              <a:t>‹#›</a:t>
            </a:fld>
            <a:endParaRPr lang="en-US" altLang="en-US"/>
          </a:p>
        </p:txBody>
      </p:sp>
    </p:spTree>
    <p:extLst>
      <p:ext uri="{BB962C8B-B14F-4D97-AF65-F5344CB8AC3E}">
        <p14:creationId xmlns:p14="http://schemas.microsoft.com/office/powerpoint/2010/main" val="16268161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736ADA0A-2703-7842-BDE8-E74544C1EAEC}"/>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C16C3CC-4A00-B442-9886-A46BA4F02F5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A090A43B-C685-3446-AAC8-89CBD9EEAF77}"/>
              </a:ext>
            </a:extLst>
          </p:cNvPr>
          <p:cNvSpPr>
            <a:spLocks noGrp="1" noChangeArrowheads="1"/>
          </p:cNvSpPr>
          <p:nvPr>
            <p:ph type="sldNum" sz="quarter" idx="12"/>
          </p:nvPr>
        </p:nvSpPr>
        <p:spPr>
          <a:ln/>
        </p:spPr>
        <p:txBody>
          <a:bodyPr/>
          <a:lstStyle>
            <a:lvl1pPr>
              <a:defRPr/>
            </a:lvl1pPr>
          </a:lstStyle>
          <a:p>
            <a:pPr>
              <a:defRPr/>
            </a:pPr>
            <a:fld id="{96C6C2BD-54F1-3A43-86A8-0F78284360DF}" type="slidenum">
              <a:rPr lang="en-US" altLang="en-US"/>
              <a:pPr>
                <a:defRPr/>
              </a:pPr>
              <a:t>‹#›</a:t>
            </a:fld>
            <a:endParaRPr lang="en-US" altLang="en-US"/>
          </a:p>
        </p:txBody>
      </p:sp>
    </p:spTree>
    <p:extLst>
      <p:ext uri="{BB962C8B-B14F-4D97-AF65-F5344CB8AC3E}">
        <p14:creationId xmlns:p14="http://schemas.microsoft.com/office/powerpoint/2010/main" val="42054199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5" y="227541"/>
            <a:ext cx="3008313" cy="96837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27545"/>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5" y="1195920"/>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F9230A3-D679-E342-8718-B6603131024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F4C7F65-D760-6A47-AE02-933EE6FAD9A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74C36EC7-1061-5745-A189-36FE963C0A2E}"/>
              </a:ext>
            </a:extLst>
          </p:cNvPr>
          <p:cNvSpPr>
            <a:spLocks noGrp="1" noChangeArrowheads="1"/>
          </p:cNvSpPr>
          <p:nvPr>
            <p:ph type="sldNum" sz="quarter" idx="12"/>
          </p:nvPr>
        </p:nvSpPr>
        <p:spPr>
          <a:ln/>
        </p:spPr>
        <p:txBody>
          <a:bodyPr/>
          <a:lstStyle>
            <a:lvl1pPr>
              <a:defRPr/>
            </a:lvl1pPr>
          </a:lstStyle>
          <a:p>
            <a:pPr>
              <a:defRPr/>
            </a:pPr>
            <a:fld id="{B12AB0C4-F189-4C48-BF06-47939DE800D1}" type="slidenum">
              <a:rPr lang="en-US" altLang="en-US"/>
              <a:pPr>
                <a:defRPr/>
              </a:pPr>
              <a:t>‹#›</a:t>
            </a:fld>
            <a:endParaRPr lang="en-US" altLang="en-US"/>
          </a:p>
        </p:txBody>
      </p:sp>
    </p:spTree>
    <p:extLst>
      <p:ext uri="{BB962C8B-B14F-4D97-AF65-F5344CB8AC3E}">
        <p14:creationId xmlns:p14="http://schemas.microsoft.com/office/powerpoint/2010/main" val="25522927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3"/>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472783"/>
            <a:ext cx="5486400" cy="6707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6ACCAD42-D59D-AE40-ADD3-54658C79E47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999B2F09-A8F2-FB46-9A0B-C68C8C72A38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87979BC0-E9B0-0244-8501-A425CA4A375B}"/>
              </a:ext>
            </a:extLst>
          </p:cNvPr>
          <p:cNvSpPr>
            <a:spLocks noGrp="1" noChangeArrowheads="1"/>
          </p:cNvSpPr>
          <p:nvPr>
            <p:ph type="sldNum" sz="quarter" idx="12"/>
          </p:nvPr>
        </p:nvSpPr>
        <p:spPr>
          <a:ln/>
        </p:spPr>
        <p:txBody>
          <a:bodyPr/>
          <a:lstStyle>
            <a:lvl1pPr>
              <a:defRPr/>
            </a:lvl1pPr>
          </a:lstStyle>
          <a:p>
            <a:pPr>
              <a:defRPr/>
            </a:pPr>
            <a:fld id="{10F4FC6C-EE77-D746-A9D5-7F27B2AA3EE9}" type="slidenum">
              <a:rPr lang="en-US" altLang="en-US"/>
              <a:pPr>
                <a:defRPr/>
              </a:pPr>
              <a:t>‹#›</a:t>
            </a:fld>
            <a:endParaRPr lang="en-US" altLang="en-US"/>
          </a:p>
        </p:txBody>
      </p:sp>
    </p:spTree>
    <p:extLst>
      <p:ext uri="{BB962C8B-B14F-4D97-AF65-F5344CB8AC3E}">
        <p14:creationId xmlns:p14="http://schemas.microsoft.com/office/powerpoint/2010/main" val="39305843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0DFAB1D-1CB0-5048-BE77-437B6EA901F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0714121F-2C27-364B-A540-A4235D14E44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507B02FA-66B1-0F48-A624-F32E04B6057A}"/>
              </a:ext>
            </a:extLst>
          </p:cNvPr>
          <p:cNvSpPr>
            <a:spLocks noGrp="1" noChangeArrowheads="1"/>
          </p:cNvSpPr>
          <p:nvPr>
            <p:ph type="sldNum" sz="quarter" idx="12"/>
          </p:nvPr>
        </p:nvSpPr>
        <p:spPr>
          <a:ln/>
        </p:spPr>
        <p:txBody>
          <a:bodyPr/>
          <a:lstStyle>
            <a:lvl1pPr>
              <a:defRPr/>
            </a:lvl1pPr>
          </a:lstStyle>
          <a:p>
            <a:pPr>
              <a:defRPr/>
            </a:pPr>
            <a:fld id="{8A9541E3-229F-7749-9DA6-83CDA7ACB676}" type="slidenum">
              <a:rPr lang="en-US" altLang="en-US"/>
              <a:pPr>
                <a:defRPr/>
              </a:pPr>
              <a:t>‹#›</a:t>
            </a:fld>
            <a:endParaRPr lang="en-US" altLang="en-US"/>
          </a:p>
        </p:txBody>
      </p:sp>
    </p:spTree>
    <p:extLst>
      <p:ext uri="{BB962C8B-B14F-4D97-AF65-F5344CB8AC3E}">
        <p14:creationId xmlns:p14="http://schemas.microsoft.com/office/powerpoint/2010/main" val="33992920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7"/>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7"/>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6524C66-A44A-9442-B42D-E7ED37B81296}"/>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1C9A973-5519-1248-952B-E6A19877ACAC}"/>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665B063-91C1-2E41-B9F7-AB2C694AC44C}"/>
              </a:ext>
            </a:extLst>
          </p:cNvPr>
          <p:cNvSpPr>
            <a:spLocks noGrp="1" noChangeArrowheads="1"/>
          </p:cNvSpPr>
          <p:nvPr>
            <p:ph type="sldNum" sz="quarter" idx="12"/>
          </p:nvPr>
        </p:nvSpPr>
        <p:spPr>
          <a:ln/>
        </p:spPr>
        <p:txBody>
          <a:bodyPr/>
          <a:lstStyle>
            <a:lvl1pPr>
              <a:defRPr/>
            </a:lvl1pPr>
          </a:lstStyle>
          <a:p>
            <a:pPr>
              <a:defRPr/>
            </a:pPr>
            <a:fld id="{8ACEA003-E77C-8344-9996-71CBD00C97FA}" type="slidenum">
              <a:rPr lang="en-US" altLang="en-US"/>
              <a:pPr>
                <a:defRPr/>
              </a:pPr>
              <a:t>‹#›</a:t>
            </a:fld>
            <a:endParaRPr lang="en-US" altLang="en-US"/>
          </a:p>
        </p:txBody>
      </p:sp>
    </p:spTree>
    <p:extLst>
      <p:ext uri="{BB962C8B-B14F-4D97-AF65-F5344CB8AC3E}">
        <p14:creationId xmlns:p14="http://schemas.microsoft.com/office/powerpoint/2010/main" val="11436340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6"/>
            <a:ext cx="8229600" cy="952500"/>
          </a:xfrm>
        </p:spPr>
        <p:txBody>
          <a:bodyPr/>
          <a:lstStyle/>
          <a:p>
            <a:r>
              <a:rPr lang="en-US"/>
              <a:t>Click to edit Master title style</a:t>
            </a:r>
          </a:p>
        </p:txBody>
      </p:sp>
      <p:sp>
        <p:nvSpPr>
          <p:cNvPr id="3" name="Content Placeholder 2"/>
          <p:cNvSpPr>
            <a:spLocks noGrp="1"/>
          </p:cNvSpPr>
          <p:nvPr>
            <p:ph sz="quarter" idx="1"/>
          </p:nvPr>
        </p:nvSpPr>
        <p:spPr>
          <a:xfrm>
            <a:off x="457200" y="1333502"/>
            <a:ext cx="4038600" cy="18216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7200" y="3282160"/>
            <a:ext cx="4038600" cy="18229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half" idx="3"/>
          </p:nvPr>
        </p:nvSpPr>
        <p:spPr>
          <a:xfrm>
            <a:off x="4648200" y="1333501"/>
            <a:ext cx="4038600" cy="37716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a:extLst>
              <a:ext uri="{FF2B5EF4-FFF2-40B4-BE49-F238E27FC236}">
                <a16:creationId xmlns:a16="http://schemas.microsoft.com/office/drawing/2014/main" id="{1FDF8327-9058-4741-8474-AE9834EE57CC}"/>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93404826-651E-CC4E-ACA5-FA5C89A0845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5842D267-EC2E-8446-B3CB-665A3676B572}"/>
              </a:ext>
            </a:extLst>
          </p:cNvPr>
          <p:cNvSpPr>
            <a:spLocks noGrp="1" noChangeArrowheads="1"/>
          </p:cNvSpPr>
          <p:nvPr>
            <p:ph type="sldNum" sz="quarter" idx="12"/>
          </p:nvPr>
        </p:nvSpPr>
        <p:spPr>
          <a:ln/>
        </p:spPr>
        <p:txBody>
          <a:bodyPr/>
          <a:lstStyle>
            <a:lvl1pPr>
              <a:defRPr/>
            </a:lvl1pPr>
          </a:lstStyle>
          <a:p>
            <a:pPr>
              <a:defRPr/>
            </a:pPr>
            <a:fld id="{FE4F400F-FABC-FA4D-9926-2C9A5CAB14DA}" type="slidenum">
              <a:rPr lang="en-US" altLang="en-US"/>
              <a:pPr>
                <a:defRPr/>
              </a:pPr>
              <a:t>‹#›</a:t>
            </a:fld>
            <a:endParaRPr lang="en-US" altLang="en-US"/>
          </a:p>
        </p:txBody>
      </p:sp>
    </p:spTree>
    <p:extLst>
      <p:ext uri="{BB962C8B-B14F-4D97-AF65-F5344CB8AC3E}">
        <p14:creationId xmlns:p14="http://schemas.microsoft.com/office/powerpoint/2010/main" val="29321952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458"/>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380985" indent="0" algn="ctr">
              <a:buNone/>
              <a:defRPr/>
            </a:lvl2pPr>
            <a:lvl3pPr marL="761970" indent="0" algn="ctr">
              <a:buNone/>
              <a:defRPr/>
            </a:lvl3pPr>
            <a:lvl4pPr marL="1142954" indent="0" algn="ctr">
              <a:buNone/>
              <a:defRPr/>
            </a:lvl4pPr>
            <a:lvl5pPr marL="1523939" indent="0" algn="ctr">
              <a:buNone/>
              <a:defRPr/>
            </a:lvl5pPr>
            <a:lvl6pPr marL="1904924" indent="0" algn="ctr">
              <a:buNone/>
              <a:defRPr/>
            </a:lvl6pPr>
            <a:lvl7pPr marL="2285909" indent="0" algn="ctr">
              <a:buNone/>
              <a:defRPr/>
            </a:lvl7pPr>
            <a:lvl8pPr marL="2666893" indent="0" algn="ctr">
              <a:buNone/>
              <a:defRPr/>
            </a:lvl8pPr>
            <a:lvl9pPr marL="3047878"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7CF834EF-5AEB-1440-BBBD-F54FB4D0DB97}"/>
              </a:ext>
            </a:extLst>
          </p:cNvPr>
          <p:cNvSpPr>
            <a:spLocks noGrp="1" noChangeArrowheads="1"/>
          </p:cNvSpPr>
          <p:nvPr>
            <p:ph type="dt" sz="half" idx="10"/>
          </p:nvPr>
        </p:nvSpPr>
        <p:spPr/>
        <p:txBody>
          <a:bodyPr/>
          <a:lstStyle>
            <a:lvl1pPr defTabSz="380985" eaLnBrk="1" hangingPunct="1">
              <a:defRPr/>
            </a:lvl1pPr>
          </a:lstStyle>
          <a:p>
            <a:pPr>
              <a:defRPr/>
            </a:pPr>
            <a:endParaRPr lang="en-US"/>
          </a:p>
        </p:txBody>
      </p:sp>
      <p:sp>
        <p:nvSpPr>
          <p:cNvPr id="5" name="Rectangle 5">
            <a:extLst>
              <a:ext uri="{FF2B5EF4-FFF2-40B4-BE49-F238E27FC236}">
                <a16:creationId xmlns:a16="http://schemas.microsoft.com/office/drawing/2014/main" id="{DBDC822B-ADAD-2949-ABAB-DD9410B49CE6}"/>
              </a:ext>
            </a:extLst>
          </p:cNvPr>
          <p:cNvSpPr>
            <a:spLocks noGrp="1" noChangeArrowheads="1"/>
          </p:cNvSpPr>
          <p:nvPr>
            <p:ph type="ftr" sz="quarter" idx="11"/>
          </p:nvPr>
        </p:nvSpPr>
        <p:spPr/>
        <p:txBody>
          <a:bodyPr/>
          <a:lstStyle>
            <a:lvl1pPr defTabSz="380985" eaLnBrk="1" hangingPunct="1">
              <a:defRPr/>
            </a:lvl1pPr>
          </a:lstStyle>
          <a:p>
            <a:pPr>
              <a:defRPr/>
            </a:pPr>
            <a:endParaRPr lang="en-US"/>
          </a:p>
        </p:txBody>
      </p:sp>
      <p:sp>
        <p:nvSpPr>
          <p:cNvPr id="6" name="Rectangle 6">
            <a:extLst>
              <a:ext uri="{FF2B5EF4-FFF2-40B4-BE49-F238E27FC236}">
                <a16:creationId xmlns:a16="http://schemas.microsoft.com/office/drawing/2014/main" id="{940D798E-98B0-E347-B79E-7ECCB2C3F28F}"/>
              </a:ext>
            </a:extLst>
          </p:cNvPr>
          <p:cNvSpPr>
            <a:spLocks noGrp="1" noChangeArrowheads="1"/>
          </p:cNvSpPr>
          <p:nvPr>
            <p:ph type="sldNum" sz="quarter" idx="12"/>
          </p:nvPr>
        </p:nvSpPr>
        <p:spPr/>
        <p:txBody>
          <a:bodyPr/>
          <a:lstStyle>
            <a:lvl1pPr defTabSz="380985" eaLnBrk="1" hangingPunct="1">
              <a:defRPr/>
            </a:lvl1pPr>
          </a:lstStyle>
          <a:p>
            <a:fld id="{5592A0F0-AABC-6644-A435-8D337D6DB5EB}" type="slidenum">
              <a:rPr lang="en-US" altLang="en-US"/>
              <a:pPr/>
              <a:t>‹#›</a:t>
            </a:fld>
            <a:endParaRPr lang="en-US" altLang="en-US"/>
          </a:p>
        </p:txBody>
      </p:sp>
    </p:spTree>
    <p:extLst>
      <p:ext uri="{BB962C8B-B14F-4D97-AF65-F5344CB8AC3E}">
        <p14:creationId xmlns:p14="http://schemas.microsoft.com/office/powerpoint/2010/main" val="17183692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B1B81B61-B429-EF44-BB53-A994ABDD4C8E}"/>
              </a:ext>
            </a:extLst>
          </p:cNvPr>
          <p:cNvSpPr>
            <a:spLocks noGrp="1" noChangeArrowheads="1"/>
          </p:cNvSpPr>
          <p:nvPr>
            <p:ph type="dt" sz="half" idx="10"/>
          </p:nvPr>
        </p:nvSpPr>
        <p:spPr/>
        <p:txBody>
          <a:bodyPr/>
          <a:lstStyle>
            <a:lvl1pPr defTabSz="380985" eaLnBrk="1" hangingPunct="1">
              <a:defRPr/>
            </a:lvl1pPr>
          </a:lstStyle>
          <a:p>
            <a:pPr>
              <a:defRPr/>
            </a:pPr>
            <a:endParaRPr lang="en-US"/>
          </a:p>
        </p:txBody>
      </p:sp>
      <p:sp>
        <p:nvSpPr>
          <p:cNvPr id="5" name="Rectangle 5">
            <a:extLst>
              <a:ext uri="{FF2B5EF4-FFF2-40B4-BE49-F238E27FC236}">
                <a16:creationId xmlns:a16="http://schemas.microsoft.com/office/drawing/2014/main" id="{6F24AB00-A64E-2F4A-8BE6-EFBDB731453B}"/>
              </a:ext>
            </a:extLst>
          </p:cNvPr>
          <p:cNvSpPr>
            <a:spLocks noGrp="1" noChangeArrowheads="1"/>
          </p:cNvSpPr>
          <p:nvPr>
            <p:ph type="ftr" sz="quarter" idx="11"/>
          </p:nvPr>
        </p:nvSpPr>
        <p:spPr/>
        <p:txBody>
          <a:bodyPr/>
          <a:lstStyle>
            <a:lvl1pPr defTabSz="380985" eaLnBrk="1" hangingPunct="1">
              <a:defRPr/>
            </a:lvl1pPr>
          </a:lstStyle>
          <a:p>
            <a:pPr>
              <a:defRPr/>
            </a:pPr>
            <a:endParaRPr lang="en-US"/>
          </a:p>
        </p:txBody>
      </p:sp>
      <p:sp>
        <p:nvSpPr>
          <p:cNvPr id="6" name="Rectangle 6">
            <a:extLst>
              <a:ext uri="{FF2B5EF4-FFF2-40B4-BE49-F238E27FC236}">
                <a16:creationId xmlns:a16="http://schemas.microsoft.com/office/drawing/2014/main" id="{D7C3759B-86FF-B649-B31E-F24C82B019D6}"/>
              </a:ext>
            </a:extLst>
          </p:cNvPr>
          <p:cNvSpPr>
            <a:spLocks noGrp="1" noChangeArrowheads="1"/>
          </p:cNvSpPr>
          <p:nvPr>
            <p:ph type="sldNum" sz="quarter" idx="12"/>
          </p:nvPr>
        </p:nvSpPr>
        <p:spPr/>
        <p:txBody>
          <a:bodyPr/>
          <a:lstStyle>
            <a:lvl1pPr defTabSz="380985" eaLnBrk="1" hangingPunct="1">
              <a:defRPr/>
            </a:lvl1pPr>
          </a:lstStyle>
          <a:p>
            <a:fld id="{9A6E7992-B24B-4841-B665-FD0C374C3DFB}" type="slidenum">
              <a:rPr lang="en-US" altLang="en-US"/>
              <a:pPr/>
              <a:t>‹#›</a:t>
            </a:fld>
            <a:endParaRPr lang="en-US" altLang="en-US"/>
          </a:p>
        </p:txBody>
      </p:sp>
    </p:spTree>
    <p:extLst>
      <p:ext uri="{BB962C8B-B14F-4D97-AF65-F5344CB8AC3E}">
        <p14:creationId xmlns:p14="http://schemas.microsoft.com/office/powerpoint/2010/main" val="356700572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8"/>
            <a:ext cx="7772400" cy="1135063"/>
          </a:xfrm>
        </p:spPr>
        <p:txBody>
          <a:bodyPr anchor="t"/>
          <a:lstStyle>
            <a:lvl1pPr algn="l">
              <a:defRPr sz="3333"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1667"/>
            </a:lvl1pPr>
            <a:lvl2pPr marL="380985" indent="0">
              <a:buNone/>
              <a:defRPr sz="1500"/>
            </a:lvl2pPr>
            <a:lvl3pPr marL="761970" indent="0">
              <a:buNone/>
              <a:defRPr sz="1333"/>
            </a:lvl3pPr>
            <a:lvl4pPr marL="1142954" indent="0">
              <a:buNone/>
              <a:defRPr sz="1167"/>
            </a:lvl4pPr>
            <a:lvl5pPr marL="1523939" indent="0">
              <a:buNone/>
              <a:defRPr sz="1167"/>
            </a:lvl5pPr>
            <a:lvl6pPr marL="1904924" indent="0">
              <a:buNone/>
              <a:defRPr sz="1167"/>
            </a:lvl6pPr>
            <a:lvl7pPr marL="2285909" indent="0">
              <a:buNone/>
              <a:defRPr sz="1167"/>
            </a:lvl7pPr>
            <a:lvl8pPr marL="2666893" indent="0">
              <a:buNone/>
              <a:defRPr sz="1167"/>
            </a:lvl8pPr>
            <a:lvl9pPr marL="3047878" indent="0">
              <a:buNone/>
              <a:defRPr sz="1167"/>
            </a:lvl9pPr>
          </a:lstStyle>
          <a:p>
            <a:pPr lvl="0"/>
            <a:r>
              <a:rPr lang="en-US"/>
              <a:t>Click to edit Master text styles</a:t>
            </a:r>
          </a:p>
        </p:txBody>
      </p:sp>
      <p:sp>
        <p:nvSpPr>
          <p:cNvPr id="4" name="Rectangle 4">
            <a:extLst>
              <a:ext uri="{FF2B5EF4-FFF2-40B4-BE49-F238E27FC236}">
                <a16:creationId xmlns:a16="http://schemas.microsoft.com/office/drawing/2014/main" id="{73DD63CF-F6AB-8E4C-AED8-5AB9CC7CF931}"/>
              </a:ext>
            </a:extLst>
          </p:cNvPr>
          <p:cNvSpPr>
            <a:spLocks noGrp="1" noChangeArrowheads="1"/>
          </p:cNvSpPr>
          <p:nvPr>
            <p:ph type="dt" sz="half" idx="10"/>
          </p:nvPr>
        </p:nvSpPr>
        <p:spPr/>
        <p:txBody>
          <a:bodyPr/>
          <a:lstStyle>
            <a:lvl1pPr defTabSz="380985" eaLnBrk="1" hangingPunct="1">
              <a:defRPr/>
            </a:lvl1pPr>
          </a:lstStyle>
          <a:p>
            <a:pPr>
              <a:defRPr/>
            </a:pPr>
            <a:endParaRPr lang="en-US"/>
          </a:p>
        </p:txBody>
      </p:sp>
      <p:sp>
        <p:nvSpPr>
          <p:cNvPr id="5" name="Rectangle 5">
            <a:extLst>
              <a:ext uri="{FF2B5EF4-FFF2-40B4-BE49-F238E27FC236}">
                <a16:creationId xmlns:a16="http://schemas.microsoft.com/office/drawing/2014/main" id="{F73F06F5-73BD-DE42-B7C7-AE842DA3922F}"/>
              </a:ext>
            </a:extLst>
          </p:cNvPr>
          <p:cNvSpPr>
            <a:spLocks noGrp="1" noChangeArrowheads="1"/>
          </p:cNvSpPr>
          <p:nvPr>
            <p:ph type="ftr" sz="quarter" idx="11"/>
          </p:nvPr>
        </p:nvSpPr>
        <p:spPr/>
        <p:txBody>
          <a:bodyPr/>
          <a:lstStyle>
            <a:lvl1pPr defTabSz="380985" eaLnBrk="1" hangingPunct="1">
              <a:defRPr/>
            </a:lvl1pPr>
          </a:lstStyle>
          <a:p>
            <a:pPr>
              <a:defRPr/>
            </a:pPr>
            <a:endParaRPr lang="en-US"/>
          </a:p>
        </p:txBody>
      </p:sp>
      <p:sp>
        <p:nvSpPr>
          <p:cNvPr id="6" name="Rectangle 6">
            <a:extLst>
              <a:ext uri="{FF2B5EF4-FFF2-40B4-BE49-F238E27FC236}">
                <a16:creationId xmlns:a16="http://schemas.microsoft.com/office/drawing/2014/main" id="{002AD6CE-F434-4B45-B288-B312EF239D2A}"/>
              </a:ext>
            </a:extLst>
          </p:cNvPr>
          <p:cNvSpPr>
            <a:spLocks noGrp="1" noChangeArrowheads="1"/>
          </p:cNvSpPr>
          <p:nvPr>
            <p:ph type="sldNum" sz="quarter" idx="12"/>
          </p:nvPr>
        </p:nvSpPr>
        <p:spPr/>
        <p:txBody>
          <a:bodyPr/>
          <a:lstStyle>
            <a:lvl1pPr defTabSz="380985" eaLnBrk="1" hangingPunct="1">
              <a:defRPr/>
            </a:lvl1pPr>
          </a:lstStyle>
          <a:p>
            <a:fld id="{2F2A4B02-F1D5-A34C-9958-F7525914B190}" type="slidenum">
              <a:rPr lang="en-US" altLang="en-US"/>
              <a:pPr/>
              <a:t>‹#›</a:t>
            </a:fld>
            <a:endParaRPr lang="en-US" altLang="en-US"/>
          </a:p>
        </p:txBody>
      </p:sp>
    </p:spTree>
    <p:extLst>
      <p:ext uri="{BB962C8B-B14F-4D97-AF65-F5344CB8AC3E}">
        <p14:creationId xmlns:p14="http://schemas.microsoft.com/office/powerpoint/2010/main" val="41103274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1000"/>
            <a:ext cx="3810000" cy="3429000"/>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1000"/>
            <a:ext cx="3810000" cy="3429000"/>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9D7CB9C-854E-B447-98A8-6C96AB716475}"/>
              </a:ext>
            </a:extLst>
          </p:cNvPr>
          <p:cNvSpPr>
            <a:spLocks noGrp="1" noChangeArrowheads="1"/>
          </p:cNvSpPr>
          <p:nvPr>
            <p:ph type="dt" sz="half" idx="10"/>
          </p:nvPr>
        </p:nvSpPr>
        <p:spPr/>
        <p:txBody>
          <a:bodyPr/>
          <a:lstStyle>
            <a:lvl1pPr defTabSz="380985" eaLnBrk="1" hangingPunct="1">
              <a:defRPr/>
            </a:lvl1pPr>
          </a:lstStyle>
          <a:p>
            <a:pPr>
              <a:defRPr/>
            </a:pPr>
            <a:endParaRPr lang="en-US"/>
          </a:p>
        </p:txBody>
      </p:sp>
      <p:sp>
        <p:nvSpPr>
          <p:cNvPr id="6" name="Footer Placeholder 5">
            <a:extLst>
              <a:ext uri="{FF2B5EF4-FFF2-40B4-BE49-F238E27FC236}">
                <a16:creationId xmlns:a16="http://schemas.microsoft.com/office/drawing/2014/main" id="{72AFF1D5-A586-A045-ADEE-F4F48097EA4B}"/>
              </a:ext>
            </a:extLst>
          </p:cNvPr>
          <p:cNvSpPr>
            <a:spLocks noGrp="1" noChangeArrowheads="1"/>
          </p:cNvSpPr>
          <p:nvPr>
            <p:ph type="ftr" sz="quarter" idx="11"/>
          </p:nvPr>
        </p:nvSpPr>
        <p:spPr/>
        <p:txBody>
          <a:bodyPr/>
          <a:lstStyle>
            <a:lvl1pPr defTabSz="380985" eaLnBrk="1" hangingPunct="1">
              <a:defRPr/>
            </a:lvl1pPr>
          </a:lstStyle>
          <a:p>
            <a:pPr>
              <a:defRPr/>
            </a:pPr>
            <a:endParaRPr lang="en-US"/>
          </a:p>
        </p:txBody>
      </p:sp>
      <p:sp>
        <p:nvSpPr>
          <p:cNvPr id="7" name="Slide Number Placeholder 6">
            <a:extLst>
              <a:ext uri="{FF2B5EF4-FFF2-40B4-BE49-F238E27FC236}">
                <a16:creationId xmlns:a16="http://schemas.microsoft.com/office/drawing/2014/main" id="{BAEE31B8-05DE-4542-ABEC-8C6F6845997C}"/>
              </a:ext>
            </a:extLst>
          </p:cNvPr>
          <p:cNvSpPr>
            <a:spLocks noGrp="1" noChangeArrowheads="1"/>
          </p:cNvSpPr>
          <p:nvPr>
            <p:ph type="sldNum" sz="quarter" idx="12"/>
          </p:nvPr>
        </p:nvSpPr>
        <p:spPr/>
        <p:txBody>
          <a:bodyPr/>
          <a:lstStyle>
            <a:lvl1pPr defTabSz="380985" eaLnBrk="1" hangingPunct="1">
              <a:defRPr/>
            </a:lvl1pPr>
          </a:lstStyle>
          <a:p>
            <a:fld id="{551781E8-184D-F54A-A3C1-2C1E1D90540C}" type="slidenum">
              <a:rPr lang="en-US" altLang="en-US"/>
              <a:pPr/>
              <a:t>‹#›</a:t>
            </a:fld>
            <a:endParaRPr lang="en-US" altLang="en-US"/>
          </a:p>
        </p:txBody>
      </p:sp>
    </p:spTree>
    <p:extLst>
      <p:ext uri="{BB962C8B-B14F-4D97-AF65-F5344CB8AC3E}">
        <p14:creationId xmlns:p14="http://schemas.microsoft.com/office/powerpoint/2010/main" val="343377102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6"/>
            <a:ext cx="8229600" cy="9525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3" y="1279261"/>
            <a:ext cx="4041775" cy="533136"/>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6" name="Content Placeholder 5"/>
          <p:cNvSpPr>
            <a:spLocks noGrp="1"/>
          </p:cNvSpPr>
          <p:nvPr>
            <p:ph sz="quarter" idx="4"/>
          </p:nvPr>
        </p:nvSpPr>
        <p:spPr>
          <a:xfrm>
            <a:off x="4645033" y="1812396"/>
            <a:ext cx="4041775"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6255970F-7900-8544-8DF3-9458180830E7}"/>
              </a:ext>
            </a:extLst>
          </p:cNvPr>
          <p:cNvSpPr>
            <a:spLocks noGrp="1" noChangeArrowheads="1"/>
          </p:cNvSpPr>
          <p:nvPr>
            <p:ph type="dt" sz="half" idx="10"/>
          </p:nvPr>
        </p:nvSpPr>
        <p:spPr/>
        <p:txBody>
          <a:bodyPr/>
          <a:lstStyle>
            <a:lvl1pPr defTabSz="380985" eaLnBrk="1" hangingPunct="1">
              <a:defRPr/>
            </a:lvl1pPr>
          </a:lstStyle>
          <a:p>
            <a:pPr>
              <a:defRPr/>
            </a:pPr>
            <a:endParaRPr lang="en-US"/>
          </a:p>
        </p:txBody>
      </p:sp>
      <p:sp>
        <p:nvSpPr>
          <p:cNvPr id="8" name="Rectangle 5">
            <a:extLst>
              <a:ext uri="{FF2B5EF4-FFF2-40B4-BE49-F238E27FC236}">
                <a16:creationId xmlns:a16="http://schemas.microsoft.com/office/drawing/2014/main" id="{B62176E6-B8C9-5C4F-8FAD-6E55DB64CAC6}"/>
              </a:ext>
            </a:extLst>
          </p:cNvPr>
          <p:cNvSpPr>
            <a:spLocks noGrp="1" noChangeArrowheads="1"/>
          </p:cNvSpPr>
          <p:nvPr>
            <p:ph type="ftr" sz="quarter" idx="11"/>
          </p:nvPr>
        </p:nvSpPr>
        <p:spPr/>
        <p:txBody>
          <a:bodyPr/>
          <a:lstStyle>
            <a:lvl1pPr defTabSz="380985" eaLnBrk="1" hangingPunct="1">
              <a:defRPr/>
            </a:lvl1pPr>
          </a:lstStyle>
          <a:p>
            <a:pPr>
              <a:defRPr/>
            </a:pPr>
            <a:endParaRPr lang="en-US"/>
          </a:p>
        </p:txBody>
      </p:sp>
      <p:sp>
        <p:nvSpPr>
          <p:cNvPr id="9" name="Rectangle 6">
            <a:extLst>
              <a:ext uri="{FF2B5EF4-FFF2-40B4-BE49-F238E27FC236}">
                <a16:creationId xmlns:a16="http://schemas.microsoft.com/office/drawing/2014/main" id="{F1192D14-70B2-E54A-83DF-AF3347F3D08C}"/>
              </a:ext>
            </a:extLst>
          </p:cNvPr>
          <p:cNvSpPr>
            <a:spLocks noGrp="1" noChangeArrowheads="1"/>
          </p:cNvSpPr>
          <p:nvPr>
            <p:ph type="sldNum" sz="quarter" idx="12"/>
          </p:nvPr>
        </p:nvSpPr>
        <p:spPr/>
        <p:txBody>
          <a:bodyPr/>
          <a:lstStyle>
            <a:lvl1pPr defTabSz="380985" eaLnBrk="1" hangingPunct="1">
              <a:defRPr/>
            </a:lvl1pPr>
          </a:lstStyle>
          <a:p>
            <a:fld id="{26E04B19-D364-FA4E-B94F-4C348E0A4E64}" type="slidenum">
              <a:rPr lang="en-US" altLang="en-US"/>
              <a:pPr/>
              <a:t>‹#›</a:t>
            </a:fld>
            <a:endParaRPr lang="en-US" altLang="en-US"/>
          </a:p>
        </p:txBody>
      </p:sp>
    </p:spTree>
    <p:extLst>
      <p:ext uri="{BB962C8B-B14F-4D97-AF65-F5344CB8AC3E}">
        <p14:creationId xmlns:p14="http://schemas.microsoft.com/office/powerpoint/2010/main" val="5840194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5074BE3-EE91-604B-A783-6DEFF0DAD576}"/>
              </a:ext>
            </a:extLst>
          </p:cNvPr>
          <p:cNvSpPr>
            <a:spLocks noGrp="1" noChangeArrowheads="1"/>
          </p:cNvSpPr>
          <p:nvPr>
            <p:ph type="dt" sz="half" idx="10"/>
          </p:nvPr>
        </p:nvSpPr>
        <p:spPr/>
        <p:txBody>
          <a:bodyPr/>
          <a:lstStyle>
            <a:lvl1pPr defTabSz="380985" eaLnBrk="1" hangingPunct="1">
              <a:defRPr/>
            </a:lvl1pPr>
          </a:lstStyle>
          <a:p>
            <a:pPr>
              <a:defRPr/>
            </a:pPr>
            <a:endParaRPr lang="en-US"/>
          </a:p>
        </p:txBody>
      </p:sp>
      <p:sp>
        <p:nvSpPr>
          <p:cNvPr id="4" name="Rectangle 5">
            <a:extLst>
              <a:ext uri="{FF2B5EF4-FFF2-40B4-BE49-F238E27FC236}">
                <a16:creationId xmlns:a16="http://schemas.microsoft.com/office/drawing/2014/main" id="{80386D56-DF6E-284D-97FA-E7A396360E6A}"/>
              </a:ext>
            </a:extLst>
          </p:cNvPr>
          <p:cNvSpPr>
            <a:spLocks noGrp="1" noChangeArrowheads="1"/>
          </p:cNvSpPr>
          <p:nvPr>
            <p:ph type="ftr" sz="quarter" idx="11"/>
          </p:nvPr>
        </p:nvSpPr>
        <p:spPr/>
        <p:txBody>
          <a:bodyPr/>
          <a:lstStyle>
            <a:lvl1pPr defTabSz="380985" eaLnBrk="1" hangingPunct="1">
              <a:defRPr/>
            </a:lvl1pPr>
          </a:lstStyle>
          <a:p>
            <a:pPr>
              <a:defRPr/>
            </a:pPr>
            <a:endParaRPr lang="en-US"/>
          </a:p>
        </p:txBody>
      </p:sp>
      <p:sp>
        <p:nvSpPr>
          <p:cNvPr id="5" name="Rectangle 6">
            <a:extLst>
              <a:ext uri="{FF2B5EF4-FFF2-40B4-BE49-F238E27FC236}">
                <a16:creationId xmlns:a16="http://schemas.microsoft.com/office/drawing/2014/main" id="{04DC1FDA-B1A6-3A41-9641-BAC322B7209C}"/>
              </a:ext>
            </a:extLst>
          </p:cNvPr>
          <p:cNvSpPr>
            <a:spLocks noGrp="1" noChangeArrowheads="1"/>
          </p:cNvSpPr>
          <p:nvPr>
            <p:ph type="sldNum" sz="quarter" idx="12"/>
          </p:nvPr>
        </p:nvSpPr>
        <p:spPr/>
        <p:txBody>
          <a:bodyPr/>
          <a:lstStyle>
            <a:lvl1pPr defTabSz="380985" eaLnBrk="1" hangingPunct="1">
              <a:defRPr/>
            </a:lvl1pPr>
          </a:lstStyle>
          <a:p>
            <a:fld id="{8CDD73DB-68AD-7840-8D3E-E9A21A679013}" type="slidenum">
              <a:rPr lang="en-US" altLang="en-US"/>
              <a:pPr/>
              <a:t>‹#›</a:t>
            </a:fld>
            <a:endParaRPr lang="en-US" altLang="en-US"/>
          </a:p>
        </p:txBody>
      </p:sp>
    </p:spTree>
    <p:extLst>
      <p:ext uri="{BB962C8B-B14F-4D97-AF65-F5344CB8AC3E}">
        <p14:creationId xmlns:p14="http://schemas.microsoft.com/office/powerpoint/2010/main" val="22627464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E8881F6-6020-9A4C-A611-67D463B053D8}"/>
              </a:ext>
            </a:extLst>
          </p:cNvPr>
          <p:cNvSpPr>
            <a:spLocks noGrp="1" noChangeArrowheads="1"/>
          </p:cNvSpPr>
          <p:nvPr>
            <p:ph type="dt" sz="half" idx="10"/>
          </p:nvPr>
        </p:nvSpPr>
        <p:spPr/>
        <p:txBody>
          <a:bodyPr/>
          <a:lstStyle>
            <a:lvl1pPr defTabSz="380985" eaLnBrk="1" hangingPunct="1">
              <a:defRPr/>
            </a:lvl1pPr>
          </a:lstStyle>
          <a:p>
            <a:pPr>
              <a:defRPr/>
            </a:pPr>
            <a:endParaRPr lang="en-US"/>
          </a:p>
        </p:txBody>
      </p:sp>
      <p:sp>
        <p:nvSpPr>
          <p:cNvPr id="3" name="Rectangle 5">
            <a:extLst>
              <a:ext uri="{FF2B5EF4-FFF2-40B4-BE49-F238E27FC236}">
                <a16:creationId xmlns:a16="http://schemas.microsoft.com/office/drawing/2014/main" id="{23E45F55-3E63-1C47-A581-F9BE131A81F5}"/>
              </a:ext>
            </a:extLst>
          </p:cNvPr>
          <p:cNvSpPr>
            <a:spLocks noGrp="1" noChangeArrowheads="1"/>
          </p:cNvSpPr>
          <p:nvPr>
            <p:ph type="ftr" sz="quarter" idx="11"/>
          </p:nvPr>
        </p:nvSpPr>
        <p:spPr/>
        <p:txBody>
          <a:bodyPr/>
          <a:lstStyle>
            <a:lvl1pPr defTabSz="380985" eaLnBrk="1" hangingPunct="1">
              <a:defRPr/>
            </a:lvl1pPr>
          </a:lstStyle>
          <a:p>
            <a:pPr>
              <a:defRPr/>
            </a:pPr>
            <a:endParaRPr lang="en-US"/>
          </a:p>
        </p:txBody>
      </p:sp>
      <p:sp>
        <p:nvSpPr>
          <p:cNvPr id="4" name="Rectangle 6">
            <a:extLst>
              <a:ext uri="{FF2B5EF4-FFF2-40B4-BE49-F238E27FC236}">
                <a16:creationId xmlns:a16="http://schemas.microsoft.com/office/drawing/2014/main" id="{80F4918D-9477-E144-8B07-ACA238CDD9A7}"/>
              </a:ext>
            </a:extLst>
          </p:cNvPr>
          <p:cNvSpPr>
            <a:spLocks noGrp="1" noChangeArrowheads="1"/>
          </p:cNvSpPr>
          <p:nvPr>
            <p:ph type="sldNum" sz="quarter" idx="12"/>
          </p:nvPr>
        </p:nvSpPr>
        <p:spPr/>
        <p:txBody>
          <a:bodyPr/>
          <a:lstStyle>
            <a:lvl1pPr defTabSz="380985" eaLnBrk="1" hangingPunct="1">
              <a:defRPr/>
            </a:lvl1pPr>
          </a:lstStyle>
          <a:p>
            <a:fld id="{FE955E90-08A2-8F44-926B-4D548A6D0CC1}" type="slidenum">
              <a:rPr lang="en-US" altLang="en-US"/>
              <a:pPr/>
              <a:t>‹#›</a:t>
            </a:fld>
            <a:endParaRPr lang="en-US" altLang="en-US"/>
          </a:p>
        </p:txBody>
      </p:sp>
    </p:spTree>
    <p:extLst>
      <p:ext uri="{BB962C8B-B14F-4D97-AF65-F5344CB8AC3E}">
        <p14:creationId xmlns:p14="http://schemas.microsoft.com/office/powerpoint/2010/main" val="171541949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27541"/>
            <a:ext cx="3008313" cy="968376"/>
          </a:xfrm>
        </p:spPr>
        <p:txBody>
          <a:bodyPr anchor="b"/>
          <a:lstStyle>
            <a:lvl1pPr algn="l">
              <a:defRPr sz="1667" b="1"/>
            </a:lvl1pPr>
          </a:lstStyle>
          <a:p>
            <a:r>
              <a:rPr lang="en-US"/>
              <a:t>Click to edit Master title style</a:t>
            </a:r>
          </a:p>
        </p:txBody>
      </p:sp>
      <p:sp>
        <p:nvSpPr>
          <p:cNvPr id="3" name="Content Placeholder 2"/>
          <p:cNvSpPr>
            <a:spLocks noGrp="1"/>
          </p:cNvSpPr>
          <p:nvPr>
            <p:ph idx="1"/>
          </p:nvPr>
        </p:nvSpPr>
        <p:spPr>
          <a:xfrm>
            <a:off x="3575050" y="227646"/>
            <a:ext cx="5111750" cy="4877594"/>
          </a:xfrm>
        </p:spPr>
        <p:txBody>
          <a:bodyPr/>
          <a:lstStyle>
            <a:lvl1pPr>
              <a:defRPr sz="2667"/>
            </a:lvl1pPr>
            <a:lvl2pPr>
              <a:defRPr sz="2333"/>
            </a:lvl2pPr>
            <a:lvl3pPr>
              <a:defRPr sz="2000"/>
            </a:lvl3pPr>
            <a:lvl4pPr>
              <a:defRPr sz="1667"/>
            </a:lvl4pPr>
            <a:lvl5pPr>
              <a:defRPr sz="1667"/>
            </a:lvl5pPr>
            <a:lvl6pPr>
              <a:defRPr sz="1667"/>
            </a:lvl6pPr>
            <a:lvl7pPr>
              <a:defRPr sz="1667"/>
            </a:lvl7pPr>
            <a:lvl8pPr>
              <a:defRPr sz="1667"/>
            </a:lvl8pPr>
            <a:lvl9pPr>
              <a:defRPr sz="1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19" y="1195920"/>
            <a:ext cx="3008313" cy="3909219"/>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B87A846-B7CA-9A4B-A38F-AB2373970ACC}"/>
              </a:ext>
            </a:extLst>
          </p:cNvPr>
          <p:cNvSpPr>
            <a:spLocks noGrp="1" noChangeArrowheads="1"/>
          </p:cNvSpPr>
          <p:nvPr>
            <p:ph type="dt" sz="half" idx="10"/>
          </p:nvPr>
        </p:nvSpPr>
        <p:spPr/>
        <p:txBody>
          <a:bodyPr/>
          <a:lstStyle>
            <a:lvl1pPr defTabSz="380985" eaLnBrk="1" hangingPunct="1">
              <a:defRPr/>
            </a:lvl1pPr>
          </a:lstStyle>
          <a:p>
            <a:pPr>
              <a:defRPr/>
            </a:pPr>
            <a:endParaRPr lang="en-US"/>
          </a:p>
        </p:txBody>
      </p:sp>
      <p:sp>
        <p:nvSpPr>
          <p:cNvPr id="6" name="Footer Placeholder 5">
            <a:extLst>
              <a:ext uri="{FF2B5EF4-FFF2-40B4-BE49-F238E27FC236}">
                <a16:creationId xmlns:a16="http://schemas.microsoft.com/office/drawing/2014/main" id="{B7A73976-A6AA-1847-B0EF-DDD8E38E9FBF}"/>
              </a:ext>
            </a:extLst>
          </p:cNvPr>
          <p:cNvSpPr>
            <a:spLocks noGrp="1" noChangeArrowheads="1"/>
          </p:cNvSpPr>
          <p:nvPr>
            <p:ph type="ftr" sz="quarter" idx="11"/>
          </p:nvPr>
        </p:nvSpPr>
        <p:spPr/>
        <p:txBody>
          <a:bodyPr/>
          <a:lstStyle>
            <a:lvl1pPr defTabSz="380985" eaLnBrk="1" hangingPunct="1">
              <a:defRPr/>
            </a:lvl1pPr>
          </a:lstStyle>
          <a:p>
            <a:pPr>
              <a:defRPr/>
            </a:pPr>
            <a:endParaRPr lang="en-US"/>
          </a:p>
        </p:txBody>
      </p:sp>
      <p:sp>
        <p:nvSpPr>
          <p:cNvPr id="7" name="Slide Number Placeholder 6">
            <a:extLst>
              <a:ext uri="{FF2B5EF4-FFF2-40B4-BE49-F238E27FC236}">
                <a16:creationId xmlns:a16="http://schemas.microsoft.com/office/drawing/2014/main" id="{32162DC3-F44D-564F-9DA3-C11E97ED3AAE}"/>
              </a:ext>
            </a:extLst>
          </p:cNvPr>
          <p:cNvSpPr>
            <a:spLocks noGrp="1" noChangeArrowheads="1"/>
          </p:cNvSpPr>
          <p:nvPr>
            <p:ph type="sldNum" sz="quarter" idx="12"/>
          </p:nvPr>
        </p:nvSpPr>
        <p:spPr/>
        <p:txBody>
          <a:bodyPr/>
          <a:lstStyle>
            <a:lvl1pPr defTabSz="380985" eaLnBrk="1" hangingPunct="1">
              <a:defRPr/>
            </a:lvl1pPr>
          </a:lstStyle>
          <a:p>
            <a:fld id="{BCDEE6EC-6826-504D-8D55-F56F018CE5DD}" type="slidenum">
              <a:rPr lang="en-US" altLang="en-US"/>
              <a:pPr/>
              <a:t>‹#›</a:t>
            </a:fld>
            <a:endParaRPr lang="en-US" altLang="en-US"/>
          </a:p>
        </p:txBody>
      </p:sp>
    </p:spTree>
    <p:extLst>
      <p:ext uri="{BB962C8B-B14F-4D97-AF65-F5344CB8AC3E}">
        <p14:creationId xmlns:p14="http://schemas.microsoft.com/office/powerpoint/2010/main" val="6642507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1"/>
            <a:ext cx="5486400" cy="472283"/>
          </a:xfrm>
        </p:spPr>
        <p:txBody>
          <a:bodyPr anchor="b"/>
          <a:lstStyle>
            <a:lvl1pPr algn="l">
              <a:defRPr sz="1667"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pPr lvl="0"/>
            <a:endParaRPr lang="en-US" noProof="0"/>
          </a:p>
        </p:txBody>
      </p:sp>
      <p:sp>
        <p:nvSpPr>
          <p:cNvPr id="4" name="Text Placeholder 3"/>
          <p:cNvSpPr>
            <a:spLocks noGrp="1"/>
          </p:cNvSpPr>
          <p:nvPr>
            <p:ph type="body" sz="half" idx="2"/>
          </p:nvPr>
        </p:nvSpPr>
        <p:spPr>
          <a:xfrm>
            <a:off x="1792288" y="4472885"/>
            <a:ext cx="5486400" cy="670719"/>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03550E3-8046-DB46-B555-B200441531C2}"/>
              </a:ext>
            </a:extLst>
          </p:cNvPr>
          <p:cNvSpPr>
            <a:spLocks noGrp="1" noChangeArrowheads="1"/>
          </p:cNvSpPr>
          <p:nvPr>
            <p:ph type="dt" sz="half" idx="10"/>
          </p:nvPr>
        </p:nvSpPr>
        <p:spPr/>
        <p:txBody>
          <a:bodyPr/>
          <a:lstStyle>
            <a:lvl1pPr defTabSz="380985" eaLnBrk="1" hangingPunct="1">
              <a:defRPr/>
            </a:lvl1pPr>
          </a:lstStyle>
          <a:p>
            <a:pPr>
              <a:defRPr/>
            </a:pPr>
            <a:endParaRPr lang="en-US"/>
          </a:p>
        </p:txBody>
      </p:sp>
      <p:sp>
        <p:nvSpPr>
          <p:cNvPr id="6" name="Footer Placeholder 5">
            <a:extLst>
              <a:ext uri="{FF2B5EF4-FFF2-40B4-BE49-F238E27FC236}">
                <a16:creationId xmlns:a16="http://schemas.microsoft.com/office/drawing/2014/main" id="{A8042904-2270-9E49-B369-AEC6D84980EB}"/>
              </a:ext>
            </a:extLst>
          </p:cNvPr>
          <p:cNvSpPr>
            <a:spLocks noGrp="1" noChangeArrowheads="1"/>
          </p:cNvSpPr>
          <p:nvPr>
            <p:ph type="ftr" sz="quarter" idx="11"/>
          </p:nvPr>
        </p:nvSpPr>
        <p:spPr/>
        <p:txBody>
          <a:bodyPr/>
          <a:lstStyle>
            <a:lvl1pPr defTabSz="380985" eaLnBrk="1" hangingPunct="1">
              <a:defRPr/>
            </a:lvl1pPr>
          </a:lstStyle>
          <a:p>
            <a:pPr>
              <a:defRPr/>
            </a:pPr>
            <a:endParaRPr lang="en-US"/>
          </a:p>
        </p:txBody>
      </p:sp>
      <p:sp>
        <p:nvSpPr>
          <p:cNvPr id="7" name="Slide Number Placeholder 6">
            <a:extLst>
              <a:ext uri="{FF2B5EF4-FFF2-40B4-BE49-F238E27FC236}">
                <a16:creationId xmlns:a16="http://schemas.microsoft.com/office/drawing/2014/main" id="{A4EBFE65-68BC-2A4D-8340-F32EC524C560}"/>
              </a:ext>
            </a:extLst>
          </p:cNvPr>
          <p:cNvSpPr>
            <a:spLocks noGrp="1" noChangeArrowheads="1"/>
          </p:cNvSpPr>
          <p:nvPr>
            <p:ph type="sldNum" sz="quarter" idx="12"/>
          </p:nvPr>
        </p:nvSpPr>
        <p:spPr/>
        <p:txBody>
          <a:bodyPr/>
          <a:lstStyle>
            <a:lvl1pPr defTabSz="380985" eaLnBrk="1" hangingPunct="1">
              <a:defRPr/>
            </a:lvl1pPr>
          </a:lstStyle>
          <a:p>
            <a:fld id="{1C7ABA3E-D3B8-054F-9E43-6B5FAD54D986}" type="slidenum">
              <a:rPr lang="en-US" altLang="en-US"/>
              <a:pPr/>
              <a:t>‹#›</a:t>
            </a:fld>
            <a:endParaRPr lang="en-US" altLang="en-US"/>
          </a:p>
        </p:txBody>
      </p:sp>
    </p:spTree>
    <p:extLst>
      <p:ext uri="{BB962C8B-B14F-4D97-AF65-F5344CB8AC3E}">
        <p14:creationId xmlns:p14="http://schemas.microsoft.com/office/powerpoint/2010/main" val="225699871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1664C74-BAB9-D945-A9D5-F69B9B430356}"/>
              </a:ext>
            </a:extLst>
          </p:cNvPr>
          <p:cNvSpPr>
            <a:spLocks noGrp="1" noChangeArrowheads="1"/>
          </p:cNvSpPr>
          <p:nvPr>
            <p:ph type="dt" sz="half" idx="10"/>
          </p:nvPr>
        </p:nvSpPr>
        <p:spPr/>
        <p:txBody>
          <a:bodyPr/>
          <a:lstStyle>
            <a:lvl1pPr defTabSz="380985" eaLnBrk="1" hangingPunct="1">
              <a:defRPr/>
            </a:lvl1pPr>
          </a:lstStyle>
          <a:p>
            <a:pPr>
              <a:defRPr/>
            </a:pPr>
            <a:endParaRPr lang="en-US"/>
          </a:p>
        </p:txBody>
      </p:sp>
      <p:sp>
        <p:nvSpPr>
          <p:cNvPr id="5" name="Rectangle 5">
            <a:extLst>
              <a:ext uri="{FF2B5EF4-FFF2-40B4-BE49-F238E27FC236}">
                <a16:creationId xmlns:a16="http://schemas.microsoft.com/office/drawing/2014/main" id="{BE14B943-CB4B-F14C-A1BB-62682043E906}"/>
              </a:ext>
            </a:extLst>
          </p:cNvPr>
          <p:cNvSpPr>
            <a:spLocks noGrp="1" noChangeArrowheads="1"/>
          </p:cNvSpPr>
          <p:nvPr>
            <p:ph type="ftr" sz="quarter" idx="11"/>
          </p:nvPr>
        </p:nvSpPr>
        <p:spPr/>
        <p:txBody>
          <a:bodyPr/>
          <a:lstStyle>
            <a:lvl1pPr defTabSz="380985" eaLnBrk="1" hangingPunct="1">
              <a:defRPr/>
            </a:lvl1pPr>
          </a:lstStyle>
          <a:p>
            <a:pPr>
              <a:defRPr/>
            </a:pPr>
            <a:endParaRPr lang="en-US"/>
          </a:p>
        </p:txBody>
      </p:sp>
      <p:sp>
        <p:nvSpPr>
          <p:cNvPr id="6" name="Rectangle 6">
            <a:extLst>
              <a:ext uri="{FF2B5EF4-FFF2-40B4-BE49-F238E27FC236}">
                <a16:creationId xmlns:a16="http://schemas.microsoft.com/office/drawing/2014/main" id="{46202426-23D6-0E4E-A714-7E53B143D89B}"/>
              </a:ext>
            </a:extLst>
          </p:cNvPr>
          <p:cNvSpPr>
            <a:spLocks noGrp="1" noChangeArrowheads="1"/>
          </p:cNvSpPr>
          <p:nvPr>
            <p:ph type="sldNum" sz="quarter" idx="12"/>
          </p:nvPr>
        </p:nvSpPr>
        <p:spPr/>
        <p:txBody>
          <a:bodyPr/>
          <a:lstStyle>
            <a:lvl1pPr defTabSz="380985" eaLnBrk="1" hangingPunct="1">
              <a:defRPr/>
            </a:lvl1pPr>
          </a:lstStyle>
          <a:p>
            <a:fld id="{4A28CEF7-6F0D-5A43-AD27-447CB6111F7D}" type="slidenum">
              <a:rPr lang="en-US" altLang="en-US"/>
              <a:pPr/>
              <a:t>‹#›</a:t>
            </a:fld>
            <a:endParaRPr lang="en-US" altLang="en-US"/>
          </a:p>
        </p:txBody>
      </p:sp>
    </p:spTree>
    <p:extLst>
      <p:ext uri="{BB962C8B-B14F-4D97-AF65-F5344CB8AC3E}">
        <p14:creationId xmlns:p14="http://schemas.microsoft.com/office/powerpoint/2010/main" val="3546220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08000"/>
            <a:ext cx="1943100" cy="4572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508000"/>
            <a:ext cx="56769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20364E0-C0BC-9448-B437-2BBFA720FF2D}"/>
              </a:ext>
            </a:extLst>
          </p:cNvPr>
          <p:cNvSpPr>
            <a:spLocks noGrp="1" noChangeArrowheads="1"/>
          </p:cNvSpPr>
          <p:nvPr>
            <p:ph type="dt" sz="half" idx="10"/>
          </p:nvPr>
        </p:nvSpPr>
        <p:spPr/>
        <p:txBody>
          <a:bodyPr/>
          <a:lstStyle>
            <a:lvl1pPr defTabSz="380985" eaLnBrk="1" hangingPunct="1">
              <a:defRPr/>
            </a:lvl1pPr>
          </a:lstStyle>
          <a:p>
            <a:pPr>
              <a:defRPr/>
            </a:pPr>
            <a:endParaRPr lang="en-US"/>
          </a:p>
        </p:txBody>
      </p:sp>
      <p:sp>
        <p:nvSpPr>
          <p:cNvPr id="5" name="Rectangle 5">
            <a:extLst>
              <a:ext uri="{FF2B5EF4-FFF2-40B4-BE49-F238E27FC236}">
                <a16:creationId xmlns:a16="http://schemas.microsoft.com/office/drawing/2014/main" id="{FAF26814-7AEE-804F-8F7A-416D94862AD8}"/>
              </a:ext>
            </a:extLst>
          </p:cNvPr>
          <p:cNvSpPr>
            <a:spLocks noGrp="1" noChangeArrowheads="1"/>
          </p:cNvSpPr>
          <p:nvPr>
            <p:ph type="ftr" sz="quarter" idx="11"/>
          </p:nvPr>
        </p:nvSpPr>
        <p:spPr/>
        <p:txBody>
          <a:bodyPr/>
          <a:lstStyle>
            <a:lvl1pPr defTabSz="380985" eaLnBrk="1" hangingPunct="1">
              <a:defRPr/>
            </a:lvl1pPr>
          </a:lstStyle>
          <a:p>
            <a:pPr>
              <a:defRPr/>
            </a:pPr>
            <a:endParaRPr lang="en-US"/>
          </a:p>
        </p:txBody>
      </p:sp>
      <p:sp>
        <p:nvSpPr>
          <p:cNvPr id="6" name="Rectangle 6">
            <a:extLst>
              <a:ext uri="{FF2B5EF4-FFF2-40B4-BE49-F238E27FC236}">
                <a16:creationId xmlns:a16="http://schemas.microsoft.com/office/drawing/2014/main" id="{22812512-C47B-A646-8534-E1991F432EAB}"/>
              </a:ext>
            </a:extLst>
          </p:cNvPr>
          <p:cNvSpPr>
            <a:spLocks noGrp="1" noChangeArrowheads="1"/>
          </p:cNvSpPr>
          <p:nvPr>
            <p:ph type="sldNum" sz="quarter" idx="12"/>
          </p:nvPr>
        </p:nvSpPr>
        <p:spPr/>
        <p:txBody>
          <a:bodyPr/>
          <a:lstStyle>
            <a:lvl1pPr defTabSz="380985" eaLnBrk="1" hangingPunct="1">
              <a:defRPr/>
            </a:lvl1pPr>
          </a:lstStyle>
          <a:p>
            <a:fld id="{02DFEC38-8BE0-EA4D-B001-B663CFA06A8E}" type="slidenum">
              <a:rPr lang="en-US" altLang="en-US"/>
              <a:pPr/>
              <a:t>‹#›</a:t>
            </a:fld>
            <a:endParaRPr lang="en-US" altLang="en-US"/>
          </a:p>
        </p:txBody>
      </p:sp>
    </p:spTree>
    <p:extLst>
      <p:ext uri="{BB962C8B-B14F-4D97-AF65-F5344CB8AC3E}">
        <p14:creationId xmlns:p14="http://schemas.microsoft.com/office/powerpoint/2010/main" val="2134706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D830E12C-E83D-4448-9D81-2DB8146B7EE7}"/>
              </a:ext>
            </a:extLst>
          </p:cNvPr>
          <p:cNvSpPr>
            <a:spLocks noGrp="1"/>
          </p:cNvSpPr>
          <p:nvPr>
            <p:ph type="dt" sz="half" idx="10"/>
          </p:nvPr>
        </p:nvSpPr>
        <p:spPr/>
        <p:txBody>
          <a:bodyPr/>
          <a:lstStyle>
            <a:lvl1pPr>
              <a:defRPr/>
            </a:lvl1pPr>
          </a:lstStyle>
          <a:p>
            <a:fld id="{7C9D472D-45C7-8B41-86F3-C792EDFBA500}" type="datetime1">
              <a:rPr lang="en-US" altLang="en-US"/>
              <a:pPr/>
              <a:t>3/17/25</a:t>
            </a:fld>
            <a:endParaRPr lang="en-US" altLang="en-US"/>
          </a:p>
        </p:txBody>
      </p:sp>
      <p:sp>
        <p:nvSpPr>
          <p:cNvPr id="5" name="Footer Placeholder 4">
            <a:extLst>
              <a:ext uri="{FF2B5EF4-FFF2-40B4-BE49-F238E27FC236}">
                <a16:creationId xmlns:a16="http://schemas.microsoft.com/office/drawing/2014/main" id="{AF1D6027-9C0B-C94F-90C5-47719A7F357C}"/>
              </a:ext>
            </a:extLst>
          </p:cNvPr>
          <p:cNvSpPr>
            <a:spLocks noGrp="1"/>
          </p:cNvSpPr>
          <p:nvPr>
            <p:ph type="ftr" sz="quarter" idx="11"/>
          </p:nvPr>
        </p:nvSpPr>
        <p:spPr/>
        <p:txBody>
          <a:bodyPr/>
          <a:lstStyle>
            <a:lvl1pPr fontAlgn="base">
              <a:spcBef>
                <a:spcPct val="0"/>
              </a:spcBef>
              <a:spcAft>
                <a:spcPct val="0"/>
              </a:spcAft>
              <a:defRPr/>
            </a:lvl1pPr>
          </a:lstStyle>
          <a:p>
            <a:pPr>
              <a:defRPr/>
            </a:pPr>
            <a:endParaRPr lang="en-US"/>
          </a:p>
        </p:txBody>
      </p:sp>
      <p:sp>
        <p:nvSpPr>
          <p:cNvPr id="6" name="Slide Number Placeholder 5">
            <a:extLst>
              <a:ext uri="{FF2B5EF4-FFF2-40B4-BE49-F238E27FC236}">
                <a16:creationId xmlns:a16="http://schemas.microsoft.com/office/drawing/2014/main" id="{79E8F0E9-8F6F-714A-941C-FCC02F5EC350}"/>
              </a:ext>
            </a:extLst>
          </p:cNvPr>
          <p:cNvSpPr>
            <a:spLocks noGrp="1"/>
          </p:cNvSpPr>
          <p:nvPr>
            <p:ph type="sldNum" sz="quarter" idx="12"/>
          </p:nvPr>
        </p:nvSpPr>
        <p:spPr/>
        <p:txBody>
          <a:bodyPr/>
          <a:lstStyle>
            <a:lvl1pPr>
              <a:defRPr/>
            </a:lvl1pPr>
          </a:lstStyle>
          <a:p>
            <a:fld id="{30653CCE-321D-8E42-9D7F-B683EC185EAC}" type="slidenum">
              <a:rPr lang="en-US" altLang="en-US"/>
              <a:pPr/>
              <a:t>‹#›</a:t>
            </a:fld>
            <a:endParaRPr lang="en-US" altLang="en-US"/>
          </a:p>
        </p:txBody>
      </p:sp>
    </p:spTree>
    <p:extLst>
      <p:ext uri="{BB962C8B-B14F-4D97-AF65-F5344CB8AC3E}">
        <p14:creationId xmlns:p14="http://schemas.microsoft.com/office/powerpoint/2010/main" val="40578045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D6D5B5-30A4-C04C-8A94-5921271A8B75}"/>
              </a:ext>
            </a:extLst>
          </p:cNvPr>
          <p:cNvSpPr>
            <a:spLocks noGrp="1"/>
          </p:cNvSpPr>
          <p:nvPr>
            <p:ph type="dt" sz="half" idx="10"/>
          </p:nvPr>
        </p:nvSpPr>
        <p:spPr/>
        <p:txBody>
          <a:bodyPr/>
          <a:lstStyle>
            <a:lvl1pPr>
              <a:defRPr/>
            </a:lvl1pPr>
          </a:lstStyle>
          <a:p>
            <a:fld id="{794E0C77-3997-034A-8D95-32DD2D0EEDF1}" type="datetime1">
              <a:rPr lang="en-US" altLang="en-US"/>
              <a:pPr/>
              <a:t>3/17/25</a:t>
            </a:fld>
            <a:endParaRPr lang="en-US" altLang="en-US"/>
          </a:p>
        </p:txBody>
      </p:sp>
      <p:sp>
        <p:nvSpPr>
          <p:cNvPr id="5" name="Footer Placeholder 4">
            <a:extLst>
              <a:ext uri="{FF2B5EF4-FFF2-40B4-BE49-F238E27FC236}">
                <a16:creationId xmlns:a16="http://schemas.microsoft.com/office/drawing/2014/main" id="{98C344C0-C96D-AD41-AEC4-4AB3E1E760BA}"/>
              </a:ext>
            </a:extLst>
          </p:cNvPr>
          <p:cNvSpPr>
            <a:spLocks noGrp="1"/>
          </p:cNvSpPr>
          <p:nvPr>
            <p:ph type="ftr" sz="quarter" idx="11"/>
          </p:nvPr>
        </p:nvSpPr>
        <p:spPr/>
        <p:txBody>
          <a:bodyPr/>
          <a:lstStyle>
            <a:lvl1pPr fontAlgn="base">
              <a:spcBef>
                <a:spcPct val="0"/>
              </a:spcBef>
              <a:spcAft>
                <a:spcPct val="0"/>
              </a:spcAft>
              <a:defRPr/>
            </a:lvl1pPr>
          </a:lstStyle>
          <a:p>
            <a:pPr>
              <a:defRPr/>
            </a:pPr>
            <a:endParaRPr lang="en-US"/>
          </a:p>
        </p:txBody>
      </p:sp>
      <p:sp>
        <p:nvSpPr>
          <p:cNvPr id="6" name="Slide Number Placeholder 5">
            <a:extLst>
              <a:ext uri="{FF2B5EF4-FFF2-40B4-BE49-F238E27FC236}">
                <a16:creationId xmlns:a16="http://schemas.microsoft.com/office/drawing/2014/main" id="{B5EB7E50-D998-B847-9616-4507CFDB4649}"/>
              </a:ext>
            </a:extLst>
          </p:cNvPr>
          <p:cNvSpPr>
            <a:spLocks noGrp="1"/>
          </p:cNvSpPr>
          <p:nvPr>
            <p:ph type="sldNum" sz="quarter" idx="12"/>
          </p:nvPr>
        </p:nvSpPr>
        <p:spPr/>
        <p:txBody>
          <a:bodyPr/>
          <a:lstStyle>
            <a:lvl1pPr>
              <a:defRPr/>
            </a:lvl1pPr>
          </a:lstStyle>
          <a:p>
            <a:fld id="{4590C8F2-8DC1-9640-B429-9639288BC902}" type="slidenum">
              <a:rPr lang="en-US" altLang="en-US"/>
              <a:pPr/>
              <a:t>‹#›</a:t>
            </a:fld>
            <a:endParaRPr lang="en-US" altLang="en-US"/>
          </a:p>
        </p:txBody>
      </p:sp>
    </p:spTree>
    <p:extLst>
      <p:ext uri="{BB962C8B-B14F-4D97-AF65-F5344CB8AC3E}">
        <p14:creationId xmlns:p14="http://schemas.microsoft.com/office/powerpoint/2010/main" val="397572744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7"/>
            <a:ext cx="7772400" cy="1135063"/>
          </a:xfrm>
        </p:spPr>
        <p:txBody>
          <a:bodyPr anchor="t"/>
          <a:lstStyle>
            <a:lvl1pPr algn="l">
              <a:defRPr sz="3333"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1667">
                <a:solidFill>
                  <a:schemeClr val="tx1">
                    <a:tint val="75000"/>
                  </a:schemeClr>
                </a:solidFill>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498E4E-BB98-1A46-A16B-757A15472E10}"/>
              </a:ext>
            </a:extLst>
          </p:cNvPr>
          <p:cNvSpPr>
            <a:spLocks noGrp="1"/>
          </p:cNvSpPr>
          <p:nvPr>
            <p:ph type="dt" sz="half" idx="10"/>
          </p:nvPr>
        </p:nvSpPr>
        <p:spPr/>
        <p:txBody>
          <a:bodyPr/>
          <a:lstStyle>
            <a:lvl1pPr>
              <a:defRPr/>
            </a:lvl1pPr>
          </a:lstStyle>
          <a:p>
            <a:fld id="{33639EA1-4E5A-2842-A1EC-FBE5C10049FA}" type="datetime1">
              <a:rPr lang="en-US" altLang="en-US"/>
              <a:pPr/>
              <a:t>3/17/25</a:t>
            </a:fld>
            <a:endParaRPr lang="en-US" altLang="en-US"/>
          </a:p>
        </p:txBody>
      </p:sp>
      <p:sp>
        <p:nvSpPr>
          <p:cNvPr id="5" name="Footer Placeholder 4">
            <a:extLst>
              <a:ext uri="{FF2B5EF4-FFF2-40B4-BE49-F238E27FC236}">
                <a16:creationId xmlns:a16="http://schemas.microsoft.com/office/drawing/2014/main" id="{E758C4EF-0BB8-DB45-8AEB-5A2CB9C82E06}"/>
              </a:ext>
            </a:extLst>
          </p:cNvPr>
          <p:cNvSpPr>
            <a:spLocks noGrp="1"/>
          </p:cNvSpPr>
          <p:nvPr>
            <p:ph type="ftr" sz="quarter" idx="11"/>
          </p:nvPr>
        </p:nvSpPr>
        <p:spPr/>
        <p:txBody>
          <a:bodyPr/>
          <a:lstStyle>
            <a:lvl1pPr fontAlgn="base">
              <a:spcBef>
                <a:spcPct val="0"/>
              </a:spcBef>
              <a:spcAft>
                <a:spcPct val="0"/>
              </a:spcAft>
              <a:defRPr/>
            </a:lvl1pPr>
          </a:lstStyle>
          <a:p>
            <a:pPr>
              <a:defRPr/>
            </a:pPr>
            <a:endParaRPr lang="en-US"/>
          </a:p>
        </p:txBody>
      </p:sp>
      <p:sp>
        <p:nvSpPr>
          <p:cNvPr id="6" name="Slide Number Placeholder 5">
            <a:extLst>
              <a:ext uri="{FF2B5EF4-FFF2-40B4-BE49-F238E27FC236}">
                <a16:creationId xmlns:a16="http://schemas.microsoft.com/office/drawing/2014/main" id="{F66AABDD-475E-914F-A563-B55FD3B066E6}"/>
              </a:ext>
            </a:extLst>
          </p:cNvPr>
          <p:cNvSpPr>
            <a:spLocks noGrp="1"/>
          </p:cNvSpPr>
          <p:nvPr>
            <p:ph type="sldNum" sz="quarter" idx="12"/>
          </p:nvPr>
        </p:nvSpPr>
        <p:spPr/>
        <p:txBody>
          <a:bodyPr/>
          <a:lstStyle>
            <a:lvl1pPr>
              <a:defRPr/>
            </a:lvl1pPr>
          </a:lstStyle>
          <a:p>
            <a:fld id="{FB1A07A5-F84D-5249-B292-86A4ED5E386B}" type="slidenum">
              <a:rPr lang="en-US" altLang="en-US"/>
              <a:pPr/>
              <a:t>‹#›</a:t>
            </a:fld>
            <a:endParaRPr lang="en-US" altLang="en-US"/>
          </a:p>
        </p:txBody>
      </p:sp>
    </p:spTree>
    <p:extLst>
      <p:ext uri="{BB962C8B-B14F-4D97-AF65-F5344CB8AC3E}">
        <p14:creationId xmlns:p14="http://schemas.microsoft.com/office/powerpoint/2010/main" val="1859777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3500"/>
            <a:ext cx="40386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3500"/>
            <a:ext cx="4038600" cy="3771636"/>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EEE7D3D-4003-9F48-B0CE-D0A0EAD27678}"/>
              </a:ext>
            </a:extLst>
          </p:cNvPr>
          <p:cNvSpPr>
            <a:spLocks noGrp="1"/>
          </p:cNvSpPr>
          <p:nvPr>
            <p:ph type="dt" sz="half" idx="10"/>
          </p:nvPr>
        </p:nvSpPr>
        <p:spPr/>
        <p:txBody>
          <a:bodyPr/>
          <a:lstStyle>
            <a:lvl1pPr>
              <a:defRPr/>
            </a:lvl1pPr>
          </a:lstStyle>
          <a:p>
            <a:fld id="{FFA8FCA8-FD4E-B249-9BC5-7706DA13F912}" type="datetime1">
              <a:rPr lang="en-US" altLang="en-US"/>
              <a:pPr/>
              <a:t>3/17/25</a:t>
            </a:fld>
            <a:endParaRPr lang="en-US" altLang="en-US"/>
          </a:p>
        </p:txBody>
      </p:sp>
      <p:sp>
        <p:nvSpPr>
          <p:cNvPr id="6" name="Footer Placeholder 5">
            <a:extLst>
              <a:ext uri="{FF2B5EF4-FFF2-40B4-BE49-F238E27FC236}">
                <a16:creationId xmlns:a16="http://schemas.microsoft.com/office/drawing/2014/main" id="{31677909-8815-8043-9906-5A9AAB9F3A5F}"/>
              </a:ext>
            </a:extLst>
          </p:cNvPr>
          <p:cNvSpPr>
            <a:spLocks noGrp="1"/>
          </p:cNvSpPr>
          <p:nvPr>
            <p:ph type="ftr" sz="quarter" idx="11"/>
          </p:nvPr>
        </p:nvSpPr>
        <p:spPr/>
        <p:txBody>
          <a:bodyPr/>
          <a:lstStyle>
            <a:lvl1pPr fontAlgn="base">
              <a:spcBef>
                <a:spcPct val="0"/>
              </a:spcBef>
              <a:spcAft>
                <a:spcPct val="0"/>
              </a:spcAft>
              <a:defRPr/>
            </a:lvl1pPr>
          </a:lstStyle>
          <a:p>
            <a:pPr>
              <a:defRPr/>
            </a:pPr>
            <a:endParaRPr lang="en-US"/>
          </a:p>
        </p:txBody>
      </p:sp>
      <p:sp>
        <p:nvSpPr>
          <p:cNvPr id="7" name="Slide Number Placeholder 6">
            <a:extLst>
              <a:ext uri="{FF2B5EF4-FFF2-40B4-BE49-F238E27FC236}">
                <a16:creationId xmlns:a16="http://schemas.microsoft.com/office/drawing/2014/main" id="{A7B9C3E1-2ED6-4B43-8CFB-1C3DF8308820}"/>
              </a:ext>
            </a:extLst>
          </p:cNvPr>
          <p:cNvSpPr>
            <a:spLocks noGrp="1"/>
          </p:cNvSpPr>
          <p:nvPr>
            <p:ph type="sldNum" sz="quarter" idx="12"/>
          </p:nvPr>
        </p:nvSpPr>
        <p:spPr/>
        <p:txBody>
          <a:bodyPr/>
          <a:lstStyle>
            <a:lvl1pPr>
              <a:defRPr/>
            </a:lvl1pPr>
          </a:lstStyle>
          <a:p>
            <a:fld id="{65B8BE6A-7CDC-2D41-855B-6702D9432787}" type="slidenum">
              <a:rPr lang="en-US" altLang="en-US"/>
              <a:pPr/>
              <a:t>‹#›</a:t>
            </a:fld>
            <a:endParaRPr lang="en-US" altLang="en-US"/>
          </a:p>
        </p:txBody>
      </p:sp>
    </p:spTree>
    <p:extLst>
      <p:ext uri="{BB962C8B-B14F-4D97-AF65-F5344CB8AC3E}">
        <p14:creationId xmlns:p14="http://schemas.microsoft.com/office/powerpoint/2010/main" val="67482728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279261"/>
            <a:ext cx="4041775"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6" name="Content Placeholder 5"/>
          <p:cNvSpPr>
            <a:spLocks noGrp="1"/>
          </p:cNvSpPr>
          <p:nvPr>
            <p:ph sz="quarter" idx="4"/>
          </p:nvPr>
        </p:nvSpPr>
        <p:spPr>
          <a:xfrm>
            <a:off x="4645026" y="1812396"/>
            <a:ext cx="4041775"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FDBA64-7CAC-FC42-91EF-5E3CF2E41C7B}"/>
              </a:ext>
            </a:extLst>
          </p:cNvPr>
          <p:cNvSpPr>
            <a:spLocks noGrp="1"/>
          </p:cNvSpPr>
          <p:nvPr>
            <p:ph type="dt" sz="half" idx="10"/>
          </p:nvPr>
        </p:nvSpPr>
        <p:spPr/>
        <p:txBody>
          <a:bodyPr/>
          <a:lstStyle>
            <a:lvl1pPr>
              <a:defRPr/>
            </a:lvl1pPr>
          </a:lstStyle>
          <a:p>
            <a:fld id="{FD7FF52A-4803-014F-BF78-FC397DC1853E}" type="datetime1">
              <a:rPr lang="en-US" altLang="en-US"/>
              <a:pPr/>
              <a:t>3/17/25</a:t>
            </a:fld>
            <a:endParaRPr lang="en-US" altLang="en-US"/>
          </a:p>
        </p:txBody>
      </p:sp>
      <p:sp>
        <p:nvSpPr>
          <p:cNvPr id="8" name="Footer Placeholder 7">
            <a:extLst>
              <a:ext uri="{FF2B5EF4-FFF2-40B4-BE49-F238E27FC236}">
                <a16:creationId xmlns:a16="http://schemas.microsoft.com/office/drawing/2014/main" id="{CB2B7834-8961-8A4D-95AB-278F372753B3}"/>
              </a:ext>
            </a:extLst>
          </p:cNvPr>
          <p:cNvSpPr>
            <a:spLocks noGrp="1"/>
          </p:cNvSpPr>
          <p:nvPr>
            <p:ph type="ftr" sz="quarter" idx="11"/>
          </p:nvPr>
        </p:nvSpPr>
        <p:spPr/>
        <p:txBody>
          <a:bodyPr/>
          <a:lstStyle>
            <a:lvl1pPr fontAlgn="base">
              <a:spcBef>
                <a:spcPct val="0"/>
              </a:spcBef>
              <a:spcAft>
                <a:spcPct val="0"/>
              </a:spcAft>
              <a:defRPr/>
            </a:lvl1pPr>
          </a:lstStyle>
          <a:p>
            <a:pPr>
              <a:defRPr/>
            </a:pPr>
            <a:endParaRPr lang="en-US"/>
          </a:p>
        </p:txBody>
      </p:sp>
      <p:sp>
        <p:nvSpPr>
          <p:cNvPr id="9" name="Slide Number Placeholder 8">
            <a:extLst>
              <a:ext uri="{FF2B5EF4-FFF2-40B4-BE49-F238E27FC236}">
                <a16:creationId xmlns:a16="http://schemas.microsoft.com/office/drawing/2014/main" id="{3423257D-2AA5-EF4F-B7BB-6D66EB4180C4}"/>
              </a:ext>
            </a:extLst>
          </p:cNvPr>
          <p:cNvSpPr>
            <a:spLocks noGrp="1"/>
          </p:cNvSpPr>
          <p:nvPr>
            <p:ph type="sldNum" sz="quarter" idx="12"/>
          </p:nvPr>
        </p:nvSpPr>
        <p:spPr/>
        <p:txBody>
          <a:bodyPr/>
          <a:lstStyle>
            <a:lvl1pPr>
              <a:defRPr/>
            </a:lvl1pPr>
          </a:lstStyle>
          <a:p>
            <a:fld id="{6A444084-D254-AD46-9057-6C1D6D81AC77}" type="slidenum">
              <a:rPr lang="en-US" altLang="en-US"/>
              <a:pPr/>
              <a:t>‹#›</a:t>
            </a:fld>
            <a:endParaRPr lang="en-US" altLang="en-US"/>
          </a:p>
        </p:txBody>
      </p:sp>
    </p:spTree>
    <p:extLst>
      <p:ext uri="{BB962C8B-B14F-4D97-AF65-F5344CB8AC3E}">
        <p14:creationId xmlns:p14="http://schemas.microsoft.com/office/powerpoint/2010/main" val="30817209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6CDCBD-6788-944C-94DA-EAB56F913DA7}"/>
              </a:ext>
            </a:extLst>
          </p:cNvPr>
          <p:cNvSpPr>
            <a:spLocks noGrp="1"/>
          </p:cNvSpPr>
          <p:nvPr>
            <p:ph type="dt" sz="half" idx="10"/>
          </p:nvPr>
        </p:nvSpPr>
        <p:spPr/>
        <p:txBody>
          <a:bodyPr/>
          <a:lstStyle>
            <a:lvl1pPr>
              <a:defRPr/>
            </a:lvl1pPr>
          </a:lstStyle>
          <a:p>
            <a:fld id="{AB079D84-C253-AE47-A3AB-BE7993803163}" type="datetime1">
              <a:rPr lang="en-US" altLang="en-US"/>
              <a:pPr/>
              <a:t>3/17/25</a:t>
            </a:fld>
            <a:endParaRPr lang="en-US" altLang="en-US"/>
          </a:p>
        </p:txBody>
      </p:sp>
      <p:sp>
        <p:nvSpPr>
          <p:cNvPr id="4" name="Footer Placeholder 3">
            <a:extLst>
              <a:ext uri="{FF2B5EF4-FFF2-40B4-BE49-F238E27FC236}">
                <a16:creationId xmlns:a16="http://schemas.microsoft.com/office/drawing/2014/main" id="{D22511B6-D122-0A4D-8961-CF1F054BE49E}"/>
              </a:ext>
            </a:extLst>
          </p:cNvPr>
          <p:cNvSpPr>
            <a:spLocks noGrp="1"/>
          </p:cNvSpPr>
          <p:nvPr>
            <p:ph type="ftr" sz="quarter" idx="11"/>
          </p:nvPr>
        </p:nvSpPr>
        <p:spPr/>
        <p:txBody>
          <a:bodyPr/>
          <a:lstStyle>
            <a:lvl1pPr fontAlgn="base">
              <a:spcBef>
                <a:spcPct val="0"/>
              </a:spcBef>
              <a:spcAft>
                <a:spcPct val="0"/>
              </a:spcAft>
              <a:defRPr/>
            </a:lvl1pPr>
          </a:lstStyle>
          <a:p>
            <a:pPr>
              <a:defRPr/>
            </a:pPr>
            <a:endParaRPr lang="en-US"/>
          </a:p>
        </p:txBody>
      </p:sp>
      <p:sp>
        <p:nvSpPr>
          <p:cNvPr id="5" name="Slide Number Placeholder 4">
            <a:extLst>
              <a:ext uri="{FF2B5EF4-FFF2-40B4-BE49-F238E27FC236}">
                <a16:creationId xmlns:a16="http://schemas.microsoft.com/office/drawing/2014/main" id="{B6BEDB2C-303D-F345-B467-9704440B7FE7}"/>
              </a:ext>
            </a:extLst>
          </p:cNvPr>
          <p:cNvSpPr>
            <a:spLocks noGrp="1"/>
          </p:cNvSpPr>
          <p:nvPr>
            <p:ph type="sldNum" sz="quarter" idx="12"/>
          </p:nvPr>
        </p:nvSpPr>
        <p:spPr/>
        <p:txBody>
          <a:bodyPr/>
          <a:lstStyle>
            <a:lvl1pPr>
              <a:defRPr/>
            </a:lvl1pPr>
          </a:lstStyle>
          <a:p>
            <a:fld id="{6836164D-ABFE-4842-B14F-C7B067FC6BCC}" type="slidenum">
              <a:rPr lang="en-US" altLang="en-US"/>
              <a:pPr/>
              <a:t>‹#›</a:t>
            </a:fld>
            <a:endParaRPr lang="en-US" altLang="en-US"/>
          </a:p>
        </p:txBody>
      </p:sp>
    </p:spTree>
    <p:extLst>
      <p:ext uri="{BB962C8B-B14F-4D97-AF65-F5344CB8AC3E}">
        <p14:creationId xmlns:p14="http://schemas.microsoft.com/office/powerpoint/2010/main" val="31075188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7C2DF3-9467-A44E-B989-9DC699DCE485}"/>
              </a:ext>
            </a:extLst>
          </p:cNvPr>
          <p:cNvSpPr>
            <a:spLocks noGrp="1"/>
          </p:cNvSpPr>
          <p:nvPr>
            <p:ph type="dt" sz="half" idx="10"/>
          </p:nvPr>
        </p:nvSpPr>
        <p:spPr/>
        <p:txBody>
          <a:bodyPr/>
          <a:lstStyle>
            <a:lvl1pPr>
              <a:defRPr/>
            </a:lvl1pPr>
          </a:lstStyle>
          <a:p>
            <a:fld id="{2AED3FC0-2735-3A4E-BFA1-F3E94226470D}" type="datetime1">
              <a:rPr lang="en-US" altLang="en-US"/>
              <a:pPr/>
              <a:t>3/17/25</a:t>
            </a:fld>
            <a:endParaRPr lang="en-US" altLang="en-US"/>
          </a:p>
        </p:txBody>
      </p:sp>
      <p:sp>
        <p:nvSpPr>
          <p:cNvPr id="3" name="Footer Placeholder 2">
            <a:extLst>
              <a:ext uri="{FF2B5EF4-FFF2-40B4-BE49-F238E27FC236}">
                <a16:creationId xmlns:a16="http://schemas.microsoft.com/office/drawing/2014/main" id="{3864EF48-C55D-E845-8D4D-F23CD171788F}"/>
              </a:ext>
            </a:extLst>
          </p:cNvPr>
          <p:cNvSpPr>
            <a:spLocks noGrp="1"/>
          </p:cNvSpPr>
          <p:nvPr>
            <p:ph type="ftr" sz="quarter" idx="11"/>
          </p:nvPr>
        </p:nvSpPr>
        <p:spPr/>
        <p:txBody>
          <a:bodyPr/>
          <a:lstStyle>
            <a:lvl1pPr fontAlgn="base">
              <a:spcBef>
                <a:spcPct val="0"/>
              </a:spcBef>
              <a:spcAft>
                <a:spcPct val="0"/>
              </a:spcAft>
              <a:defRPr/>
            </a:lvl1pPr>
          </a:lstStyle>
          <a:p>
            <a:pPr>
              <a:defRPr/>
            </a:pPr>
            <a:endParaRPr lang="en-US"/>
          </a:p>
        </p:txBody>
      </p:sp>
      <p:sp>
        <p:nvSpPr>
          <p:cNvPr id="4" name="Slide Number Placeholder 3">
            <a:extLst>
              <a:ext uri="{FF2B5EF4-FFF2-40B4-BE49-F238E27FC236}">
                <a16:creationId xmlns:a16="http://schemas.microsoft.com/office/drawing/2014/main" id="{45C81EE2-98FE-0543-8608-539ECCE9D635}"/>
              </a:ext>
            </a:extLst>
          </p:cNvPr>
          <p:cNvSpPr>
            <a:spLocks noGrp="1"/>
          </p:cNvSpPr>
          <p:nvPr>
            <p:ph type="sldNum" sz="quarter" idx="12"/>
          </p:nvPr>
        </p:nvSpPr>
        <p:spPr/>
        <p:txBody>
          <a:bodyPr/>
          <a:lstStyle>
            <a:lvl1pPr>
              <a:defRPr/>
            </a:lvl1pPr>
          </a:lstStyle>
          <a:p>
            <a:fld id="{3375374C-6EA5-7D4E-8BD7-17CBA0AC989D}" type="slidenum">
              <a:rPr lang="en-US" altLang="en-US"/>
              <a:pPr/>
              <a:t>‹#›</a:t>
            </a:fld>
            <a:endParaRPr lang="en-US" altLang="en-US"/>
          </a:p>
        </p:txBody>
      </p:sp>
    </p:spTree>
    <p:extLst>
      <p:ext uri="{BB962C8B-B14F-4D97-AF65-F5344CB8AC3E}">
        <p14:creationId xmlns:p14="http://schemas.microsoft.com/office/powerpoint/2010/main" val="18891154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27542"/>
            <a:ext cx="3008313" cy="968375"/>
          </a:xfrm>
        </p:spPr>
        <p:txBody>
          <a:bodyPr anchor="b"/>
          <a:lstStyle>
            <a:lvl1pPr algn="l">
              <a:defRPr sz="1667" b="1"/>
            </a:lvl1pPr>
          </a:lstStyle>
          <a:p>
            <a:r>
              <a:rPr lang="en-US"/>
              <a:t>Click to edit Master title style</a:t>
            </a:r>
          </a:p>
        </p:txBody>
      </p:sp>
      <p:sp>
        <p:nvSpPr>
          <p:cNvPr id="3" name="Content Placeholder 2"/>
          <p:cNvSpPr>
            <a:spLocks noGrp="1"/>
          </p:cNvSpPr>
          <p:nvPr>
            <p:ph idx="1"/>
          </p:nvPr>
        </p:nvSpPr>
        <p:spPr>
          <a:xfrm>
            <a:off x="3575050" y="227542"/>
            <a:ext cx="5111750" cy="4877594"/>
          </a:xfrm>
        </p:spPr>
        <p:txBody>
          <a:bodyPr/>
          <a:lstStyle>
            <a:lvl1pPr>
              <a:defRPr sz="2667"/>
            </a:lvl1pPr>
            <a:lvl2pPr>
              <a:defRPr sz="2333"/>
            </a:lvl2pPr>
            <a:lvl3pPr>
              <a:defRPr sz="2000"/>
            </a:lvl3pPr>
            <a:lvl4pPr>
              <a:defRPr sz="1667"/>
            </a:lvl4pPr>
            <a:lvl5pPr>
              <a:defRPr sz="1667"/>
            </a:lvl5pPr>
            <a:lvl6pPr>
              <a:defRPr sz="1667"/>
            </a:lvl6pPr>
            <a:lvl7pPr>
              <a:defRPr sz="1667"/>
            </a:lvl7pPr>
            <a:lvl8pPr>
              <a:defRPr sz="1667"/>
            </a:lvl8pPr>
            <a:lvl9pPr>
              <a:defRPr sz="1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195917"/>
            <a:ext cx="3008313" cy="3909219"/>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2F9A4B9-E340-2A41-94A2-22E606A03601}"/>
              </a:ext>
            </a:extLst>
          </p:cNvPr>
          <p:cNvSpPr>
            <a:spLocks noGrp="1"/>
          </p:cNvSpPr>
          <p:nvPr>
            <p:ph type="dt" sz="half" idx="10"/>
          </p:nvPr>
        </p:nvSpPr>
        <p:spPr/>
        <p:txBody>
          <a:bodyPr/>
          <a:lstStyle>
            <a:lvl1pPr>
              <a:defRPr/>
            </a:lvl1pPr>
          </a:lstStyle>
          <a:p>
            <a:fld id="{E69DB4D0-7D49-464C-B7E2-C8D049047946}" type="datetime1">
              <a:rPr lang="en-US" altLang="en-US"/>
              <a:pPr/>
              <a:t>3/17/25</a:t>
            </a:fld>
            <a:endParaRPr lang="en-US" altLang="en-US"/>
          </a:p>
        </p:txBody>
      </p:sp>
      <p:sp>
        <p:nvSpPr>
          <p:cNvPr id="6" name="Footer Placeholder 5">
            <a:extLst>
              <a:ext uri="{FF2B5EF4-FFF2-40B4-BE49-F238E27FC236}">
                <a16:creationId xmlns:a16="http://schemas.microsoft.com/office/drawing/2014/main" id="{E20552FB-F6C7-1E43-9CC7-3F924F42EAD2}"/>
              </a:ext>
            </a:extLst>
          </p:cNvPr>
          <p:cNvSpPr>
            <a:spLocks noGrp="1"/>
          </p:cNvSpPr>
          <p:nvPr>
            <p:ph type="ftr" sz="quarter" idx="11"/>
          </p:nvPr>
        </p:nvSpPr>
        <p:spPr/>
        <p:txBody>
          <a:bodyPr/>
          <a:lstStyle>
            <a:lvl1pPr fontAlgn="base">
              <a:spcBef>
                <a:spcPct val="0"/>
              </a:spcBef>
              <a:spcAft>
                <a:spcPct val="0"/>
              </a:spcAft>
              <a:defRPr/>
            </a:lvl1pPr>
          </a:lstStyle>
          <a:p>
            <a:pPr>
              <a:defRPr/>
            </a:pPr>
            <a:endParaRPr lang="en-US"/>
          </a:p>
        </p:txBody>
      </p:sp>
      <p:sp>
        <p:nvSpPr>
          <p:cNvPr id="7" name="Slide Number Placeholder 6">
            <a:extLst>
              <a:ext uri="{FF2B5EF4-FFF2-40B4-BE49-F238E27FC236}">
                <a16:creationId xmlns:a16="http://schemas.microsoft.com/office/drawing/2014/main" id="{8556F653-6840-ED44-AE53-8C0322D28A1A}"/>
              </a:ext>
            </a:extLst>
          </p:cNvPr>
          <p:cNvSpPr>
            <a:spLocks noGrp="1"/>
          </p:cNvSpPr>
          <p:nvPr>
            <p:ph type="sldNum" sz="quarter" idx="12"/>
          </p:nvPr>
        </p:nvSpPr>
        <p:spPr/>
        <p:txBody>
          <a:bodyPr/>
          <a:lstStyle>
            <a:lvl1pPr>
              <a:defRPr/>
            </a:lvl1pPr>
          </a:lstStyle>
          <a:p>
            <a:fld id="{C26BEE3A-0DD6-3142-BF9D-1CAB0763842B}" type="slidenum">
              <a:rPr lang="en-US" altLang="en-US"/>
              <a:pPr/>
              <a:t>‹#›</a:t>
            </a:fld>
            <a:endParaRPr lang="en-US" altLang="en-US"/>
          </a:p>
        </p:txBody>
      </p:sp>
    </p:spTree>
    <p:extLst>
      <p:ext uri="{BB962C8B-B14F-4D97-AF65-F5344CB8AC3E}">
        <p14:creationId xmlns:p14="http://schemas.microsoft.com/office/powerpoint/2010/main" val="44631259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667"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rtlCol="0">
            <a:normAutofit/>
          </a:bodyPr>
          <a:lstStyle>
            <a:lvl1pPr marL="0" indent="0">
              <a:buNone/>
              <a:defRPr sz="2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pPr lvl="0"/>
            <a:endParaRPr lang="en-US" noProof="0"/>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C08B3FC2-7CCD-4546-9B52-FAD64DB1BAC6}"/>
              </a:ext>
            </a:extLst>
          </p:cNvPr>
          <p:cNvSpPr>
            <a:spLocks noGrp="1"/>
          </p:cNvSpPr>
          <p:nvPr>
            <p:ph type="dt" sz="half" idx="10"/>
          </p:nvPr>
        </p:nvSpPr>
        <p:spPr/>
        <p:txBody>
          <a:bodyPr/>
          <a:lstStyle>
            <a:lvl1pPr>
              <a:defRPr/>
            </a:lvl1pPr>
          </a:lstStyle>
          <a:p>
            <a:fld id="{B8FE8A30-EFFE-B548-8850-69FC385EC86A}" type="datetime1">
              <a:rPr lang="en-US" altLang="en-US"/>
              <a:pPr/>
              <a:t>3/17/25</a:t>
            </a:fld>
            <a:endParaRPr lang="en-US" altLang="en-US"/>
          </a:p>
        </p:txBody>
      </p:sp>
      <p:sp>
        <p:nvSpPr>
          <p:cNvPr id="6" name="Footer Placeholder 5">
            <a:extLst>
              <a:ext uri="{FF2B5EF4-FFF2-40B4-BE49-F238E27FC236}">
                <a16:creationId xmlns:a16="http://schemas.microsoft.com/office/drawing/2014/main" id="{7FE65045-9606-6643-8F3B-5574B3638724}"/>
              </a:ext>
            </a:extLst>
          </p:cNvPr>
          <p:cNvSpPr>
            <a:spLocks noGrp="1"/>
          </p:cNvSpPr>
          <p:nvPr>
            <p:ph type="ftr" sz="quarter" idx="11"/>
          </p:nvPr>
        </p:nvSpPr>
        <p:spPr/>
        <p:txBody>
          <a:bodyPr/>
          <a:lstStyle>
            <a:lvl1pPr fontAlgn="base">
              <a:spcBef>
                <a:spcPct val="0"/>
              </a:spcBef>
              <a:spcAft>
                <a:spcPct val="0"/>
              </a:spcAft>
              <a:defRPr/>
            </a:lvl1pPr>
          </a:lstStyle>
          <a:p>
            <a:pPr>
              <a:defRPr/>
            </a:pPr>
            <a:endParaRPr lang="en-US"/>
          </a:p>
        </p:txBody>
      </p:sp>
      <p:sp>
        <p:nvSpPr>
          <p:cNvPr id="7" name="Slide Number Placeholder 6">
            <a:extLst>
              <a:ext uri="{FF2B5EF4-FFF2-40B4-BE49-F238E27FC236}">
                <a16:creationId xmlns:a16="http://schemas.microsoft.com/office/drawing/2014/main" id="{F051DE6A-A9C9-7045-A60B-80D22BB370A4}"/>
              </a:ext>
            </a:extLst>
          </p:cNvPr>
          <p:cNvSpPr>
            <a:spLocks noGrp="1"/>
          </p:cNvSpPr>
          <p:nvPr>
            <p:ph type="sldNum" sz="quarter" idx="12"/>
          </p:nvPr>
        </p:nvSpPr>
        <p:spPr/>
        <p:txBody>
          <a:bodyPr/>
          <a:lstStyle>
            <a:lvl1pPr>
              <a:defRPr/>
            </a:lvl1pPr>
          </a:lstStyle>
          <a:p>
            <a:fld id="{BDBE897A-09DA-1143-B4F2-F4992D494C62}" type="slidenum">
              <a:rPr lang="en-US" altLang="en-US"/>
              <a:pPr/>
              <a:t>‹#›</a:t>
            </a:fld>
            <a:endParaRPr lang="en-US" altLang="en-US"/>
          </a:p>
        </p:txBody>
      </p:sp>
    </p:spTree>
    <p:extLst>
      <p:ext uri="{BB962C8B-B14F-4D97-AF65-F5344CB8AC3E}">
        <p14:creationId xmlns:p14="http://schemas.microsoft.com/office/powerpoint/2010/main" val="27219579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8A87107-7662-0746-8DEC-12A9E2370D93}"/>
              </a:ext>
            </a:extLst>
          </p:cNvPr>
          <p:cNvSpPr>
            <a:spLocks noGrp="1"/>
          </p:cNvSpPr>
          <p:nvPr>
            <p:ph type="dt" sz="half" idx="10"/>
          </p:nvPr>
        </p:nvSpPr>
        <p:spPr/>
        <p:txBody>
          <a:bodyPr/>
          <a:lstStyle>
            <a:lvl1pPr>
              <a:defRPr/>
            </a:lvl1pPr>
          </a:lstStyle>
          <a:p>
            <a:fld id="{3C81E27D-2413-BB40-92C7-43F41CE43911}" type="datetime1">
              <a:rPr lang="en-US" altLang="en-US"/>
              <a:pPr/>
              <a:t>3/17/25</a:t>
            </a:fld>
            <a:endParaRPr lang="en-US" altLang="en-US"/>
          </a:p>
        </p:txBody>
      </p:sp>
      <p:sp>
        <p:nvSpPr>
          <p:cNvPr id="5" name="Footer Placeholder 4">
            <a:extLst>
              <a:ext uri="{FF2B5EF4-FFF2-40B4-BE49-F238E27FC236}">
                <a16:creationId xmlns:a16="http://schemas.microsoft.com/office/drawing/2014/main" id="{2516A138-CDFD-F140-9FB6-8CABC3ED897F}"/>
              </a:ext>
            </a:extLst>
          </p:cNvPr>
          <p:cNvSpPr>
            <a:spLocks noGrp="1"/>
          </p:cNvSpPr>
          <p:nvPr>
            <p:ph type="ftr" sz="quarter" idx="11"/>
          </p:nvPr>
        </p:nvSpPr>
        <p:spPr/>
        <p:txBody>
          <a:bodyPr/>
          <a:lstStyle>
            <a:lvl1pPr fontAlgn="base">
              <a:spcBef>
                <a:spcPct val="0"/>
              </a:spcBef>
              <a:spcAft>
                <a:spcPct val="0"/>
              </a:spcAft>
              <a:defRPr/>
            </a:lvl1pPr>
          </a:lstStyle>
          <a:p>
            <a:pPr>
              <a:defRPr/>
            </a:pPr>
            <a:endParaRPr lang="en-US"/>
          </a:p>
        </p:txBody>
      </p:sp>
      <p:sp>
        <p:nvSpPr>
          <p:cNvPr id="6" name="Slide Number Placeholder 5">
            <a:extLst>
              <a:ext uri="{FF2B5EF4-FFF2-40B4-BE49-F238E27FC236}">
                <a16:creationId xmlns:a16="http://schemas.microsoft.com/office/drawing/2014/main" id="{A83CE8B3-FC61-864B-A187-EAE444E53CEE}"/>
              </a:ext>
            </a:extLst>
          </p:cNvPr>
          <p:cNvSpPr>
            <a:spLocks noGrp="1"/>
          </p:cNvSpPr>
          <p:nvPr>
            <p:ph type="sldNum" sz="quarter" idx="12"/>
          </p:nvPr>
        </p:nvSpPr>
        <p:spPr/>
        <p:txBody>
          <a:bodyPr/>
          <a:lstStyle>
            <a:lvl1pPr>
              <a:defRPr/>
            </a:lvl1pPr>
          </a:lstStyle>
          <a:p>
            <a:fld id="{9CDF6D37-D41E-624D-852F-0C8DAE802EC5}" type="slidenum">
              <a:rPr lang="en-US" altLang="en-US"/>
              <a:pPr/>
              <a:t>‹#›</a:t>
            </a:fld>
            <a:endParaRPr lang="en-US" altLang="en-US"/>
          </a:p>
        </p:txBody>
      </p:sp>
    </p:spTree>
    <p:extLst>
      <p:ext uri="{BB962C8B-B14F-4D97-AF65-F5344CB8AC3E}">
        <p14:creationId xmlns:p14="http://schemas.microsoft.com/office/powerpoint/2010/main" val="35335633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5"/>
            <a:ext cx="2057400"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865"/>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C1CA1-6368-D740-BF9A-C675C767DFFF}"/>
              </a:ext>
            </a:extLst>
          </p:cNvPr>
          <p:cNvSpPr>
            <a:spLocks noGrp="1"/>
          </p:cNvSpPr>
          <p:nvPr>
            <p:ph type="dt" sz="half" idx="10"/>
          </p:nvPr>
        </p:nvSpPr>
        <p:spPr/>
        <p:txBody>
          <a:bodyPr/>
          <a:lstStyle>
            <a:lvl1pPr>
              <a:defRPr/>
            </a:lvl1pPr>
          </a:lstStyle>
          <a:p>
            <a:fld id="{7828C628-721C-A245-8967-12CDF0EB8194}" type="datetime1">
              <a:rPr lang="en-US" altLang="en-US"/>
              <a:pPr/>
              <a:t>3/17/25</a:t>
            </a:fld>
            <a:endParaRPr lang="en-US" altLang="en-US"/>
          </a:p>
        </p:txBody>
      </p:sp>
      <p:sp>
        <p:nvSpPr>
          <p:cNvPr id="5" name="Footer Placeholder 4">
            <a:extLst>
              <a:ext uri="{FF2B5EF4-FFF2-40B4-BE49-F238E27FC236}">
                <a16:creationId xmlns:a16="http://schemas.microsoft.com/office/drawing/2014/main" id="{C860C902-C732-D04D-A278-FCF953606601}"/>
              </a:ext>
            </a:extLst>
          </p:cNvPr>
          <p:cNvSpPr>
            <a:spLocks noGrp="1"/>
          </p:cNvSpPr>
          <p:nvPr>
            <p:ph type="ftr" sz="quarter" idx="11"/>
          </p:nvPr>
        </p:nvSpPr>
        <p:spPr/>
        <p:txBody>
          <a:bodyPr/>
          <a:lstStyle>
            <a:lvl1pPr fontAlgn="base">
              <a:spcBef>
                <a:spcPct val="0"/>
              </a:spcBef>
              <a:spcAft>
                <a:spcPct val="0"/>
              </a:spcAft>
              <a:defRPr/>
            </a:lvl1pPr>
          </a:lstStyle>
          <a:p>
            <a:pPr>
              <a:defRPr/>
            </a:pPr>
            <a:endParaRPr lang="en-US"/>
          </a:p>
        </p:txBody>
      </p:sp>
      <p:sp>
        <p:nvSpPr>
          <p:cNvPr id="6" name="Slide Number Placeholder 5">
            <a:extLst>
              <a:ext uri="{FF2B5EF4-FFF2-40B4-BE49-F238E27FC236}">
                <a16:creationId xmlns:a16="http://schemas.microsoft.com/office/drawing/2014/main" id="{1FB39F9F-6CB7-F242-A369-46B1B9849C9B}"/>
              </a:ext>
            </a:extLst>
          </p:cNvPr>
          <p:cNvSpPr>
            <a:spLocks noGrp="1"/>
          </p:cNvSpPr>
          <p:nvPr>
            <p:ph type="sldNum" sz="quarter" idx="12"/>
          </p:nvPr>
        </p:nvSpPr>
        <p:spPr/>
        <p:txBody>
          <a:bodyPr/>
          <a:lstStyle>
            <a:lvl1pPr>
              <a:defRPr/>
            </a:lvl1pPr>
          </a:lstStyle>
          <a:p>
            <a:fld id="{104BA45B-F7A8-5B45-910A-465F907EAC78}" type="slidenum">
              <a:rPr lang="en-US" altLang="en-US"/>
              <a:pPr/>
              <a:t>‹#›</a:t>
            </a:fld>
            <a:endParaRPr lang="en-US" altLang="en-US"/>
          </a:p>
        </p:txBody>
      </p:sp>
    </p:spTree>
    <p:extLst>
      <p:ext uri="{BB962C8B-B14F-4D97-AF65-F5344CB8AC3E}">
        <p14:creationId xmlns:p14="http://schemas.microsoft.com/office/powerpoint/2010/main" val="122366917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a:t>Click to edit Master title style</a:t>
            </a:r>
          </a:p>
        </p:txBody>
      </p:sp>
      <p:sp>
        <p:nvSpPr>
          <p:cNvPr id="3" name="Subtitle 2"/>
          <p:cNvSpPr>
            <a:spLocks noGrp="1"/>
          </p:cNvSpPr>
          <p:nvPr>
            <p:ph type="subTitle" idx="1"/>
          </p:nvPr>
        </p:nvSpPr>
        <p:spPr>
          <a:xfrm>
            <a:off x="1371600" y="3238500"/>
            <a:ext cx="6400800" cy="1460500"/>
          </a:xfrm>
        </p:spPr>
        <p:txBody>
          <a:bodyPr/>
          <a:lstStyle>
            <a:lvl1pPr marL="0" indent="0" algn="ctr">
              <a:buNone/>
              <a:defRPr/>
            </a:lvl1pPr>
            <a:lvl2pPr marL="380985" indent="0" algn="ctr">
              <a:buNone/>
              <a:defRPr/>
            </a:lvl2pPr>
            <a:lvl3pPr marL="761970" indent="0" algn="ctr">
              <a:buNone/>
              <a:defRPr/>
            </a:lvl3pPr>
            <a:lvl4pPr marL="1142954" indent="0" algn="ctr">
              <a:buNone/>
              <a:defRPr/>
            </a:lvl4pPr>
            <a:lvl5pPr marL="1523939" indent="0" algn="ctr">
              <a:buNone/>
              <a:defRPr/>
            </a:lvl5pPr>
            <a:lvl6pPr marL="1904924" indent="0" algn="ctr">
              <a:buNone/>
              <a:defRPr/>
            </a:lvl6pPr>
            <a:lvl7pPr marL="2285909" indent="0" algn="ctr">
              <a:buNone/>
              <a:defRPr/>
            </a:lvl7pPr>
            <a:lvl8pPr marL="2666893" indent="0" algn="ctr">
              <a:buNone/>
              <a:defRPr/>
            </a:lvl8pPr>
            <a:lvl9pPr marL="3047878"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AC47CF78-7211-6C4A-8957-CA4DE31D164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21075269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1A1C789B-CBAE-6C45-8B31-914068D776B7}"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40104172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7"/>
            <a:ext cx="7772400" cy="1135063"/>
          </a:xfrm>
        </p:spPr>
        <p:txBody>
          <a:bodyPr anchor="t"/>
          <a:lstStyle>
            <a:lvl1pPr algn="l">
              <a:defRPr sz="3333" b="1" cap="all"/>
            </a:lvl1pPr>
          </a:lstStyle>
          <a:p>
            <a:r>
              <a:rPr lang="en-US"/>
              <a:t>Click to edit Master title style</a:t>
            </a:r>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1667"/>
            </a:lvl1pPr>
            <a:lvl2pPr marL="380985" indent="0">
              <a:buNone/>
              <a:defRPr sz="1500"/>
            </a:lvl2pPr>
            <a:lvl3pPr marL="761970" indent="0">
              <a:buNone/>
              <a:defRPr sz="1333"/>
            </a:lvl3pPr>
            <a:lvl4pPr marL="1142954" indent="0">
              <a:buNone/>
              <a:defRPr sz="1167"/>
            </a:lvl4pPr>
            <a:lvl5pPr marL="1523939" indent="0">
              <a:buNone/>
              <a:defRPr sz="1167"/>
            </a:lvl5pPr>
            <a:lvl6pPr marL="1904924" indent="0">
              <a:buNone/>
              <a:defRPr sz="1167"/>
            </a:lvl6pPr>
            <a:lvl7pPr marL="2285909" indent="0">
              <a:buNone/>
              <a:defRPr sz="1167"/>
            </a:lvl7pPr>
            <a:lvl8pPr marL="2666893" indent="0">
              <a:buNone/>
              <a:defRPr sz="1167"/>
            </a:lvl8pPr>
            <a:lvl9pPr marL="3047878" indent="0">
              <a:buNone/>
              <a:defRPr sz="1167"/>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570D3775-974B-B647-8C2E-BFE6B10EBF32}"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7362724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1000"/>
            <a:ext cx="3810000" cy="3429000"/>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1000"/>
            <a:ext cx="3810000" cy="3429000"/>
          </a:xfrm>
        </p:spPr>
        <p:txBody>
          <a:bodyPr/>
          <a:lstStyle>
            <a:lvl1pPr>
              <a:defRPr sz="2333"/>
            </a:lvl1pPr>
            <a:lvl2pPr>
              <a:defRPr sz="2000"/>
            </a:lvl2pPr>
            <a:lvl3pPr>
              <a:defRPr sz="1667"/>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6B053B9-7342-3845-8219-B1D96B4219D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653526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865"/>
            <a:ext cx="8229600" cy="9525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79261"/>
            <a:ext cx="4040188"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279261"/>
            <a:ext cx="4041775" cy="533135"/>
          </a:xfrm>
        </p:spPr>
        <p:txBody>
          <a:bodyPr anchor="b"/>
          <a:lstStyle>
            <a:lvl1pPr marL="0" indent="0">
              <a:buNone/>
              <a:defRPr sz="2000" b="1"/>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en-US"/>
              <a:t>Click to edit Master text styles</a:t>
            </a:r>
          </a:p>
        </p:txBody>
      </p:sp>
      <p:sp>
        <p:nvSpPr>
          <p:cNvPr id="6" name="Content Placeholder 5"/>
          <p:cNvSpPr>
            <a:spLocks noGrp="1"/>
          </p:cNvSpPr>
          <p:nvPr>
            <p:ph sz="quarter" idx="4"/>
          </p:nvPr>
        </p:nvSpPr>
        <p:spPr>
          <a:xfrm>
            <a:off x="4645026" y="1812396"/>
            <a:ext cx="4041775" cy="3292740"/>
          </a:xfrm>
        </p:spPr>
        <p:txBody>
          <a:bodyPr/>
          <a:lstStyle>
            <a:lvl1pPr>
              <a:defRPr sz="2000"/>
            </a:lvl1pPr>
            <a:lvl2pPr>
              <a:defRPr sz="1667"/>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9" name="Rectangle 6"/>
          <p:cNvSpPr>
            <a:spLocks noGrp="1" noChangeArrowheads="1"/>
          </p:cNvSpPr>
          <p:nvPr>
            <p:ph type="sldNum" sz="quarter" idx="12"/>
          </p:nvPr>
        </p:nvSpPr>
        <p:spPr>
          <a:ln/>
        </p:spPr>
        <p:txBody>
          <a:bodyPr/>
          <a:lstStyle>
            <a:lvl1pPr>
              <a:defRPr/>
            </a:lvl1pPr>
          </a:lstStyle>
          <a:p>
            <a:pPr>
              <a:defRPr/>
            </a:pPr>
            <a:fld id="{30917752-8B1F-C746-83E6-CE02E4FB4E8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21512062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5" name="Rectangle 6"/>
          <p:cNvSpPr>
            <a:spLocks noGrp="1" noChangeArrowheads="1"/>
          </p:cNvSpPr>
          <p:nvPr>
            <p:ph type="sldNum" sz="quarter" idx="12"/>
          </p:nvPr>
        </p:nvSpPr>
        <p:spPr>
          <a:ln/>
        </p:spPr>
        <p:txBody>
          <a:bodyPr/>
          <a:lstStyle>
            <a:lvl1pPr>
              <a:defRPr/>
            </a:lvl1pPr>
          </a:lstStyle>
          <a:p>
            <a:pPr>
              <a:defRPr/>
            </a:pPr>
            <a:fld id="{D576FEFA-23EB-AA4A-BB2D-13680F9A286D}"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48093872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4" name="Rectangle 6"/>
          <p:cNvSpPr>
            <a:spLocks noGrp="1" noChangeArrowheads="1"/>
          </p:cNvSpPr>
          <p:nvPr>
            <p:ph type="sldNum" sz="quarter" idx="12"/>
          </p:nvPr>
        </p:nvSpPr>
        <p:spPr>
          <a:ln/>
        </p:spPr>
        <p:txBody>
          <a:bodyPr/>
          <a:lstStyle>
            <a:lvl1pPr>
              <a:defRPr/>
            </a:lvl1pPr>
          </a:lstStyle>
          <a:p>
            <a:pPr>
              <a:defRPr/>
            </a:pPr>
            <a:fld id="{6E94EA1F-78CF-F249-B0C3-4EC49FD3879B}"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57189943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27542"/>
            <a:ext cx="3008313" cy="968375"/>
          </a:xfrm>
        </p:spPr>
        <p:txBody>
          <a:bodyPr anchor="b"/>
          <a:lstStyle>
            <a:lvl1pPr algn="l">
              <a:defRPr sz="1667" b="1"/>
            </a:lvl1pPr>
          </a:lstStyle>
          <a:p>
            <a:r>
              <a:rPr lang="en-US"/>
              <a:t>Click to edit Master title style</a:t>
            </a:r>
          </a:p>
        </p:txBody>
      </p:sp>
      <p:sp>
        <p:nvSpPr>
          <p:cNvPr id="3" name="Content Placeholder 2"/>
          <p:cNvSpPr>
            <a:spLocks noGrp="1"/>
          </p:cNvSpPr>
          <p:nvPr>
            <p:ph idx="1"/>
          </p:nvPr>
        </p:nvSpPr>
        <p:spPr>
          <a:xfrm>
            <a:off x="3575050" y="227542"/>
            <a:ext cx="5111750" cy="4877594"/>
          </a:xfrm>
        </p:spPr>
        <p:txBody>
          <a:bodyPr/>
          <a:lstStyle>
            <a:lvl1pPr>
              <a:defRPr sz="2667"/>
            </a:lvl1pPr>
            <a:lvl2pPr>
              <a:defRPr sz="2333"/>
            </a:lvl2pPr>
            <a:lvl3pPr>
              <a:defRPr sz="2000"/>
            </a:lvl3pPr>
            <a:lvl4pPr>
              <a:defRPr sz="1667"/>
            </a:lvl4pPr>
            <a:lvl5pPr>
              <a:defRPr sz="1667"/>
            </a:lvl5pPr>
            <a:lvl6pPr>
              <a:defRPr sz="1667"/>
            </a:lvl6pPr>
            <a:lvl7pPr>
              <a:defRPr sz="1667"/>
            </a:lvl7pPr>
            <a:lvl8pPr>
              <a:defRPr sz="1667"/>
            </a:lvl8pPr>
            <a:lvl9pPr>
              <a:defRPr sz="16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195917"/>
            <a:ext cx="3008313" cy="3909219"/>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63C51882-CED8-AE45-8F0B-9C41FD01700F}"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403400759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1667" b="1"/>
            </a:lvl1pPr>
          </a:lstStyle>
          <a:p>
            <a:r>
              <a:rPr lang="en-US"/>
              <a:t>Click to edit Master title style</a:t>
            </a:r>
          </a:p>
        </p:txBody>
      </p:sp>
      <p:sp>
        <p:nvSpPr>
          <p:cNvPr id="3" name="Picture Placeholder 2"/>
          <p:cNvSpPr>
            <a:spLocks noGrp="1"/>
          </p:cNvSpPr>
          <p:nvPr>
            <p:ph type="pic" idx="1"/>
          </p:nvPr>
        </p:nvSpPr>
        <p:spPr>
          <a:xfrm>
            <a:off x="1792288" y="510646"/>
            <a:ext cx="5486400" cy="3429000"/>
          </a:xfrm>
        </p:spPr>
        <p:txBody>
          <a:bodyPr/>
          <a:lstStyle>
            <a:lvl1pPr marL="0" indent="0">
              <a:buNone/>
              <a:defRPr sz="2667"/>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pPr lvl="0"/>
            <a:endParaRPr lang="en-US" noProof="0"/>
          </a:p>
        </p:txBody>
      </p:sp>
      <p:sp>
        <p:nvSpPr>
          <p:cNvPr id="4" name="Text Placeholder 3"/>
          <p:cNvSpPr>
            <a:spLocks noGrp="1"/>
          </p:cNvSpPr>
          <p:nvPr>
            <p:ph type="body" sz="half" idx="2"/>
          </p:nvPr>
        </p:nvSpPr>
        <p:spPr>
          <a:xfrm>
            <a:off x="1792288" y="4472782"/>
            <a:ext cx="5486400" cy="670718"/>
          </a:xfrm>
        </p:spPr>
        <p:txBody>
          <a:bodyPr/>
          <a:lstStyle>
            <a:lvl1pPr marL="0" indent="0">
              <a:buNone/>
              <a:defRPr sz="1167"/>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EF550ABC-7AF7-DC40-96AC-8A9399618501}"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12353923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0A697717-DCFA-4E46-85A2-81EE14BF31EA}"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70132436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08000"/>
            <a:ext cx="1943100" cy="4572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508000"/>
            <a:ext cx="5676900"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6" name="Rectangle 6"/>
          <p:cNvSpPr>
            <a:spLocks noGrp="1" noChangeArrowheads="1"/>
          </p:cNvSpPr>
          <p:nvPr>
            <p:ph type="sldNum" sz="quarter" idx="12"/>
          </p:nvPr>
        </p:nvSpPr>
        <p:spPr>
          <a:ln/>
        </p:spPr>
        <p:txBody>
          <a:bodyPr/>
          <a:lstStyle>
            <a:lvl1pPr>
              <a:defRPr/>
            </a:lvl1pPr>
          </a:lstStyle>
          <a:p>
            <a:pPr>
              <a:defRPr/>
            </a:pPr>
            <a:fld id="{285104A2-0D28-0945-8DD6-C08C2F2FD698}"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91642533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685800" y="508000"/>
            <a:ext cx="7772400" cy="952500"/>
          </a:xfrm>
        </p:spPr>
        <p:txBody>
          <a:bodyPr/>
          <a:lstStyle/>
          <a:p>
            <a:r>
              <a:rPr lang="en-US"/>
              <a:t>Click to edit Master title style</a:t>
            </a:r>
          </a:p>
        </p:txBody>
      </p:sp>
      <p:sp>
        <p:nvSpPr>
          <p:cNvPr id="3" name="ClipArt Placeholder 2"/>
          <p:cNvSpPr>
            <a:spLocks noGrp="1"/>
          </p:cNvSpPr>
          <p:nvPr>
            <p:ph type="clipArt" sz="half" idx="1"/>
          </p:nvPr>
        </p:nvSpPr>
        <p:spPr>
          <a:xfrm>
            <a:off x="685800" y="1651000"/>
            <a:ext cx="3810000" cy="3429000"/>
          </a:xfrm>
        </p:spPr>
        <p:txBody>
          <a:bodyPr/>
          <a:lstStyle/>
          <a:p>
            <a:pPr lvl="0"/>
            <a:endParaRPr lang="en-US" noProof="0"/>
          </a:p>
        </p:txBody>
      </p:sp>
      <p:sp>
        <p:nvSpPr>
          <p:cNvPr id="4" name="Text Placeholder 3"/>
          <p:cNvSpPr>
            <a:spLocks noGrp="1"/>
          </p:cNvSpPr>
          <p:nvPr>
            <p:ph type="body" sz="half" idx="2"/>
          </p:nvPr>
        </p:nvSpPr>
        <p:spPr>
          <a:xfrm>
            <a:off x="4648200" y="1651000"/>
            <a:ext cx="3810000"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solidFill>
                <a:srgbClr val="000000"/>
              </a:solidFill>
            </a:endParaRPr>
          </a:p>
        </p:txBody>
      </p:sp>
      <p:sp>
        <p:nvSpPr>
          <p:cNvPr id="7" name="Rectangle 6"/>
          <p:cNvSpPr>
            <a:spLocks noGrp="1" noChangeArrowheads="1"/>
          </p:cNvSpPr>
          <p:nvPr>
            <p:ph type="sldNum" sz="quarter" idx="12"/>
          </p:nvPr>
        </p:nvSpPr>
        <p:spPr>
          <a:ln/>
        </p:spPr>
        <p:txBody>
          <a:bodyPr/>
          <a:lstStyle>
            <a:lvl1pPr>
              <a:defRPr/>
            </a:lvl1pPr>
          </a:lstStyle>
          <a:p>
            <a:pPr>
              <a:defRPr/>
            </a:pPr>
            <a:fld id="{30A22F6B-30BC-0B42-999D-6A7FA417EDF9}"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3735163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5.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B1A13541-BA7F-4547-B615-C8F61955BC15}"/>
              </a:ext>
            </a:extLst>
          </p:cNvPr>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ABA90CA-D68F-2D46-A986-D1BC55722904}"/>
              </a:ext>
            </a:extLst>
          </p:cNvPr>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4185E3A-45DF-6343-89CC-020F2860067A}"/>
              </a:ext>
            </a:extLst>
          </p:cNvPr>
          <p:cNvSpPr>
            <a:spLocks noGrp="1" noChangeArrowheads="1"/>
          </p:cNvSpPr>
          <p:nvPr>
            <p:ph type="dt" sz="half" idx="2"/>
          </p:nvPr>
        </p:nvSpPr>
        <p:spPr bwMode="auto">
          <a:xfrm>
            <a:off x="457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charset="0"/>
                <a:cs typeface="Arial" charset="0"/>
              </a:defRPr>
            </a:lvl1pPr>
          </a:lstStyle>
          <a:p>
            <a:pPr>
              <a:defRPr/>
            </a:pPr>
            <a:endParaRPr lang="en-US"/>
          </a:p>
        </p:txBody>
      </p:sp>
      <p:sp>
        <p:nvSpPr>
          <p:cNvPr id="1029" name="Rectangle 5">
            <a:extLst>
              <a:ext uri="{FF2B5EF4-FFF2-40B4-BE49-F238E27FC236}">
                <a16:creationId xmlns:a16="http://schemas.microsoft.com/office/drawing/2014/main" id="{4AFBF0DE-ADFA-F948-B7FE-D8ECAC549980}"/>
              </a:ext>
            </a:extLst>
          </p:cNvPr>
          <p:cNvSpPr>
            <a:spLocks noGrp="1" noChangeArrowheads="1"/>
          </p:cNvSpPr>
          <p:nvPr>
            <p:ph type="ftr" sz="quarter" idx="3"/>
          </p:nvPr>
        </p:nvSpPr>
        <p:spPr bwMode="auto">
          <a:xfrm>
            <a:off x="3124200" y="5203825"/>
            <a:ext cx="2895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charset="0"/>
                <a:cs typeface="Arial" charset="0"/>
              </a:defRPr>
            </a:lvl1pPr>
          </a:lstStyle>
          <a:p>
            <a:pPr>
              <a:defRPr/>
            </a:pPr>
            <a:endParaRPr lang="en-US"/>
          </a:p>
        </p:txBody>
      </p:sp>
      <p:sp>
        <p:nvSpPr>
          <p:cNvPr id="1030" name="Rectangle 6">
            <a:extLst>
              <a:ext uri="{FF2B5EF4-FFF2-40B4-BE49-F238E27FC236}">
                <a16:creationId xmlns:a16="http://schemas.microsoft.com/office/drawing/2014/main" id="{5281097D-6351-F948-A27B-CA0EDE2F4ADF}"/>
              </a:ext>
            </a:extLst>
          </p:cNvPr>
          <p:cNvSpPr>
            <a:spLocks noGrp="1" noChangeArrowheads="1"/>
          </p:cNvSpPr>
          <p:nvPr>
            <p:ph type="sldNum" sz="quarter" idx="4"/>
          </p:nvPr>
        </p:nvSpPr>
        <p:spPr bwMode="auto">
          <a:xfrm>
            <a:off x="6553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088CF7C8-D8D3-C94D-B1DF-18207063135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ea typeface="Arial" charset="0"/>
          <a:cs typeface="Arial" charset="0"/>
        </a:defRPr>
      </a:lvl6pPr>
      <a:lvl7pPr marL="914400" algn="ctr" rtl="0" fontAlgn="base">
        <a:spcBef>
          <a:spcPct val="0"/>
        </a:spcBef>
        <a:spcAft>
          <a:spcPct val="0"/>
        </a:spcAft>
        <a:defRPr sz="4400">
          <a:solidFill>
            <a:schemeClr val="tx2"/>
          </a:solidFill>
          <a:latin typeface="Arial" charset="0"/>
          <a:ea typeface="Arial" charset="0"/>
          <a:cs typeface="Arial" charset="0"/>
        </a:defRPr>
      </a:lvl7pPr>
      <a:lvl8pPr marL="1371600" algn="ctr" rtl="0" fontAlgn="base">
        <a:spcBef>
          <a:spcPct val="0"/>
        </a:spcBef>
        <a:spcAft>
          <a:spcPct val="0"/>
        </a:spcAft>
        <a:defRPr sz="4400">
          <a:solidFill>
            <a:schemeClr val="tx2"/>
          </a:solidFill>
          <a:latin typeface="Arial" charset="0"/>
          <a:ea typeface="Arial" charset="0"/>
          <a:cs typeface="Arial" charset="0"/>
        </a:defRPr>
      </a:lvl8pPr>
      <a:lvl9pPr marL="1828800" algn="ctr" rtl="0" fontAlgn="base">
        <a:spcBef>
          <a:spcPct val="0"/>
        </a:spcBef>
        <a:spcAft>
          <a:spcPct val="0"/>
        </a:spcAft>
        <a:defRPr sz="4400">
          <a:solidFill>
            <a:schemeClr val="tx2"/>
          </a:solidFill>
          <a:latin typeface="Arial" charset="0"/>
          <a:ea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6DAD8054-FE77-204E-94EA-8316E5AFE0DC}"/>
              </a:ext>
            </a:extLst>
          </p:cNvPr>
          <p:cNvSpPr>
            <a:spLocks noGrp="1" noChangeArrowheads="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4339" name="Rectangle 3">
            <a:extLst>
              <a:ext uri="{FF2B5EF4-FFF2-40B4-BE49-F238E27FC236}">
                <a16:creationId xmlns:a16="http://schemas.microsoft.com/office/drawing/2014/main" id="{C746EBD4-2B0C-4741-92E1-736D88F9E851}"/>
              </a:ext>
            </a:extLst>
          </p:cNvPr>
          <p:cNvSpPr>
            <a:spLocks noGrp="1" noChangeArrowheads="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5E67B079-63E7-EB4D-AFD3-574C03A11B12}"/>
              </a:ext>
            </a:extLst>
          </p:cNvPr>
          <p:cNvSpPr>
            <a:spLocks noGrp="1" noChangeArrowheads="1"/>
          </p:cNvSpPr>
          <p:nvPr>
            <p:ph type="dt" sz="half" idx="2"/>
          </p:nvPr>
        </p:nvSpPr>
        <p:spPr bwMode="auto">
          <a:xfrm>
            <a:off x="457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solidFill>
                  <a:srgbClr val="000000"/>
                </a:solidFill>
                <a:latin typeface="Arial" charset="0"/>
                <a:ea typeface="ＭＳ Ｐゴシック" charset="0"/>
                <a:cs typeface="Arial" charset="0"/>
              </a:defRPr>
            </a:lvl1pPr>
          </a:lstStyle>
          <a:p>
            <a:pPr>
              <a:defRPr/>
            </a:pPr>
            <a:endParaRPr lang="en-US"/>
          </a:p>
        </p:txBody>
      </p:sp>
      <p:sp>
        <p:nvSpPr>
          <p:cNvPr id="1029" name="Rectangle 5">
            <a:extLst>
              <a:ext uri="{FF2B5EF4-FFF2-40B4-BE49-F238E27FC236}">
                <a16:creationId xmlns:a16="http://schemas.microsoft.com/office/drawing/2014/main" id="{4EF9EF20-BA69-E142-995D-BEDEA1AE740D}"/>
              </a:ext>
            </a:extLst>
          </p:cNvPr>
          <p:cNvSpPr>
            <a:spLocks noGrp="1" noChangeArrowheads="1"/>
          </p:cNvSpPr>
          <p:nvPr>
            <p:ph type="ftr" sz="quarter" idx="3"/>
          </p:nvPr>
        </p:nvSpPr>
        <p:spPr bwMode="auto">
          <a:xfrm>
            <a:off x="3124200" y="5203825"/>
            <a:ext cx="2895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solidFill>
                  <a:srgbClr val="000000"/>
                </a:solidFill>
                <a:latin typeface="Arial" charset="0"/>
                <a:ea typeface="ＭＳ Ｐゴシック" charset="0"/>
                <a:cs typeface="Arial" charset="0"/>
              </a:defRPr>
            </a:lvl1pPr>
          </a:lstStyle>
          <a:p>
            <a:pPr>
              <a:defRPr/>
            </a:pPr>
            <a:endParaRPr lang="en-US"/>
          </a:p>
        </p:txBody>
      </p:sp>
      <p:sp>
        <p:nvSpPr>
          <p:cNvPr id="1030" name="Rectangle 6">
            <a:extLst>
              <a:ext uri="{FF2B5EF4-FFF2-40B4-BE49-F238E27FC236}">
                <a16:creationId xmlns:a16="http://schemas.microsoft.com/office/drawing/2014/main" id="{531C4F77-7379-E340-8EAD-68D371A71DE4}"/>
              </a:ext>
            </a:extLst>
          </p:cNvPr>
          <p:cNvSpPr>
            <a:spLocks noGrp="1" noChangeArrowheads="1"/>
          </p:cNvSpPr>
          <p:nvPr>
            <p:ph type="sldNum" sz="quarter" idx="4"/>
          </p:nvPr>
        </p:nvSpPr>
        <p:spPr bwMode="auto">
          <a:xfrm>
            <a:off x="6553200" y="5203825"/>
            <a:ext cx="2133600" cy="3968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rgbClr val="000000"/>
                </a:solidFill>
              </a:defRPr>
            </a:lvl1pPr>
          </a:lstStyle>
          <a:p>
            <a:pPr>
              <a:defRPr/>
            </a:pPr>
            <a:fld id="{F2E74D46-FC18-CC4B-BC83-A925451251B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ea typeface="Arial" charset="0"/>
          <a:cs typeface="Arial" charset="0"/>
        </a:defRPr>
      </a:lvl6pPr>
      <a:lvl7pPr marL="914400" algn="ctr" rtl="0" fontAlgn="base">
        <a:spcBef>
          <a:spcPct val="0"/>
        </a:spcBef>
        <a:spcAft>
          <a:spcPct val="0"/>
        </a:spcAft>
        <a:defRPr sz="4400">
          <a:solidFill>
            <a:schemeClr val="tx2"/>
          </a:solidFill>
          <a:latin typeface="Arial" charset="0"/>
          <a:ea typeface="Arial" charset="0"/>
          <a:cs typeface="Arial" charset="0"/>
        </a:defRPr>
      </a:lvl7pPr>
      <a:lvl8pPr marL="1371600" algn="ctr" rtl="0" fontAlgn="base">
        <a:spcBef>
          <a:spcPct val="0"/>
        </a:spcBef>
        <a:spcAft>
          <a:spcPct val="0"/>
        </a:spcAft>
        <a:defRPr sz="4400">
          <a:solidFill>
            <a:schemeClr val="tx2"/>
          </a:solidFill>
          <a:latin typeface="Arial" charset="0"/>
          <a:ea typeface="Arial" charset="0"/>
          <a:cs typeface="Arial" charset="0"/>
        </a:defRPr>
      </a:lvl8pPr>
      <a:lvl9pPr marL="1828800" algn="ctr" rtl="0" fontAlgn="base">
        <a:spcBef>
          <a:spcPct val="0"/>
        </a:spcBef>
        <a:spcAft>
          <a:spcPct val="0"/>
        </a:spcAft>
        <a:defRPr sz="4400">
          <a:solidFill>
            <a:schemeClr val="tx2"/>
          </a:solidFill>
          <a:latin typeface="Arial" charset="0"/>
          <a:ea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a:solidFill>
            <a:schemeClr val="tx1"/>
          </a:solidFill>
          <a:latin typeface="+mn-lt"/>
          <a:ea typeface="+mn-ea"/>
          <a:cs typeface="+mn-cs"/>
        </a:defRPr>
      </a:lvl5pPr>
      <a:lvl6pPr marL="2514600" indent="-228600" algn="l" rtl="0" fontAlgn="base">
        <a:spcBef>
          <a:spcPct val="20000"/>
        </a:spcBef>
        <a:spcAft>
          <a:spcPct val="0"/>
        </a:spcAft>
        <a:buChar char="»"/>
        <a:defRPr sz="2000">
          <a:solidFill>
            <a:schemeClr val="tx1"/>
          </a:solidFill>
          <a:latin typeface="+mn-lt"/>
          <a:ea typeface="+mn-ea"/>
          <a:cs typeface="+mn-cs"/>
        </a:defRPr>
      </a:lvl6pPr>
      <a:lvl7pPr marL="2971800" indent="-228600" algn="l" rtl="0" fontAlgn="base">
        <a:spcBef>
          <a:spcPct val="20000"/>
        </a:spcBef>
        <a:spcAft>
          <a:spcPct val="0"/>
        </a:spcAft>
        <a:buChar char="»"/>
        <a:defRPr sz="2000">
          <a:solidFill>
            <a:schemeClr val="tx1"/>
          </a:solidFill>
          <a:latin typeface="+mn-lt"/>
          <a:ea typeface="+mn-ea"/>
          <a:cs typeface="+mn-cs"/>
        </a:defRPr>
      </a:lvl7pPr>
      <a:lvl8pPr marL="3429000" indent="-228600" algn="l" rtl="0" fontAlgn="base">
        <a:spcBef>
          <a:spcPct val="20000"/>
        </a:spcBef>
        <a:spcAft>
          <a:spcPct val="0"/>
        </a:spcAft>
        <a:buChar char="»"/>
        <a:defRPr sz="2000">
          <a:solidFill>
            <a:schemeClr val="tx1"/>
          </a:solidFill>
          <a:latin typeface="+mn-lt"/>
          <a:ea typeface="+mn-ea"/>
          <a:cs typeface="+mn-cs"/>
        </a:defRPr>
      </a:lvl8pPr>
      <a:lvl9pPr marL="3886200" indent="-228600" algn="l" rtl="0" fontAlgn="base">
        <a:spcBef>
          <a:spcPct val="20000"/>
        </a:spcBef>
        <a:spcAft>
          <a:spcPct val="0"/>
        </a:spcAft>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0DD15959-1E0F-684B-A659-1C279EFDA75B}"/>
              </a:ext>
            </a:extLst>
          </p:cNvPr>
          <p:cNvSpPr>
            <a:spLocks noGrp="1" noChangeArrowheads="1"/>
          </p:cNvSpPr>
          <p:nvPr>
            <p:ph type="title"/>
          </p:nvPr>
        </p:nvSpPr>
        <p:spPr bwMode="auto">
          <a:xfrm>
            <a:off x="685800" y="508000"/>
            <a:ext cx="77724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5603" name="Rectangle 3">
            <a:extLst>
              <a:ext uri="{FF2B5EF4-FFF2-40B4-BE49-F238E27FC236}">
                <a16:creationId xmlns:a16="http://schemas.microsoft.com/office/drawing/2014/main" id="{42881429-31AE-594E-91EB-6AD79E79F413}"/>
              </a:ext>
            </a:extLst>
          </p:cNvPr>
          <p:cNvSpPr>
            <a:spLocks noGrp="1" noChangeArrowheads="1"/>
          </p:cNvSpPr>
          <p:nvPr>
            <p:ph type="body" idx="1"/>
          </p:nvPr>
        </p:nvSpPr>
        <p:spPr bwMode="auto">
          <a:xfrm>
            <a:off x="685800" y="1651000"/>
            <a:ext cx="77724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F3236C7A-7154-1648-B217-FEFF0E2DFFAC}"/>
              </a:ext>
            </a:extLst>
          </p:cNvPr>
          <p:cNvSpPr>
            <a:spLocks noGrp="1" noChangeArrowheads="1"/>
          </p:cNvSpPr>
          <p:nvPr>
            <p:ph type="dt" sz="half" idx="2"/>
          </p:nvPr>
        </p:nvSpPr>
        <p:spPr bwMode="auto">
          <a:xfrm>
            <a:off x="685800" y="5207000"/>
            <a:ext cx="19050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defTabSz="761970" eaLnBrk="0" hangingPunct="0">
              <a:defRPr sz="1167">
                <a:solidFill>
                  <a:srgbClr val="FFFFFF"/>
                </a:solidFill>
                <a:latin typeface="Arial" charset="0"/>
                <a:ea typeface="ＭＳ Ｐゴシック" charset="0"/>
                <a:cs typeface="ＭＳ Ｐゴシック" charset="0"/>
              </a:defRPr>
            </a:lvl1pPr>
          </a:lstStyle>
          <a:p>
            <a:pPr>
              <a:defRPr/>
            </a:pPr>
            <a:endParaRPr lang="en-US"/>
          </a:p>
        </p:txBody>
      </p:sp>
      <p:sp>
        <p:nvSpPr>
          <p:cNvPr id="1029" name="Rectangle 5">
            <a:extLst>
              <a:ext uri="{FF2B5EF4-FFF2-40B4-BE49-F238E27FC236}">
                <a16:creationId xmlns:a16="http://schemas.microsoft.com/office/drawing/2014/main" id="{B475C992-3A7B-E346-88D3-EB05948EA1EE}"/>
              </a:ext>
            </a:extLst>
          </p:cNvPr>
          <p:cNvSpPr>
            <a:spLocks noGrp="1" noChangeArrowheads="1"/>
          </p:cNvSpPr>
          <p:nvPr>
            <p:ph type="ftr" sz="quarter" idx="3"/>
          </p:nvPr>
        </p:nvSpPr>
        <p:spPr bwMode="auto">
          <a:xfrm>
            <a:off x="3124200" y="5207000"/>
            <a:ext cx="28956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defTabSz="761970" eaLnBrk="0" hangingPunct="0">
              <a:defRPr sz="1167">
                <a:solidFill>
                  <a:srgbClr val="FFFFFF"/>
                </a:solidFill>
                <a:latin typeface="Arial" charset="0"/>
                <a:ea typeface="ＭＳ Ｐゴシック" charset="0"/>
                <a:cs typeface="ＭＳ Ｐゴシック" charset="0"/>
              </a:defRPr>
            </a:lvl1pPr>
          </a:lstStyle>
          <a:p>
            <a:pPr>
              <a:defRPr/>
            </a:pPr>
            <a:endParaRPr lang="en-US"/>
          </a:p>
        </p:txBody>
      </p:sp>
      <p:sp>
        <p:nvSpPr>
          <p:cNvPr id="1030" name="Rectangle 6">
            <a:extLst>
              <a:ext uri="{FF2B5EF4-FFF2-40B4-BE49-F238E27FC236}">
                <a16:creationId xmlns:a16="http://schemas.microsoft.com/office/drawing/2014/main" id="{9F4066FE-2AC4-7649-B69F-082928AF6CFF}"/>
              </a:ext>
            </a:extLst>
          </p:cNvPr>
          <p:cNvSpPr>
            <a:spLocks noGrp="1" noChangeArrowheads="1"/>
          </p:cNvSpPr>
          <p:nvPr>
            <p:ph type="sldNum" sz="quarter" idx="4"/>
          </p:nvPr>
        </p:nvSpPr>
        <p:spPr bwMode="auto">
          <a:xfrm>
            <a:off x="6553200" y="5207000"/>
            <a:ext cx="1905000" cy="381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defTabSz="761970" eaLnBrk="0" hangingPunct="0">
              <a:defRPr sz="1167">
                <a:solidFill>
                  <a:srgbClr val="FFFFFF"/>
                </a:solidFill>
              </a:defRPr>
            </a:lvl1pPr>
          </a:lstStyle>
          <a:p>
            <a:fld id="{1D82D500-1FD9-7240-B9FF-D9FDC110BD9A}" type="slidenum">
              <a:rPr lang="en-US" altLang="en-US"/>
              <a:pPr/>
              <a:t>‹#›</a:t>
            </a:fld>
            <a:endParaRPr lang="en-US" altLang="en-US"/>
          </a:p>
        </p:txBody>
      </p:sp>
    </p:spTree>
    <p:extLst>
      <p:ext uri="{BB962C8B-B14F-4D97-AF65-F5344CB8AC3E}">
        <p14:creationId xmlns:p14="http://schemas.microsoft.com/office/powerpoint/2010/main" val="351185645"/>
      </p:ext>
    </p:extLst>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 id="2147483838" r:id="rId10"/>
    <p:sldLayoutId id="2147483839" r:id="rId11"/>
  </p:sldLayoutIdLst>
  <p:txStyles>
    <p:titleStyle>
      <a:lvl1pPr algn="ctr" rtl="0" eaLnBrk="0" fontAlgn="base" hangingPunct="0">
        <a:spcBef>
          <a:spcPct val="0"/>
        </a:spcBef>
        <a:spcAft>
          <a:spcPct val="0"/>
        </a:spcAft>
        <a:defRPr sz="3667">
          <a:solidFill>
            <a:schemeClr val="tx2"/>
          </a:solidFill>
          <a:latin typeface="+mj-lt"/>
          <a:ea typeface="ＭＳ Ｐゴシック" pitchFamily="-109" charset="-128"/>
          <a:cs typeface="ＭＳ Ｐゴシック" pitchFamily="-109" charset="-128"/>
        </a:defRPr>
      </a:lvl1pPr>
      <a:lvl2pPr algn="ctr" rtl="0" eaLnBrk="0" fontAlgn="base" hangingPunct="0">
        <a:spcBef>
          <a:spcPct val="0"/>
        </a:spcBef>
        <a:spcAft>
          <a:spcPct val="0"/>
        </a:spcAft>
        <a:defRPr sz="3667">
          <a:solidFill>
            <a:schemeClr val="tx2"/>
          </a:solidFill>
          <a:latin typeface="Arial" pitchFamily="-109" charset="0"/>
          <a:ea typeface="ＭＳ Ｐゴシック" pitchFamily="-109" charset="-128"/>
          <a:cs typeface="ＭＳ Ｐゴシック" pitchFamily="-109" charset="-128"/>
        </a:defRPr>
      </a:lvl2pPr>
      <a:lvl3pPr algn="ctr" rtl="0" eaLnBrk="0" fontAlgn="base" hangingPunct="0">
        <a:spcBef>
          <a:spcPct val="0"/>
        </a:spcBef>
        <a:spcAft>
          <a:spcPct val="0"/>
        </a:spcAft>
        <a:defRPr sz="3667">
          <a:solidFill>
            <a:schemeClr val="tx2"/>
          </a:solidFill>
          <a:latin typeface="Arial" pitchFamily="-109" charset="0"/>
          <a:ea typeface="ＭＳ Ｐゴシック" pitchFamily="-109" charset="-128"/>
          <a:cs typeface="ＭＳ Ｐゴシック" pitchFamily="-109" charset="-128"/>
        </a:defRPr>
      </a:lvl3pPr>
      <a:lvl4pPr algn="ctr" rtl="0" eaLnBrk="0" fontAlgn="base" hangingPunct="0">
        <a:spcBef>
          <a:spcPct val="0"/>
        </a:spcBef>
        <a:spcAft>
          <a:spcPct val="0"/>
        </a:spcAft>
        <a:defRPr sz="3667">
          <a:solidFill>
            <a:schemeClr val="tx2"/>
          </a:solidFill>
          <a:latin typeface="Arial" pitchFamily="-109" charset="0"/>
          <a:ea typeface="ＭＳ Ｐゴシック" pitchFamily="-109" charset="-128"/>
          <a:cs typeface="ＭＳ Ｐゴシック" pitchFamily="-109" charset="-128"/>
        </a:defRPr>
      </a:lvl4pPr>
      <a:lvl5pPr algn="ctr" rtl="0" eaLnBrk="0" fontAlgn="base" hangingPunct="0">
        <a:spcBef>
          <a:spcPct val="0"/>
        </a:spcBef>
        <a:spcAft>
          <a:spcPct val="0"/>
        </a:spcAft>
        <a:defRPr sz="3667">
          <a:solidFill>
            <a:schemeClr val="tx2"/>
          </a:solidFill>
          <a:latin typeface="Arial" pitchFamily="-109" charset="0"/>
          <a:ea typeface="ＭＳ Ｐゴシック" pitchFamily="-109" charset="-128"/>
          <a:cs typeface="ＭＳ Ｐゴシック" pitchFamily="-109" charset="-128"/>
        </a:defRPr>
      </a:lvl5pPr>
      <a:lvl6pPr marL="380985" algn="ctr" rtl="0" eaLnBrk="0" fontAlgn="base" hangingPunct="0">
        <a:spcBef>
          <a:spcPct val="0"/>
        </a:spcBef>
        <a:spcAft>
          <a:spcPct val="0"/>
        </a:spcAft>
        <a:defRPr sz="3667">
          <a:solidFill>
            <a:schemeClr val="tx2"/>
          </a:solidFill>
          <a:latin typeface="Arial" pitchFamily="-109" charset="0"/>
        </a:defRPr>
      </a:lvl6pPr>
      <a:lvl7pPr marL="761970" algn="ctr" rtl="0" eaLnBrk="0" fontAlgn="base" hangingPunct="0">
        <a:spcBef>
          <a:spcPct val="0"/>
        </a:spcBef>
        <a:spcAft>
          <a:spcPct val="0"/>
        </a:spcAft>
        <a:defRPr sz="3667">
          <a:solidFill>
            <a:schemeClr val="tx2"/>
          </a:solidFill>
          <a:latin typeface="Arial" pitchFamily="-109" charset="0"/>
        </a:defRPr>
      </a:lvl7pPr>
      <a:lvl8pPr marL="1142954" algn="ctr" rtl="0" eaLnBrk="0" fontAlgn="base" hangingPunct="0">
        <a:spcBef>
          <a:spcPct val="0"/>
        </a:spcBef>
        <a:spcAft>
          <a:spcPct val="0"/>
        </a:spcAft>
        <a:defRPr sz="3667">
          <a:solidFill>
            <a:schemeClr val="tx2"/>
          </a:solidFill>
          <a:latin typeface="Arial" pitchFamily="-109" charset="0"/>
        </a:defRPr>
      </a:lvl8pPr>
      <a:lvl9pPr marL="1523939" algn="ctr" rtl="0" eaLnBrk="0" fontAlgn="base" hangingPunct="0">
        <a:spcBef>
          <a:spcPct val="0"/>
        </a:spcBef>
        <a:spcAft>
          <a:spcPct val="0"/>
        </a:spcAft>
        <a:defRPr sz="3667">
          <a:solidFill>
            <a:schemeClr val="tx2"/>
          </a:solidFill>
          <a:latin typeface="Arial" pitchFamily="-109" charset="0"/>
        </a:defRPr>
      </a:lvl9pPr>
    </p:titleStyle>
    <p:bodyStyle>
      <a:lvl1pPr marL="285739" indent="-285739" algn="l" rtl="0" eaLnBrk="0" fontAlgn="base" hangingPunct="0">
        <a:spcBef>
          <a:spcPct val="20000"/>
        </a:spcBef>
        <a:spcAft>
          <a:spcPct val="0"/>
        </a:spcAft>
        <a:buChar char="•"/>
        <a:defRPr sz="2667">
          <a:solidFill>
            <a:schemeClr val="tx1"/>
          </a:solidFill>
          <a:latin typeface="+mn-lt"/>
          <a:ea typeface="ＭＳ Ｐゴシック" pitchFamily="-109" charset="-128"/>
          <a:cs typeface="ＭＳ Ｐゴシック" pitchFamily="-109" charset="-128"/>
        </a:defRPr>
      </a:lvl1pPr>
      <a:lvl2pPr marL="619100" indent="-238115" algn="l" rtl="0" eaLnBrk="0" fontAlgn="base" hangingPunct="0">
        <a:spcBef>
          <a:spcPct val="20000"/>
        </a:spcBef>
        <a:spcAft>
          <a:spcPct val="0"/>
        </a:spcAft>
        <a:buChar char="–"/>
        <a:defRPr sz="2333">
          <a:solidFill>
            <a:schemeClr val="tx1"/>
          </a:solidFill>
          <a:latin typeface="+mn-lt"/>
          <a:ea typeface="ＭＳ Ｐゴシック" pitchFamily="-109" charset="-128"/>
        </a:defRPr>
      </a:lvl2pPr>
      <a:lvl3pPr marL="952462" indent="-190492" algn="l" rtl="0" eaLnBrk="0" fontAlgn="base" hangingPunct="0">
        <a:spcBef>
          <a:spcPct val="20000"/>
        </a:spcBef>
        <a:spcAft>
          <a:spcPct val="0"/>
        </a:spcAft>
        <a:buChar char="•"/>
        <a:defRPr sz="2000">
          <a:solidFill>
            <a:schemeClr val="tx1"/>
          </a:solidFill>
          <a:latin typeface="+mn-lt"/>
          <a:ea typeface="ＭＳ Ｐゴシック" pitchFamily="-109" charset="-128"/>
        </a:defRPr>
      </a:lvl3pPr>
      <a:lvl4pPr marL="1333447" indent="-190492" algn="l" rtl="0" eaLnBrk="0" fontAlgn="base" hangingPunct="0">
        <a:spcBef>
          <a:spcPct val="20000"/>
        </a:spcBef>
        <a:spcAft>
          <a:spcPct val="0"/>
        </a:spcAft>
        <a:buChar char="–"/>
        <a:defRPr sz="1667">
          <a:solidFill>
            <a:schemeClr val="tx1"/>
          </a:solidFill>
          <a:latin typeface="+mn-lt"/>
          <a:ea typeface="ＭＳ Ｐゴシック" pitchFamily="-109" charset="-128"/>
        </a:defRPr>
      </a:lvl4pPr>
      <a:lvl5pPr marL="1714431" indent="-190492" algn="l" rtl="0" eaLnBrk="0" fontAlgn="base" hangingPunct="0">
        <a:spcBef>
          <a:spcPct val="20000"/>
        </a:spcBef>
        <a:spcAft>
          <a:spcPct val="0"/>
        </a:spcAft>
        <a:buChar char="»"/>
        <a:defRPr sz="1667">
          <a:solidFill>
            <a:schemeClr val="tx1"/>
          </a:solidFill>
          <a:latin typeface="+mn-lt"/>
          <a:ea typeface="ＭＳ Ｐゴシック" pitchFamily="-109" charset="-128"/>
        </a:defRPr>
      </a:lvl5pPr>
      <a:lvl6pPr marL="2095416" indent="-190492" algn="l" rtl="0" eaLnBrk="0" fontAlgn="base" hangingPunct="0">
        <a:spcBef>
          <a:spcPct val="20000"/>
        </a:spcBef>
        <a:spcAft>
          <a:spcPct val="0"/>
        </a:spcAft>
        <a:buChar char="»"/>
        <a:defRPr sz="1667">
          <a:solidFill>
            <a:schemeClr val="tx1"/>
          </a:solidFill>
          <a:latin typeface="+mn-lt"/>
          <a:ea typeface="ＭＳ Ｐゴシック" pitchFamily="-109" charset="-128"/>
        </a:defRPr>
      </a:lvl6pPr>
      <a:lvl7pPr marL="2476401" indent="-190492" algn="l" rtl="0" eaLnBrk="0" fontAlgn="base" hangingPunct="0">
        <a:spcBef>
          <a:spcPct val="20000"/>
        </a:spcBef>
        <a:spcAft>
          <a:spcPct val="0"/>
        </a:spcAft>
        <a:buChar char="»"/>
        <a:defRPr sz="1667">
          <a:solidFill>
            <a:schemeClr val="tx1"/>
          </a:solidFill>
          <a:latin typeface="+mn-lt"/>
          <a:ea typeface="ＭＳ Ｐゴシック" pitchFamily="-109" charset="-128"/>
        </a:defRPr>
      </a:lvl7pPr>
      <a:lvl8pPr marL="2857386" indent="-190492" algn="l" rtl="0" eaLnBrk="0" fontAlgn="base" hangingPunct="0">
        <a:spcBef>
          <a:spcPct val="20000"/>
        </a:spcBef>
        <a:spcAft>
          <a:spcPct val="0"/>
        </a:spcAft>
        <a:buChar char="»"/>
        <a:defRPr sz="1667">
          <a:solidFill>
            <a:schemeClr val="tx1"/>
          </a:solidFill>
          <a:latin typeface="+mn-lt"/>
          <a:ea typeface="ＭＳ Ｐゴシック" pitchFamily="-109" charset="-128"/>
        </a:defRPr>
      </a:lvl8pPr>
      <a:lvl9pPr marL="3238370" indent="-190492" algn="l" rtl="0" eaLnBrk="0" fontAlgn="base" hangingPunct="0">
        <a:spcBef>
          <a:spcPct val="20000"/>
        </a:spcBef>
        <a:spcAft>
          <a:spcPct val="0"/>
        </a:spcAft>
        <a:buChar char="»"/>
        <a:defRPr sz="1667">
          <a:solidFill>
            <a:schemeClr val="tx1"/>
          </a:solidFill>
          <a:latin typeface="+mn-lt"/>
          <a:ea typeface="ＭＳ Ｐゴシック" pitchFamily="-109" charset="-128"/>
        </a:defRPr>
      </a:lvl9pPr>
    </p:bodyStyle>
    <p:otherStyle>
      <a:defPPr>
        <a:defRPr lang="en-US"/>
      </a:defPPr>
      <a:lvl1pPr marL="0" algn="l" defTabSz="380985" rtl="0" eaLnBrk="1" latinLnBrk="0" hangingPunct="1">
        <a:defRPr sz="1500" kern="1200">
          <a:solidFill>
            <a:schemeClr val="tx1"/>
          </a:solidFill>
          <a:latin typeface="+mn-lt"/>
          <a:ea typeface="+mn-ea"/>
          <a:cs typeface="+mn-cs"/>
        </a:defRPr>
      </a:lvl1pPr>
      <a:lvl2pPr marL="380985" algn="l" defTabSz="380985" rtl="0" eaLnBrk="1" latinLnBrk="0" hangingPunct="1">
        <a:defRPr sz="1500" kern="1200">
          <a:solidFill>
            <a:schemeClr val="tx1"/>
          </a:solidFill>
          <a:latin typeface="+mn-lt"/>
          <a:ea typeface="+mn-ea"/>
          <a:cs typeface="+mn-cs"/>
        </a:defRPr>
      </a:lvl2pPr>
      <a:lvl3pPr marL="761970" algn="l" defTabSz="380985" rtl="0" eaLnBrk="1" latinLnBrk="0" hangingPunct="1">
        <a:defRPr sz="1500" kern="1200">
          <a:solidFill>
            <a:schemeClr val="tx1"/>
          </a:solidFill>
          <a:latin typeface="+mn-lt"/>
          <a:ea typeface="+mn-ea"/>
          <a:cs typeface="+mn-cs"/>
        </a:defRPr>
      </a:lvl3pPr>
      <a:lvl4pPr marL="1142954" algn="l" defTabSz="380985" rtl="0" eaLnBrk="1" latinLnBrk="0" hangingPunct="1">
        <a:defRPr sz="1500" kern="1200">
          <a:solidFill>
            <a:schemeClr val="tx1"/>
          </a:solidFill>
          <a:latin typeface="+mn-lt"/>
          <a:ea typeface="+mn-ea"/>
          <a:cs typeface="+mn-cs"/>
        </a:defRPr>
      </a:lvl4pPr>
      <a:lvl5pPr marL="1523939" algn="l" defTabSz="380985" rtl="0" eaLnBrk="1" latinLnBrk="0" hangingPunct="1">
        <a:defRPr sz="1500" kern="1200">
          <a:solidFill>
            <a:schemeClr val="tx1"/>
          </a:solidFill>
          <a:latin typeface="+mn-lt"/>
          <a:ea typeface="+mn-ea"/>
          <a:cs typeface="+mn-cs"/>
        </a:defRPr>
      </a:lvl5pPr>
      <a:lvl6pPr marL="1904924" algn="l" defTabSz="380985" rtl="0" eaLnBrk="1" latinLnBrk="0" hangingPunct="1">
        <a:defRPr sz="1500" kern="1200">
          <a:solidFill>
            <a:schemeClr val="tx1"/>
          </a:solidFill>
          <a:latin typeface="+mn-lt"/>
          <a:ea typeface="+mn-ea"/>
          <a:cs typeface="+mn-cs"/>
        </a:defRPr>
      </a:lvl6pPr>
      <a:lvl7pPr marL="2285909" algn="l" defTabSz="380985" rtl="0" eaLnBrk="1" latinLnBrk="0" hangingPunct="1">
        <a:defRPr sz="1500" kern="1200">
          <a:solidFill>
            <a:schemeClr val="tx1"/>
          </a:solidFill>
          <a:latin typeface="+mn-lt"/>
          <a:ea typeface="+mn-ea"/>
          <a:cs typeface="+mn-cs"/>
        </a:defRPr>
      </a:lvl7pPr>
      <a:lvl8pPr marL="2666893" algn="l" defTabSz="380985" rtl="0" eaLnBrk="1" latinLnBrk="0" hangingPunct="1">
        <a:defRPr sz="1500" kern="1200">
          <a:solidFill>
            <a:schemeClr val="tx1"/>
          </a:solidFill>
          <a:latin typeface="+mn-lt"/>
          <a:ea typeface="+mn-ea"/>
          <a:cs typeface="+mn-cs"/>
        </a:defRPr>
      </a:lvl8pPr>
      <a:lvl9pPr marL="3047878" algn="l" defTabSz="380985"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890" name="Title Placeholder 1">
            <a:extLst>
              <a:ext uri="{FF2B5EF4-FFF2-40B4-BE49-F238E27FC236}">
                <a16:creationId xmlns:a16="http://schemas.microsoft.com/office/drawing/2014/main" id="{50E98173-5FCC-BE4B-95A5-03077451E6BB}"/>
              </a:ext>
            </a:extLst>
          </p:cNvPr>
          <p:cNvSpPr>
            <a:spLocks noGrp="1"/>
          </p:cNvSpPr>
          <p:nvPr>
            <p:ph type="title"/>
          </p:nvPr>
        </p:nvSpPr>
        <p:spPr bwMode="auto">
          <a:xfrm>
            <a:off x="457200" y="228865"/>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37891" name="Text Placeholder 2">
            <a:extLst>
              <a:ext uri="{FF2B5EF4-FFF2-40B4-BE49-F238E27FC236}">
                <a16:creationId xmlns:a16="http://schemas.microsoft.com/office/drawing/2014/main" id="{D057A93D-F0E4-6E49-B0BC-3877C7F3093A}"/>
              </a:ext>
            </a:extLst>
          </p:cNvPr>
          <p:cNvSpPr>
            <a:spLocks noGrp="1"/>
          </p:cNvSpPr>
          <p:nvPr>
            <p:ph type="body" idx="1"/>
          </p:nvPr>
        </p:nvSpPr>
        <p:spPr bwMode="auto">
          <a:xfrm>
            <a:off x="457200" y="1333500"/>
            <a:ext cx="8229600" cy="3771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7AA41CDD-53CD-064F-A86A-4515BB5C4745}"/>
              </a:ext>
            </a:extLst>
          </p:cNvPr>
          <p:cNvSpPr>
            <a:spLocks noGrp="1"/>
          </p:cNvSpPr>
          <p:nvPr>
            <p:ph type="dt" sz="half" idx="2"/>
          </p:nvPr>
        </p:nvSpPr>
        <p:spPr>
          <a:xfrm>
            <a:off x="457200" y="5296959"/>
            <a:ext cx="2133600" cy="304271"/>
          </a:xfrm>
          <a:prstGeom prst="rect">
            <a:avLst/>
          </a:prstGeom>
        </p:spPr>
        <p:txBody>
          <a:bodyPr vert="horz" wrap="square" lIns="91440" tIns="45720" rIns="91440" bIns="45720" numCol="1" anchor="ctr" anchorCtr="0" compatLnSpc="1">
            <a:prstTxWarp prst="textNoShape">
              <a:avLst/>
            </a:prstTxWarp>
          </a:bodyPr>
          <a:lstStyle>
            <a:lvl1pPr>
              <a:defRPr sz="1000">
                <a:solidFill>
                  <a:srgbClr val="898989"/>
                </a:solidFill>
                <a:latin typeface="Calibri" panose="020F0502020204030204" pitchFamily="34" charset="0"/>
              </a:defRPr>
            </a:lvl1pPr>
          </a:lstStyle>
          <a:p>
            <a:fld id="{591E5324-D820-9049-9E43-4A87A04A54ED}" type="datetime1">
              <a:rPr lang="en-US" altLang="en-US"/>
              <a:pPr/>
              <a:t>3/17/25</a:t>
            </a:fld>
            <a:endParaRPr lang="en-US" altLang="en-US"/>
          </a:p>
        </p:txBody>
      </p:sp>
      <p:sp>
        <p:nvSpPr>
          <p:cNvPr id="5" name="Footer Placeholder 4">
            <a:extLst>
              <a:ext uri="{FF2B5EF4-FFF2-40B4-BE49-F238E27FC236}">
                <a16:creationId xmlns:a16="http://schemas.microsoft.com/office/drawing/2014/main" id="{E356132C-3596-7246-A33A-8C2F788453B5}"/>
              </a:ext>
            </a:extLst>
          </p:cNvPr>
          <p:cNvSpPr>
            <a:spLocks noGrp="1"/>
          </p:cNvSpPr>
          <p:nvPr>
            <p:ph type="ftr" sz="quarter" idx="3"/>
          </p:nvPr>
        </p:nvSpPr>
        <p:spPr>
          <a:xfrm>
            <a:off x="3124200" y="5296959"/>
            <a:ext cx="2895600" cy="304271"/>
          </a:xfrm>
          <a:prstGeom prst="rect">
            <a:avLst/>
          </a:prstGeom>
        </p:spPr>
        <p:txBody>
          <a:bodyPr vert="horz" lIns="91440" tIns="45720" rIns="91440" bIns="45720" rtlCol="0" anchor="ctr"/>
          <a:lstStyle>
            <a:lvl1pPr algn="ctr" fontAlgn="auto">
              <a:spcBef>
                <a:spcPts val="0"/>
              </a:spcBef>
              <a:spcAft>
                <a:spcPts val="0"/>
              </a:spcAft>
              <a:defRPr sz="1000">
                <a:solidFill>
                  <a:prstClr val="black">
                    <a:tint val="75000"/>
                  </a:prstClr>
                </a:solidFill>
                <a:latin typeface="Calibri"/>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7248AAAC-E690-8A4D-8FC9-74F2FD15952F}"/>
              </a:ext>
            </a:extLst>
          </p:cNvPr>
          <p:cNvSpPr>
            <a:spLocks noGrp="1"/>
          </p:cNvSpPr>
          <p:nvPr>
            <p:ph type="sldNum" sz="quarter" idx="4"/>
          </p:nvPr>
        </p:nvSpPr>
        <p:spPr>
          <a:xfrm>
            <a:off x="6553200" y="5296959"/>
            <a:ext cx="2133600" cy="304271"/>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898989"/>
                </a:solidFill>
                <a:latin typeface="Calibri" panose="020F0502020204030204" pitchFamily="34" charset="0"/>
              </a:defRPr>
            </a:lvl1pPr>
          </a:lstStyle>
          <a:p>
            <a:fld id="{E296FB46-ACB7-084B-AA95-0092BDF12C73}" type="slidenum">
              <a:rPr lang="en-US" altLang="en-US"/>
              <a:pPr/>
              <a:t>‹#›</a:t>
            </a:fld>
            <a:endParaRPr lang="en-US" altLang="en-US"/>
          </a:p>
        </p:txBody>
      </p:sp>
    </p:spTree>
    <p:extLst>
      <p:ext uri="{BB962C8B-B14F-4D97-AF65-F5344CB8AC3E}">
        <p14:creationId xmlns:p14="http://schemas.microsoft.com/office/powerpoint/2010/main" val="4732507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txStyles>
    <p:titleStyle>
      <a:lvl1pPr algn="ctr" defTabSz="380985" rtl="0" eaLnBrk="0" fontAlgn="base" hangingPunct="0">
        <a:spcBef>
          <a:spcPct val="0"/>
        </a:spcBef>
        <a:spcAft>
          <a:spcPct val="0"/>
        </a:spcAft>
        <a:defRPr sz="3667" kern="1200">
          <a:solidFill>
            <a:schemeClr val="tx1"/>
          </a:solidFill>
          <a:latin typeface="+mj-lt"/>
          <a:ea typeface="ＭＳ Ｐゴシック" charset="0"/>
          <a:cs typeface="ＭＳ Ｐゴシック" charset="0"/>
        </a:defRPr>
      </a:lvl1pPr>
      <a:lvl2pPr algn="ctr" defTabSz="380985" rtl="0" eaLnBrk="0" fontAlgn="base" hangingPunct="0">
        <a:spcBef>
          <a:spcPct val="0"/>
        </a:spcBef>
        <a:spcAft>
          <a:spcPct val="0"/>
        </a:spcAft>
        <a:defRPr sz="3667">
          <a:solidFill>
            <a:schemeClr val="tx1"/>
          </a:solidFill>
          <a:latin typeface="Calibri" charset="0"/>
          <a:ea typeface="ＭＳ Ｐゴシック" charset="0"/>
          <a:cs typeface="ＭＳ Ｐゴシック" charset="0"/>
        </a:defRPr>
      </a:lvl2pPr>
      <a:lvl3pPr algn="ctr" defTabSz="380985" rtl="0" eaLnBrk="0" fontAlgn="base" hangingPunct="0">
        <a:spcBef>
          <a:spcPct val="0"/>
        </a:spcBef>
        <a:spcAft>
          <a:spcPct val="0"/>
        </a:spcAft>
        <a:defRPr sz="3667">
          <a:solidFill>
            <a:schemeClr val="tx1"/>
          </a:solidFill>
          <a:latin typeface="Calibri" charset="0"/>
          <a:ea typeface="ＭＳ Ｐゴシック" charset="0"/>
          <a:cs typeface="ＭＳ Ｐゴシック" charset="0"/>
        </a:defRPr>
      </a:lvl3pPr>
      <a:lvl4pPr algn="ctr" defTabSz="380985" rtl="0" eaLnBrk="0" fontAlgn="base" hangingPunct="0">
        <a:spcBef>
          <a:spcPct val="0"/>
        </a:spcBef>
        <a:spcAft>
          <a:spcPct val="0"/>
        </a:spcAft>
        <a:defRPr sz="3667">
          <a:solidFill>
            <a:schemeClr val="tx1"/>
          </a:solidFill>
          <a:latin typeface="Calibri" charset="0"/>
          <a:ea typeface="ＭＳ Ｐゴシック" charset="0"/>
          <a:cs typeface="ＭＳ Ｐゴシック" charset="0"/>
        </a:defRPr>
      </a:lvl4pPr>
      <a:lvl5pPr algn="ctr" defTabSz="380985" rtl="0" eaLnBrk="0" fontAlgn="base" hangingPunct="0">
        <a:spcBef>
          <a:spcPct val="0"/>
        </a:spcBef>
        <a:spcAft>
          <a:spcPct val="0"/>
        </a:spcAft>
        <a:defRPr sz="3667">
          <a:solidFill>
            <a:schemeClr val="tx1"/>
          </a:solidFill>
          <a:latin typeface="Calibri" charset="0"/>
          <a:ea typeface="ＭＳ Ｐゴシック" charset="0"/>
          <a:cs typeface="ＭＳ Ｐゴシック" charset="0"/>
        </a:defRPr>
      </a:lvl5pPr>
      <a:lvl6pPr marL="380985" algn="ctr" defTabSz="380985" rtl="0" fontAlgn="base">
        <a:spcBef>
          <a:spcPct val="0"/>
        </a:spcBef>
        <a:spcAft>
          <a:spcPct val="0"/>
        </a:spcAft>
        <a:defRPr sz="3667">
          <a:solidFill>
            <a:schemeClr val="tx1"/>
          </a:solidFill>
          <a:latin typeface="Calibri" charset="0"/>
          <a:ea typeface="ＭＳ Ｐゴシック" charset="0"/>
          <a:cs typeface="ＭＳ Ｐゴシック" charset="0"/>
        </a:defRPr>
      </a:lvl6pPr>
      <a:lvl7pPr marL="761970" algn="ctr" defTabSz="380985" rtl="0" fontAlgn="base">
        <a:spcBef>
          <a:spcPct val="0"/>
        </a:spcBef>
        <a:spcAft>
          <a:spcPct val="0"/>
        </a:spcAft>
        <a:defRPr sz="3667">
          <a:solidFill>
            <a:schemeClr val="tx1"/>
          </a:solidFill>
          <a:latin typeface="Calibri" charset="0"/>
          <a:ea typeface="ＭＳ Ｐゴシック" charset="0"/>
          <a:cs typeface="ＭＳ Ｐゴシック" charset="0"/>
        </a:defRPr>
      </a:lvl7pPr>
      <a:lvl8pPr marL="1142954" algn="ctr" defTabSz="380985" rtl="0" fontAlgn="base">
        <a:spcBef>
          <a:spcPct val="0"/>
        </a:spcBef>
        <a:spcAft>
          <a:spcPct val="0"/>
        </a:spcAft>
        <a:defRPr sz="3667">
          <a:solidFill>
            <a:schemeClr val="tx1"/>
          </a:solidFill>
          <a:latin typeface="Calibri" charset="0"/>
          <a:ea typeface="ＭＳ Ｐゴシック" charset="0"/>
          <a:cs typeface="ＭＳ Ｐゴシック" charset="0"/>
        </a:defRPr>
      </a:lvl8pPr>
      <a:lvl9pPr marL="1523939" algn="ctr" defTabSz="380985" rtl="0" fontAlgn="base">
        <a:spcBef>
          <a:spcPct val="0"/>
        </a:spcBef>
        <a:spcAft>
          <a:spcPct val="0"/>
        </a:spcAft>
        <a:defRPr sz="3667">
          <a:solidFill>
            <a:schemeClr val="tx1"/>
          </a:solidFill>
          <a:latin typeface="Calibri" charset="0"/>
          <a:ea typeface="ＭＳ Ｐゴシック" charset="0"/>
          <a:cs typeface="ＭＳ Ｐゴシック" charset="0"/>
        </a:defRPr>
      </a:lvl9pPr>
    </p:titleStyle>
    <p:bodyStyle>
      <a:lvl1pPr marL="285739" indent="-285739" algn="l" defTabSz="380985" rtl="0" eaLnBrk="0" fontAlgn="base" hangingPunct="0">
        <a:spcBef>
          <a:spcPct val="20000"/>
        </a:spcBef>
        <a:spcAft>
          <a:spcPct val="0"/>
        </a:spcAft>
        <a:buFont typeface="Arial" panose="020B0604020202020204" pitchFamily="34" charset="0"/>
        <a:buChar char="•"/>
        <a:defRPr sz="2667" kern="1200">
          <a:solidFill>
            <a:schemeClr val="tx1"/>
          </a:solidFill>
          <a:latin typeface="+mn-lt"/>
          <a:ea typeface="ＭＳ Ｐゴシック" charset="0"/>
          <a:cs typeface="ＭＳ Ｐゴシック" charset="0"/>
        </a:defRPr>
      </a:lvl1pPr>
      <a:lvl2pPr marL="619100" indent="-238115" algn="l" defTabSz="380985" rtl="0" eaLnBrk="0" fontAlgn="base" hangingPunct="0">
        <a:spcBef>
          <a:spcPct val="20000"/>
        </a:spcBef>
        <a:spcAft>
          <a:spcPct val="0"/>
        </a:spcAft>
        <a:buFont typeface="Arial" panose="020B0604020202020204" pitchFamily="34" charset="0"/>
        <a:buChar char="–"/>
        <a:defRPr sz="2333" kern="1200">
          <a:solidFill>
            <a:schemeClr val="tx1"/>
          </a:solidFill>
          <a:latin typeface="+mn-lt"/>
          <a:ea typeface="ＭＳ Ｐゴシック" charset="0"/>
          <a:cs typeface="+mn-cs"/>
        </a:defRPr>
      </a:lvl2pPr>
      <a:lvl3pPr marL="952462" indent="-190492" algn="l" defTabSz="380985"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3pPr>
      <a:lvl4pPr marL="1333447" indent="-190492" algn="l" defTabSz="380985" rtl="0" eaLnBrk="0" fontAlgn="base" hangingPunct="0">
        <a:spcBef>
          <a:spcPct val="20000"/>
        </a:spcBef>
        <a:spcAft>
          <a:spcPct val="0"/>
        </a:spcAft>
        <a:buFont typeface="Arial" panose="020B0604020202020204" pitchFamily="34" charset="0"/>
        <a:buChar char="–"/>
        <a:defRPr sz="1667" kern="1200">
          <a:solidFill>
            <a:schemeClr val="tx1"/>
          </a:solidFill>
          <a:latin typeface="+mn-lt"/>
          <a:ea typeface="ＭＳ Ｐゴシック" charset="0"/>
          <a:cs typeface="+mn-cs"/>
        </a:defRPr>
      </a:lvl4pPr>
      <a:lvl5pPr marL="1714431" indent="-190492" algn="l" defTabSz="380985" rtl="0" eaLnBrk="0" fontAlgn="base" hangingPunct="0">
        <a:spcBef>
          <a:spcPct val="20000"/>
        </a:spcBef>
        <a:spcAft>
          <a:spcPct val="0"/>
        </a:spcAft>
        <a:buFont typeface="Arial" panose="020B0604020202020204" pitchFamily="34" charset="0"/>
        <a:buChar char="»"/>
        <a:defRPr sz="1667" kern="1200">
          <a:solidFill>
            <a:schemeClr val="tx1"/>
          </a:solidFill>
          <a:latin typeface="+mn-lt"/>
          <a:ea typeface="ＭＳ Ｐゴシック" charset="0"/>
          <a:cs typeface="+mn-cs"/>
        </a:defRPr>
      </a:lvl5pPr>
      <a:lvl6pPr marL="2095416" indent="-190492" algn="l" defTabSz="380985" rtl="0" eaLnBrk="1" latinLnBrk="0" hangingPunct="1">
        <a:spcBef>
          <a:spcPct val="20000"/>
        </a:spcBef>
        <a:buFont typeface="Arial"/>
        <a:buChar char="•"/>
        <a:defRPr sz="1667" kern="1200">
          <a:solidFill>
            <a:schemeClr val="tx1"/>
          </a:solidFill>
          <a:latin typeface="+mn-lt"/>
          <a:ea typeface="+mn-ea"/>
          <a:cs typeface="+mn-cs"/>
        </a:defRPr>
      </a:lvl6pPr>
      <a:lvl7pPr marL="2476401" indent="-190492" algn="l" defTabSz="380985" rtl="0" eaLnBrk="1" latinLnBrk="0" hangingPunct="1">
        <a:spcBef>
          <a:spcPct val="20000"/>
        </a:spcBef>
        <a:buFont typeface="Arial"/>
        <a:buChar char="•"/>
        <a:defRPr sz="1667" kern="1200">
          <a:solidFill>
            <a:schemeClr val="tx1"/>
          </a:solidFill>
          <a:latin typeface="+mn-lt"/>
          <a:ea typeface="+mn-ea"/>
          <a:cs typeface="+mn-cs"/>
        </a:defRPr>
      </a:lvl7pPr>
      <a:lvl8pPr marL="2857386" indent="-190492" algn="l" defTabSz="380985" rtl="0" eaLnBrk="1" latinLnBrk="0" hangingPunct="1">
        <a:spcBef>
          <a:spcPct val="20000"/>
        </a:spcBef>
        <a:buFont typeface="Arial"/>
        <a:buChar char="•"/>
        <a:defRPr sz="1667" kern="1200">
          <a:solidFill>
            <a:schemeClr val="tx1"/>
          </a:solidFill>
          <a:latin typeface="+mn-lt"/>
          <a:ea typeface="+mn-ea"/>
          <a:cs typeface="+mn-cs"/>
        </a:defRPr>
      </a:lvl8pPr>
      <a:lvl9pPr marL="3238370" indent="-190492" algn="l" defTabSz="380985" rtl="0" eaLnBrk="1" latinLnBrk="0" hangingPunct="1">
        <a:spcBef>
          <a:spcPct val="20000"/>
        </a:spcBef>
        <a:buFont typeface="Arial"/>
        <a:buChar char="•"/>
        <a:defRPr sz="1667" kern="1200">
          <a:solidFill>
            <a:schemeClr val="tx1"/>
          </a:solidFill>
          <a:latin typeface="+mn-lt"/>
          <a:ea typeface="+mn-ea"/>
          <a:cs typeface="+mn-cs"/>
        </a:defRPr>
      </a:lvl9pPr>
    </p:bodyStyle>
    <p:otherStyle>
      <a:defPPr>
        <a:defRPr lang="en-US"/>
      </a:defPPr>
      <a:lvl1pPr marL="0" algn="l" defTabSz="380985" rtl="0" eaLnBrk="1" latinLnBrk="0" hangingPunct="1">
        <a:defRPr sz="1500" kern="1200">
          <a:solidFill>
            <a:schemeClr val="tx1"/>
          </a:solidFill>
          <a:latin typeface="+mn-lt"/>
          <a:ea typeface="+mn-ea"/>
          <a:cs typeface="+mn-cs"/>
        </a:defRPr>
      </a:lvl1pPr>
      <a:lvl2pPr marL="380985" algn="l" defTabSz="380985" rtl="0" eaLnBrk="1" latinLnBrk="0" hangingPunct="1">
        <a:defRPr sz="1500" kern="1200">
          <a:solidFill>
            <a:schemeClr val="tx1"/>
          </a:solidFill>
          <a:latin typeface="+mn-lt"/>
          <a:ea typeface="+mn-ea"/>
          <a:cs typeface="+mn-cs"/>
        </a:defRPr>
      </a:lvl2pPr>
      <a:lvl3pPr marL="761970" algn="l" defTabSz="380985" rtl="0" eaLnBrk="1" latinLnBrk="0" hangingPunct="1">
        <a:defRPr sz="1500" kern="1200">
          <a:solidFill>
            <a:schemeClr val="tx1"/>
          </a:solidFill>
          <a:latin typeface="+mn-lt"/>
          <a:ea typeface="+mn-ea"/>
          <a:cs typeface="+mn-cs"/>
        </a:defRPr>
      </a:lvl3pPr>
      <a:lvl4pPr marL="1142954" algn="l" defTabSz="380985" rtl="0" eaLnBrk="1" latinLnBrk="0" hangingPunct="1">
        <a:defRPr sz="1500" kern="1200">
          <a:solidFill>
            <a:schemeClr val="tx1"/>
          </a:solidFill>
          <a:latin typeface="+mn-lt"/>
          <a:ea typeface="+mn-ea"/>
          <a:cs typeface="+mn-cs"/>
        </a:defRPr>
      </a:lvl4pPr>
      <a:lvl5pPr marL="1523939" algn="l" defTabSz="380985" rtl="0" eaLnBrk="1" latinLnBrk="0" hangingPunct="1">
        <a:defRPr sz="1500" kern="1200">
          <a:solidFill>
            <a:schemeClr val="tx1"/>
          </a:solidFill>
          <a:latin typeface="+mn-lt"/>
          <a:ea typeface="+mn-ea"/>
          <a:cs typeface="+mn-cs"/>
        </a:defRPr>
      </a:lvl5pPr>
      <a:lvl6pPr marL="1904924" algn="l" defTabSz="380985" rtl="0" eaLnBrk="1" latinLnBrk="0" hangingPunct="1">
        <a:defRPr sz="1500" kern="1200">
          <a:solidFill>
            <a:schemeClr val="tx1"/>
          </a:solidFill>
          <a:latin typeface="+mn-lt"/>
          <a:ea typeface="+mn-ea"/>
          <a:cs typeface="+mn-cs"/>
        </a:defRPr>
      </a:lvl6pPr>
      <a:lvl7pPr marL="2285909" algn="l" defTabSz="380985" rtl="0" eaLnBrk="1" latinLnBrk="0" hangingPunct="1">
        <a:defRPr sz="1500" kern="1200">
          <a:solidFill>
            <a:schemeClr val="tx1"/>
          </a:solidFill>
          <a:latin typeface="+mn-lt"/>
          <a:ea typeface="+mn-ea"/>
          <a:cs typeface="+mn-cs"/>
        </a:defRPr>
      </a:lvl7pPr>
      <a:lvl8pPr marL="2666893" algn="l" defTabSz="380985" rtl="0" eaLnBrk="1" latinLnBrk="0" hangingPunct="1">
        <a:defRPr sz="1500" kern="1200">
          <a:solidFill>
            <a:schemeClr val="tx1"/>
          </a:solidFill>
          <a:latin typeface="+mn-lt"/>
          <a:ea typeface="+mn-ea"/>
          <a:cs typeface="+mn-cs"/>
        </a:defRPr>
      </a:lvl8pPr>
      <a:lvl9pPr marL="3047878" algn="l" defTabSz="380985" rtl="0" eaLnBrk="1" latinLnBrk="0" hangingPunct="1">
        <a:defRPr sz="15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28288C"/>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508000"/>
            <a:ext cx="7772400" cy="9525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51000"/>
            <a:ext cx="7772400" cy="3429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5207000"/>
            <a:ext cx="1905000" cy="381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167"/>
            </a:lvl1pPr>
          </a:lstStyle>
          <a:p>
            <a:pPr>
              <a:defRPr/>
            </a:pPr>
            <a:endParaRPr lang="en-US">
              <a:solidFill>
                <a:srgbClr val="000000"/>
              </a:solidFill>
            </a:endParaRPr>
          </a:p>
        </p:txBody>
      </p:sp>
      <p:sp>
        <p:nvSpPr>
          <p:cNvPr id="1029" name="Rectangle 5"/>
          <p:cNvSpPr>
            <a:spLocks noGrp="1" noChangeArrowheads="1"/>
          </p:cNvSpPr>
          <p:nvPr>
            <p:ph type="ftr" sz="quarter" idx="3"/>
          </p:nvPr>
        </p:nvSpPr>
        <p:spPr bwMode="auto">
          <a:xfrm>
            <a:off x="3124200" y="5207000"/>
            <a:ext cx="2895600" cy="381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ctr">
              <a:defRPr sz="1167"/>
            </a:lvl1pPr>
          </a:lstStyle>
          <a:p>
            <a:pPr>
              <a:defRPr/>
            </a:pPr>
            <a:endParaRPr lang="en-US">
              <a:solidFill>
                <a:srgbClr val="000000"/>
              </a:solidFill>
            </a:endParaRPr>
          </a:p>
        </p:txBody>
      </p:sp>
      <p:sp>
        <p:nvSpPr>
          <p:cNvPr id="1030" name="Rectangle 6"/>
          <p:cNvSpPr>
            <a:spLocks noGrp="1" noChangeArrowheads="1"/>
          </p:cNvSpPr>
          <p:nvPr>
            <p:ph type="sldNum" sz="quarter" idx="4"/>
          </p:nvPr>
        </p:nvSpPr>
        <p:spPr bwMode="auto">
          <a:xfrm>
            <a:off x="6553200" y="5207000"/>
            <a:ext cx="1905000" cy="3810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167"/>
            </a:lvl1pPr>
          </a:lstStyle>
          <a:p>
            <a:pPr>
              <a:defRPr/>
            </a:pPr>
            <a:fld id="{F9ADC5D9-D9CF-B24F-B254-C23842670D2C}" type="slidenum">
              <a:rPr lang="en-US">
                <a:solidFill>
                  <a:srgbClr val="000000"/>
                </a:solidFill>
              </a:rPr>
              <a:pPr>
                <a:defRPr/>
              </a:pPr>
              <a:t>‹#›</a:t>
            </a:fld>
            <a:endParaRPr lang="en-US">
              <a:solidFill>
                <a:srgbClr val="000000"/>
              </a:solidFill>
            </a:endParaRPr>
          </a:p>
        </p:txBody>
      </p:sp>
    </p:spTree>
    <p:extLst>
      <p:ext uri="{BB962C8B-B14F-4D97-AF65-F5344CB8AC3E}">
        <p14:creationId xmlns:p14="http://schemas.microsoft.com/office/powerpoint/2010/main" val="71461551"/>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 id="2147483864" r:id="rId12"/>
  </p:sldLayoutIdLst>
  <p:txStyles>
    <p:titleStyle>
      <a:lvl1pPr algn="ctr" rtl="0" eaLnBrk="0" fontAlgn="base" hangingPunct="0">
        <a:spcBef>
          <a:spcPct val="0"/>
        </a:spcBef>
        <a:spcAft>
          <a:spcPct val="0"/>
        </a:spcAft>
        <a:defRPr sz="3667">
          <a:solidFill>
            <a:schemeClr val="tx2"/>
          </a:solidFill>
          <a:latin typeface="+mj-lt"/>
          <a:ea typeface="+mj-ea"/>
          <a:cs typeface="+mj-cs"/>
        </a:defRPr>
      </a:lvl1pPr>
      <a:lvl2pPr algn="ctr" rtl="0" eaLnBrk="0" fontAlgn="base" hangingPunct="0">
        <a:spcBef>
          <a:spcPct val="0"/>
        </a:spcBef>
        <a:spcAft>
          <a:spcPct val="0"/>
        </a:spcAft>
        <a:defRPr sz="3667">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3667">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3667">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3667">
          <a:solidFill>
            <a:schemeClr val="tx2"/>
          </a:solidFill>
          <a:latin typeface="Arial" charset="0"/>
          <a:ea typeface="ＭＳ Ｐゴシック" charset="0"/>
          <a:cs typeface="ＭＳ Ｐゴシック" charset="0"/>
        </a:defRPr>
      </a:lvl5pPr>
      <a:lvl6pPr marL="380985" algn="ctr" rtl="0" fontAlgn="base">
        <a:spcBef>
          <a:spcPct val="0"/>
        </a:spcBef>
        <a:spcAft>
          <a:spcPct val="0"/>
        </a:spcAft>
        <a:defRPr sz="3667">
          <a:solidFill>
            <a:schemeClr val="tx2"/>
          </a:solidFill>
          <a:latin typeface="Arial" charset="0"/>
          <a:ea typeface="ＭＳ Ｐゴシック" charset="0"/>
          <a:cs typeface="ＭＳ Ｐゴシック" charset="0"/>
        </a:defRPr>
      </a:lvl6pPr>
      <a:lvl7pPr marL="761970" algn="ctr" rtl="0" fontAlgn="base">
        <a:spcBef>
          <a:spcPct val="0"/>
        </a:spcBef>
        <a:spcAft>
          <a:spcPct val="0"/>
        </a:spcAft>
        <a:defRPr sz="3667">
          <a:solidFill>
            <a:schemeClr val="tx2"/>
          </a:solidFill>
          <a:latin typeface="Arial" charset="0"/>
          <a:ea typeface="ＭＳ Ｐゴシック" charset="0"/>
          <a:cs typeface="ＭＳ Ｐゴシック" charset="0"/>
        </a:defRPr>
      </a:lvl7pPr>
      <a:lvl8pPr marL="1142954" algn="ctr" rtl="0" fontAlgn="base">
        <a:spcBef>
          <a:spcPct val="0"/>
        </a:spcBef>
        <a:spcAft>
          <a:spcPct val="0"/>
        </a:spcAft>
        <a:defRPr sz="3667">
          <a:solidFill>
            <a:schemeClr val="tx2"/>
          </a:solidFill>
          <a:latin typeface="Arial" charset="0"/>
          <a:ea typeface="ＭＳ Ｐゴシック" charset="0"/>
          <a:cs typeface="ＭＳ Ｐゴシック" charset="0"/>
        </a:defRPr>
      </a:lvl8pPr>
      <a:lvl9pPr marL="1523939" algn="ctr" rtl="0" fontAlgn="base">
        <a:spcBef>
          <a:spcPct val="0"/>
        </a:spcBef>
        <a:spcAft>
          <a:spcPct val="0"/>
        </a:spcAft>
        <a:defRPr sz="3667">
          <a:solidFill>
            <a:schemeClr val="tx2"/>
          </a:solidFill>
          <a:latin typeface="Arial" charset="0"/>
          <a:ea typeface="ＭＳ Ｐゴシック" charset="0"/>
          <a:cs typeface="ＭＳ Ｐゴシック" charset="0"/>
        </a:defRPr>
      </a:lvl9pPr>
    </p:titleStyle>
    <p:bodyStyle>
      <a:lvl1pPr marL="285739" indent="-285739" algn="l" rtl="0" eaLnBrk="0" fontAlgn="base" hangingPunct="0">
        <a:spcBef>
          <a:spcPct val="20000"/>
        </a:spcBef>
        <a:spcAft>
          <a:spcPct val="0"/>
        </a:spcAft>
        <a:buChar char="•"/>
        <a:defRPr sz="2667">
          <a:solidFill>
            <a:schemeClr val="tx1"/>
          </a:solidFill>
          <a:latin typeface="+mn-lt"/>
          <a:ea typeface="+mn-ea"/>
          <a:cs typeface="+mn-cs"/>
        </a:defRPr>
      </a:lvl1pPr>
      <a:lvl2pPr marL="619100" indent="-238115" algn="l" rtl="0" eaLnBrk="0" fontAlgn="base" hangingPunct="0">
        <a:spcBef>
          <a:spcPct val="20000"/>
        </a:spcBef>
        <a:spcAft>
          <a:spcPct val="0"/>
        </a:spcAft>
        <a:buChar char="–"/>
        <a:defRPr sz="2333">
          <a:solidFill>
            <a:schemeClr val="tx1"/>
          </a:solidFill>
          <a:latin typeface="+mn-lt"/>
          <a:ea typeface="+mn-ea"/>
        </a:defRPr>
      </a:lvl2pPr>
      <a:lvl3pPr marL="952462" indent="-190492" algn="l" rtl="0" eaLnBrk="0" fontAlgn="base" hangingPunct="0">
        <a:spcBef>
          <a:spcPct val="20000"/>
        </a:spcBef>
        <a:spcAft>
          <a:spcPct val="0"/>
        </a:spcAft>
        <a:buChar char="•"/>
        <a:defRPr sz="2000">
          <a:solidFill>
            <a:schemeClr val="tx1"/>
          </a:solidFill>
          <a:latin typeface="+mn-lt"/>
          <a:ea typeface="+mn-ea"/>
        </a:defRPr>
      </a:lvl3pPr>
      <a:lvl4pPr marL="1333447" indent="-190492" algn="l" rtl="0" eaLnBrk="0" fontAlgn="base" hangingPunct="0">
        <a:spcBef>
          <a:spcPct val="20000"/>
        </a:spcBef>
        <a:spcAft>
          <a:spcPct val="0"/>
        </a:spcAft>
        <a:buChar char="–"/>
        <a:defRPr sz="1667">
          <a:solidFill>
            <a:schemeClr val="tx1"/>
          </a:solidFill>
          <a:latin typeface="+mn-lt"/>
          <a:ea typeface="+mn-ea"/>
        </a:defRPr>
      </a:lvl4pPr>
      <a:lvl5pPr marL="1714431" indent="-190492" algn="l" rtl="0" eaLnBrk="0" fontAlgn="base" hangingPunct="0">
        <a:spcBef>
          <a:spcPct val="20000"/>
        </a:spcBef>
        <a:spcAft>
          <a:spcPct val="0"/>
        </a:spcAft>
        <a:buChar char="»"/>
        <a:defRPr sz="1667">
          <a:solidFill>
            <a:schemeClr val="tx1"/>
          </a:solidFill>
          <a:latin typeface="+mn-lt"/>
          <a:ea typeface="+mn-ea"/>
        </a:defRPr>
      </a:lvl5pPr>
      <a:lvl6pPr marL="2095416" indent="-190492" algn="l" rtl="0" fontAlgn="base">
        <a:spcBef>
          <a:spcPct val="20000"/>
        </a:spcBef>
        <a:spcAft>
          <a:spcPct val="0"/>
        </a:spcAft>
        <a:buChar char="»"/>
        <a:defRPr sz="1667">
          <a:solidFill>
            <a:schemeClr val="tx1"/>
          </a:solidFill>
          <a:latin typeface="+mn-lt"/>
          <a:ea typeface="+mn-ea"/>
        </a:defRPr>
      </a:lvl6pPr>
      <a:lvl7pPr marL="2476401" indent="-190492" algn="l" rtl="0" fontAlgn="base">
        <a:spcBef>
          <a:spcPct val="20000"/>
        </a:spcBef>
        <a:spcAft>
          <a:spcPct val="0"/>
        </a:spcAft>
        <a:buChar char="»"/>
        <a:defRPr sz="1667">
          <a:solidFill>
            <a:schemeClr val="tx1"/>
          </a:solidFill>
          <a:latin typeface="+mn-lt"/>
          <a:ea typeface="+mn-ea"/>
        </a:defRPr>
      </a:lvl7pPr>
      <a:lvl8pPr marL="2857386" indent="-190492" algn="l" rtl="0" fontAlgn="base">
        <a:spcBef>
          <a:spcPct val="20000"/>
        </a:spcBef>
        <a:spcAft>
          <a:spcPct val="0"/>
        </a:spcAft>
        <a:buChar char="»"/>
        <a:defRPr sz="1667">
          <a:solidFill>
            <a:schemeClr val="tx1"/>
          </a:solidFill>
          <a:latin typeface="+mn-lt"/>
          <a:ea typeface="+mn-ea"/>
        </a:defRPr>
      </a:lvl8pPr>
      <a:lvl9pPr marL="3238370" indent="-190492" algn="l" rtl="0" fontAlgn="base">
        <a:spcBef>
          <a:spcPct val="20000"/>
        </a:spcBef>
        <a:spcAft>
          <a:spcPct val="0"/>
        </a:spcAft>
        <a:buChar char="»"/>
        <a:defRPr sz="1667">
          <a:solidFill>
            <a:schemeClr val="tx1"/>
          </a:solidFill>
          <a:latin typeface="+mn-lt"/>
          <a:ea typeface="+mn-ea"/>
        </a:defRPr>
      </a:lvl9pPr>
    </p:bodyStyle>
    <p:otherStyle>
      <a:defPPr>
        <a:defRPr lang="en-US"/>
      </a:defPPr>
      <a:lvl1pPr marL="0" algn="l" defTabSz="380985" rtl="0" eaLnBrk="1" latinLnBrk="0" hangingPunct="1">
        <a:defRPr sz="1500" kern="1200">
          <a:solidFill>
            <a:schemeClr val="tx1"/>
          </a:solidFill>
          <a:latin typeface="+mn-lt"/>
          <a:ea typeface="+mn-ea"/>
          <a:cs typeface="+mn-cs"/>
        </a:defRPr>
      </a:lvl1pPr>
      <a:lvl2pPr marL="380985" algn="l" defTabSz="380985" rtl="0" eaLnBrk="1" latinLnBrk="0" hangingPunct="1">
        <a:defRPr sz="1500" kern="1200">
          <a:solidFill>
            <a:schemeClr val="tx1"/>
          </a:solidFill>
          <a:latin typeface="+mn-lt"/>
          <a:ea typeface="+mn-ea"/>
          <a:cs typeface="+mn-cs"/>
        </a:defRPr>
      </a:lvl2pPr>
      <a:lvl3pPr marL="761970" algn="l" defTabSz="380985" rtl="0" eaLnBrk="1" latinLnBrk="0" hangingPunct="1">
        <a:defRPr sz="1500" kern="1200">
          <a:solidFill>
            <a:schemeClr val="tx1"/>
          </a:solidFill>
          <a:latin typeface="+mn-lt"/>
          <a:ea typeface="+mn-ea"/>
          <a:cs typeface="+mn-cs"/>
        </a:defRPr>
      </a:lvl3pPr>
      <a:lvl4pPr marL="1142954" algn="l" defTabSz="380985" rtl="0" eaLnBrk="1" latinLnBrk="0" hangingPunct="1">
        <a:defRPr sz="1500" kern="1200">
          <a:solidFill>
            <a:schemeClr val="tx1"/>
          </a:solidFill>
          <a:latin typeface="+mn-lt"/>
          <a:ea typeface="+mn-ea"/>
          <a:cs typeface="+mn-cs"/>
        </a:defRPr>
      </a:lvl4pPr>
      <a:lvl5pPr marL="1523939" algn="l" defTabSz="380985" rtl="0" eaLnBrk="1" latinLnBrk="0" hangingPunct="1">
        <a:defRPr sz="1500" kern="1200">
          <a:solidFill>
            <a:schemeClr val="tx1"/>
          </a:solidFill>
          <a:latin typeface="+mn-lt"/>
          <a:ea typeface="+mn-ea"/>
          <a:cs typeface="+mn-cs"/>
        </a:defRPr>
      </a:lvl5pPr>
      <a:lvl6pPr marL="1904924" algn="l" defTabSz="380985" rtl="0" eaLnBrk="1" latinLnBrk="0" hangingPunct="1">
        <a:defRPr sz="1500" kern="1200">
          <a:solidFill>
            <a:schemeClr val="tx1"/>
          </a:solidFill>
          <a:latin typeface="+mn-lt"/>
          <a:ea typeface="+mn-ea"/>
          <a:cs typeface="+mn-cs"/>
        </a:defRPr>
      </a:lvl6pPr>
      <a:lvl7pPr marL="2285909" algn="l" defTabSz="380985" rtl="0" eaLnBrk="1" latinLnBrk="0" hangingPunct="1">
        <a:defRPr sz="1500" kern="1200">
          <a:solidFill>
            <a:schemeClr val="tx1"/>
          </a:solidFill>
          <a:latin typeface="+mn-lt"/>
          <a:ea typeface="+mn-ea"/>
          <a:cs typeface="+mn-cs"/>
        </a:defRPr>
      </a:lvl7pPr>
      <a:lvl8pPr marL="2666893" algn="l" defTabSz="380985" rtl="0" eaLnBrk="1" latinLnBrk="0" hangingPunct="1">
        <a:defRPr sz="1500" kern="1200">
          <a:solidFill>
            <a:schemeClr val="tx1"/>
          </a:solidFill>
          <a:latin typeface="+mn-lt"/>
          <a:ea typeface="+mn-ea"/>
          <a:cs typeface="+mn-cs"/>
        </a:defRPr>
      </a:lvl8pPr>
      <a:lvl9pPr marL="3047878" algn="l" defTabSz="380985" rtl="0" eaLnBrk="1" latinLnBrk="0" hangingPunct="1">
        <a:defRPr sz="15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37.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37.xml"/><Relationship Id="rId4" Type="http://schemas.openxmlformats.org/officeDocument/2006/relationships/image" Target="../media/image22.png"/></Relationships>
</file>

<file path=ppt/slides/_rels/slide29.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8.xml"/><Relationship Id="rId1" Type="http://schemas.openxmlformats.org/officeDocument/2006/relationships/slideLayout" Target="../slideLayouts/slideLayout37.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7.xml"/><Relationship Id="rId5" Type="http://schemas.openxmlformats.org/officeDocument/2006/relationships/image" Target="../media/image27.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36.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2.xml"/><Relationship Id="rId1" Type="http://schemas.openxmlformats.org/officeDocument/2006/relationships/slideLayout" Target="../slideLayouts/slideLayout37.xml"/><Relationship Id="rId5" Type="http://schemas.openxmlformats.org/officeDocument/2006/relationships/image" Target="../media/image32.jpg"/><Relationship Id="rId4" Type="http://schemas.openxmlformats.org/officeDocument/2006/relationships/image" Target="../media/image31.jpg"/></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37.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8.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8.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48.xml"/><Relationship Id="rId5" Type="http://schemas.openxmlformats.org/officeDocument/2006/relationships/image" Target="../media/image38.png"/><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48.xml"/></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48.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8.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4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8.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4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46.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48.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49.xml.rels><?xml version="1.0" encoding="UTF-8" standalone="yes"?>
<Relationships xmlns="http://schemas.openxmlformats.org/package/2006/relationships"><Relationship Id="rId8" Type="http://schemas.openxmlformats.org/officeDocument/2006/relationships/image" Target="../media/image55.png"/><Relationship Id="rId13" Type="http://schemas.openxmlformats.org/officeDocument/2006/relationships/image" Target="../media/image60.png"/><Relationship Id="rId3" Type="http://schemas.openxmlformats.org/officeDocument/2006/relationships/image" Target="../media/image50.png"/><Relationship Id="rId7" Type="http://schemas.openxmlformats.org/officeDocument/2006/relationships/image" Target="../media/image54.png"/><Relationship Id="rId12" Type="http://schemas.openxmlformats.org/officeDocument/2006/relationships/image" Target="../media/image59.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3.png"/><Relationship Id="rId11" Type="http://schemas.openxmlformats.org/officeDocument/2006/relationships/image" Target="../media/image58.png"/><Relationship Id="rId5" Type="http://schemas.openxmlformats.org/officeDocument/2006/relationships/image" Target="../media/image52.pn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png"/></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8674" name="Picture 1" descr="globe_west_2048.jpg">
            <a:extLst>
              <a:ext uri="{FF2B5EF4-FFF2-40B4-BE49-F238E27FC236}">
                <a16:creationId xmlns:a16="http://schemas.microsoft.com/office/drawing/2014/main" id="{BC75F72C-DAAC-BF42-B4EC-C8803340DED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66035" y="-114300"/>
            <a:ext cx="6477000"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Box 5">
            <a:extLst>
              <a:ext uri="{FF2B5EF4-FFF2-40B4-BE49-F238E27FC236}">
                <a16:creationId xmlns:a16="http://schemas.microsoft.com/office/drawing/2014/main" id="{144B5527-4F03-1545-98A1-2530A4724CA7}"/>
              </a:ext>
            </a:extLst>
          </p:cNvPr>
          <p:cNvSpPr txBox="1">
            <a:spLocks noChangeArrowheads="1"/>
          </p:cNvSpPr>
          <p:nvPr/>
        </p:nvSpPr>
        <p:spPr bwMode="auto">
          <a:xfrm>
            <a:off x="120650" y="190500"/>
            <a:ext cx="3410934" cy="2015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Week 8</a:t>
            </a:r>
          </a:p>
          <a:p>
            <a:pPr eaLnBrk="1" hangingPunct="1">
              <a:spcBef>
                <a:spcPct val="0"/>
              </a:spcBef>
              <a:buFontTx/>
              <a:buNone/>
            </a:pPr>
            <a:endParaRPr lang="en-US" altLang="en-US" sz="2000" dirty="0">
              <a:solidFill>
                <a:srgbClr val="FFFFFF"/>
              </a:solidFill>
              <a:latin typeface="Goudy Old Style" panose="02020502050305020303" pitchFamily="18" charset="77"/>
              <a:cs typeface="Arial" panose="020B0604020202020204" pitchFamily="34" charset="0"/>
            </a:endParaRPr>
          </a:p>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Cryosphere</a:t>
            </a:r>
          </a:p>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Climate Modeling</a:t>
            </a:r>
          </a:p>
        </p:txBody>
      </p:sp>
      <p:pic>
        <p:nvPicPr>
          <p:cNvPr id="3" name="Picture 2">
            <a:extLst>
              <a:ext uri="{FF2B5EF4-FFF2-40B4-BE49-F238E27FC236}">
                <a16:creationId xmlns:a16="http://schemas.microsoft.com/office/drawing/2014/main" id="{688798DE-D3B3-1E42-86EA-7F7F41DB12C7}"/>
              </a:ext>
            </a:extLst>
          </p:cNvPr>
          <p:cNvPicPr>
            <a:picLocks noChangeAspect="1"/>
          </p:cNvPicPr>
          <p:nvPr/>
        </p:nvPicPr>
        <p:blipFill>
          <a:blip r:embed="rId4"/>
          <a:stretch>
            <a:fillRect/>
          </a:stretch>
        </p:blipFill>
        <p:spPr>
          <a:xfrm>
            <a:off x="0" y="2555111"/>
            <a:ext cx="3162300" cy="3162300"/>
          </a:xfrm>
          <a:prstGeom prst="rect">
            <a:avLst/>
          </a:prstGeom>
        </p:spPr>
      </p:pic>
      <p:sp>
        <p:nvSpPr>
          <p:cNvPr id="4" name="TextBox 3">
            <a:extLst>
              <a:ext uri="{FF2B5EF4-FFF2-40B4-BE49-F238E27FC236}">
                <a16:creationId xmlns:a16="http://schemas.microsoft.com/office/drawing/2014/main" id="{11E29819-6ABC-6140-BC44-BDDAD3F2784F}"/>
              </a:ext>
            </a:extLst>
          </p:cNvPr>
          <p:cNvSpPr txBox="1"/>
          <p:nvPr/>
        </p:nvSpPr>
        <p:spPr>
          <a:xfrm>
            <a:off x="3174839" y="5021582"/>
            <a:ext cx="1896673" cy="707886"/>
          </a:xfrm>
          <a:prstGeom prst="rect">
            <a:avLst/>
          </a:prstGeom>
          <a:noFill/>
        </p:spPr>
        <p:txBody>
          <a:bodyPr wrap="none" rtlCol="0">
            <a:spAutoFit/>
          </a:bodyPr>
          <a:lstStyle/>
          <a:p>
            <a:r>
              <a:rPr lang="en-US" sz="4000" dirty="0">
                <a:solidFill>
                  <a:srgbClr val="FFFF00"/>
                </a:solidFill>
              </a:rPr>
              <a:t>282548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8674" name="Picture 1" descr="globe_west_2048.jpg">
            <a:extLst>
              <a:ext uri="{FF2B5EF4-FFF2-40B4-BE49-F238E27FC236}">
                <a16:creationId xmlns:a16="http://schemas.microsoft.com/office/drawing/2014/main" id="{BC75F72C-DAAC-BF42-B4EC-C8803340DED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666035" y="-114300"/>
            <a:ext cx="6477000"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6" name="TextBox 5">
            <a:extLst>
              <a:ext uri="{FF2B5EF4-FFF2-40B4-BE49-F238E27FC236}">
                <a16:creationId xmlns:a16="http://schemas.microsoft.com/office/drawing/2014/main" id="{144B5527-4F03-1545-98A1-2530A4724CA7}"/>
              </a:ext>
            </a:extLst>
          </p:cNvPr>
          <p:cNvSpPr txBox="1">
            <a:spLocks noChangeArrowheads="1"/>
          </p:cNvSpPr>
          <p:nvPr/>
        </p:nvSpPr>
        <p:spPr bwMode="auto">
          <a:xfrm>
            <a:off x="120650" y="190500"/>
            <a:ext cx="3410934" cy="2015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Week 8</a:t>
            </a:r>
          </a:p>
          <a:p>
            <a:pPr eaLnBrk="1" hangingPunct="1">
              <a:spcBef>
                <a:spcPct val="0"/>
              </a:spcBef>
              <a:buFontTx/>
              <a:buNone/>
            </a:pPr>
            <a:endParaRPr lang="en-US" altLang="en-US" sz="2000" dirty="0">
              <a:solidFill>
                <a:srgbClr val="FFFFFF"/>
              </a:solidFill>
              <a:latin typeface="Goudy Old Style" panose="02020502050305020303" pitchFamily="18" charset="77"/>
              <a:cs typeface="Arial" panose="020B0604020202020204" pitchFamily="34" charset="0"/>
            </a:endParaRPr>
          </a:p>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Cryosphere</a:t>
            </a:r>
          </a:p>
          <a:p>
            <a:pPr eaLnBrk="1" hangingPunct="1">
              <a:spcBef>
                <a:spcPct val="0"/>
              </a:spcBef>
              <a:buFontTx/>
              <a:buNone/>
            </a:pPr>
            <a:r>
              <a:rPr lang="en-US" altLang="en-US" sz="3500" dirty="0">
                <a:solidFill>
                  <a:srgbClr val="FFFFFF"/>
                </a:solidFill>
                <a:latin typeface="Goudy Old Style" panose="02020502050305020303" pitchFamily="18" charset="77"/>
                <a:cs typeface="Arial" panose="020B0604020202020204" pitchFamily="34" charset="0"/>
              </a:rPr>
              <a:t>Climate Modeling</a:t>
            </a:r>
          </a:p>
        </p:txBody>
      </p:sp>
    </p:spTree>
    <p:extLst>
      <p:ext uri="{BB962C8B-B14F-4D97-AF65-F5344CB8AC3E}">
        <p14:creationId xmlns:p14="http://schemas.microsoft.com/office/powerpoint/2010/main" val="3197530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1796CBA-0AA8-7C43-9A1F-DC45F67BB32D}"/>
              </a:ext>
            </a:extLst>
          </p:cNvPr>
          <p:cNvPicPr>
            <a:picLocks noChangeAspect="1"/>
          </p:cNvPicPr>
          <p:nvPr/>
        </p:nvPicPr>
        <p:blipFill>
          <a:blip r:embed="rId2"/>
          <a:stretch>
            <a:fillRect/>
          </a:stretch>
        </p:blipFill>
        <p:spPr>
          <a:xfrm>
            <a:off x="31750" y="114300"/>
            <a:ext cx="9080500" cy="5486400"/>
          </a:xfrm>
          <a:prstGeom prst="rect">
            <a:avLst/>
          </a:prstGeom>
        </p:spPr>
      </p:pic>
    </p:spTree>
    <p:extLst>
      <p:ext uri="{BB962C8B-B14F-4D97-AF65-F5344CB8AC3E}">
        <p14:creationId xmlns:p14="http://schemas.microsoft.com/office/powerpoint/2010/main" val="641355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228600" y="266700"/>
            <a:ext cx="8610600" cy="5299912"/>
          </a:xfrm>
          <a:prstGeom prst="rect">
            <a:avLst/>
          </a:prstGeom>
          <a:solidFill>
            <a:srgbClr val="C00000"/>
          </a:solidFill>
          <a:ln>
            <a:noFill/>
          </a:ln>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buNone/>
            </a:pPr>
            <a:r>
              <a:rPr lang="en-US" sz="1800" b="1" dirty="0">
                <a:solidFill>
                  <a:srgbClr val="FFFF00"/>
                </a:solidFill>
                <a:effectLst>
                  <a:outerShdw blurRad="50800" dist="38100" dir="2700000" algn="tl" rotWithShape="0">
                    <a:prstClr val="black">
                      <a:alpha val="40000"/>
                    </a:prstClr>
                  </a:outerShdw>
                </a:effectLst>
              </a:rPr>
              <a:t>Required Videos:</a:t>
            </a:r>
          </a:p>
          <a:p>
            <a:pPr>
              <a:buNone/>
            </a:pPr>
            <a:r>
              <a:rPr lang="en-US" sz="1800" dirty="0">
                <a:solidFill>
                  <a:schemeClr val="bg1"/>
                </a:solidFill>
                <a:effectLst>
                  <a:outerShdw blurRad="50800" dist="38100" dir="2700000" algn="tl" rotWithShape="0">
                    <a:prstClr val="black">
                      <a:alpha val="40000"/>
                    </a:prstClr>
                  </a:outerShdw>
                </a:effectLst>
              </a:rPr>
              <a:t>The Cryosphere:  Rise and Fall of Ice on Earth</a:t>
            </a:r>
          </a:p>
          <a:p>
            <a:pPr>
              <a:buNone/>
            </a:pPr>
            <a:r>
              <a:rPr lang="en-US" sz="1800" dirty="0">
                <a:solidFill>
                  <a:schemeClr val="bg1"/>
                </a:solidFill>
                <a:effectLst>
                  <a:outerShdw blurRad="50800" dist="38100" dir="2700000" algn="tl" rotWithShape="0">
                    <a:prstClr val="black">
                      <a:alpha val="40000"/>
                    </a:prstClr>
                  </a:outerShdw>
                </a:effectLst>
              </a:rPr>
              <a:t>Snowball Earth</a:t>
            </a:r>
          </a:p>
          <a:p>
            <a:pPr>
              <a:buNone/>
            </a:pPr>
            <a:r>
              <a:rPr lang="en-US" sz="1800" dirty="0">
                <a:solidFill>
                  <a:schemeClr val="bg1"/>
                </a:solidFill>
                <a:effectLst>
                  <a:outerShdw blurRad="50800" dist="38100" dir="2700000" algn="tl" rotWithShape="0">
                    <a:prstClr val="black">
                      <a:alpha val="40000"/>
                    </a:prstClr>
                  </a:outerShdw>
                </a:effectLst>
              </a:rPr>
              <a:t>Arctic Climate Change</a:t>
            </a:r>
          </a:p>
          <a:p>
            <a:pPr>
              <a:buNone/>
            </a:pPr>
            <a:r>
              <a:rPr lang="en-US" sz="1800" dirty="0">
                <a:solidFill>
                  <a:schemeClr val="bg1"/>
                </a:solidFill>
                <a:effectLst>
                  <a:outerShdw blurRad="50800" dist="38100" dir="2700000" algn="tl" rotWithShape="0">
                    <a:prstClr val="black">
                      <a:alpha val="40000"/>
                    </a:prstClr>
                  </a:outerShdw>
                </a:effectLst>
              </a:rPr>
              <a:t>Climate Models and Climate Modeling</a:t>
            </a:r>
          </a:p>
          <a:p>
            <a:pPr>
              <a:buNone/>
            </a:pPr>
            <a:endParaRPr lang="en-US" sz="1800" dirty="0">
              <a:solidFill>
                <a:schemeClr val="bg1"/>
              </a:solidFill>
              <a:effectLst>
                <a:outerShdw blurRad="50800" dist="38100" dir="2700000" algn="tl" rotWithShape="0">
                  <a:prstClr val="black">
                    <a:alpha val="40000"/>
                  </a:prstClr>
                </a:outerShdw>
              </a:effectLst>
            </a:endParaRPr>
          </a:p>
          <a:p>
            <a:pPr>
              <a:buNone/>
            </a:pPr>
            <a:r>
              <a:rPr lang="en-US" sz="1800" dirty="0">
                <a:solidFill>
                  <a:schemeClr val="bg1"/>
                </a:solidFill>
                <a:effectLst>
                  <a:outerShdw blurRad="50800" dist="38100" dir="2700000" algn="tl" rotWithShape="0">
                    <a:prstClr val="black">
                      <a:alpha val="40000"/>
                    </a:prstClr>
                  </a:outerShdw>
                </a:effectLst>
              </a:rPr>
              <a:t>BYOE Video 1: Introduction</a:t>
            </a:r>
          </a:p>
          <a:p>
            <a:pPr>
              <a:buNone/>
            </a:pPr>
            <a:r>
              <a:rPr lang="en-US" sz="1800" dirty="0">
                <a:solidFill>
                  <a:schemeClr val="bg1"/>
                </a:solidFill>
                <a:effectLst>
                  <a:outerShdw blurRad="50800" dist="38100" dir="2700000" algn="tl" rotWithShape="0">
                    <a:prstClr val="black">
                      <a:alpha val="40000"/>
                    </a:prstClr>
                  </a:outerShdw>
                </a:effectLst>
              </a:rPr>
              <a:t>BYOE Video 2: Walkthrough 1</a:t>
            </a:r>
          </a:p>
          <a:p>
            <a:pPr>
              <a:buNone/>
            </a:pPr>
            <a:r>
              <a:rPr lang="en-US" sz="1800" dirty="0">
                <a:solidFill>
                  <a:schemeClr val="bg1"/>
                </a:solidFill>
                <a:effectLst>
                  <a:outerShdw blurRad="50800" dist="38100" dir="2700000" algn="tl" rotWithShape="0">
                    <a:prstClr val="black">
                      <a:alpha val="40000"/>
                    </a:prstClr>
                  </a:outerShdw>
                </a:effectLst>
              </a:rPr>
              <a:t>BYOE Video 3: Walkthrough 2</a:t>
            </a:r>
          </a:p>
          <a:p>
            <a:pPr>
              <a:buNone/>
            </a:pPr>
            <a:r>
              <a:rPr lang="en-US" sz="1800" dirty="0">
                <a:solidFill>
                  <a:schemeClr val="bg1"/>
                </a:solidFill>
                <a:effectLst>
                  <a:outerShdw blurRad="50800" dist="38100" dir="2700000" algn="tl" rotWithShape="0">
                    <a:prstClr val="black">
                      <a:alpha val="40000"/>
                    </a:prstClr>
                  </a:outerShdw>
                </a:effectLst>
              </a:rPr>
              <a:t>BYOE Video 4: Earth’s Past Climates</a:t>
            </a:r>
          </a:p>
          <a:p>
            <a:pPr>
              <a:buNone/>
            </a:pPr>
            <a:endParaRPr lang="en-US" sz="1800" dirty="0">
              <a:solidFill>
                <a:schemeClr val="bg1"/>
              </a:solidFill>
              <a:effectLst>
                <a:outerShdw blurRad="50800" dist="38100" dir="2700000" algn="tl" rotWithShape="0">
                  <a:prstClr val="black">
                    <a:alpha val="40000"/>
                  </a:prstClr>
                </a:outerShdw>
              </a:effectLst>
            </a:endParaRPr>
          </a:p>
          <a:p>
            <a:pPr>
              <a:buNone/>
            </a:pPr>
            <a:r>
              <a:rPr lang="en-US" sz="1800" b="1" dirty="0">
                <a:solidFill>
                  <a:srgbClr val="FFFF00"/>
                </a:solidFill>
                <a:effectLst>
                  <a:outerShdw blurRad="50800" dist="38100" dir="2700000" algn="tl" rotWithShape="0">
                    <a:prstClr val="black">
                      <a:alpha val="40000"/>
                    </a:prstClr>
                  </a:outerShdw>
                </a:effectLst>
              </a:rPr>
              <a:t>Required Reading: </a:t>
            </a:r>
          </a:p>
          <a:p>
            <a:pPr>
              <a:buNone/>
            </a:pPr>
            <a:r>
              <a:rPr lang="en-US" sz="1800" dirty="0">
                <a:solidFill>
                  <a:schemeClr val="bg1"/>
                </a:solidFill>
                <a:effectLst>
                  <a:outerShdw blurRad="50800" dist="38100" dir="2700000" algn="tl" rotWithShape="0">
                    <a:prstClr val="black">
                      <a:alpha val="40000"/>
                    </a:prstClr>
                  </a:outerShdw>
                </a:effectLst>
              </a:rPr>
              <a:t>Geological Society of London Scientific Statement: What the geological record tells us about our present and future climate</a:t>
            </a:r>
          </a:p>
          <a:p>
            <a:pPr>
              <a:buNone/>
            </a:pPr>
            <a:endParaRPr lang="en-US" sz="1800" dirty="0">
              <a:solidFill>
                <a:schemeClr val="bg1"/>
              </a:solidFill>
              <a:effectLst>
                <a:outerShdw blurRad="50800" dist="38100" dir="2700000" algn="tl" rotWithShape="0">
                  <a:prstClr val="black">
                    <a:alpha val="40000"/>
                  </a:prstClr>
                </a:outerShdw>
              </a:effectLst>
            </a:endParaRPr>
          </a:p>
          <a:p>
            <a:pPr>
              <a:buNone/>
            </a:pPr>
            <a:r>
              <a:rPr lang="en-US" sz="1800" dirty="0">
                <a:solidFill>
                  <a:schemeClr val="bg1"/>
                </a:solidFill>
                <a:effectLst>
                  <a:outerShdw blurRad="50800" dist="38100" dir="2700000" algn="tl" rotWithShape="0">
                    <a:prstClr val="black">
                      <a:alpha val="40000"/>
                    </a:prstClr>
                  </a:outerShdw>
                </a:effectLst>
              </a:rPr>
              <a:t>Hoffman and </a:t>
            </a:r>
            <a:r>
              <a:rPr lang="en-US" sz="1800" dirty="0" err="1">
                <a:solidFill>
                  <a:schemeClr val="bg1"/>
                </a:solidFill>
                <a:effectLst>
                  <a:outerShdw blurRad="50800" dist="38100" dir="2700000" algn="tl" rotWithShape="0">
                    <a:prstClr val="black">
                      <a:alpha val="40000"/>
                    </a:prstClr>
                  </a:outerShdw>
                </a:effectLst>
              </a:rPr>
              <a:t>Schrag</a:t>
            </a:r>
            <a:r>
              <a:rPr lang="en-US" sz="1800" dirty="0">
                <a:solidFill>
                  <a:schemeClr val="bg1"/>
                </a:solidFill>
                <a:effectLst>
                  <a:outerShdw blurRad="50800" dist="38100" dir="2700000" algn="tl" rotWithShape="0">
                    <a:prstClr val="black">
                      <a:alpha val="40000"/>
                    </a:prstClr>
                  </a:outerShdw>
                </a:effectLst>
              </a:rPr>
              <a:t> (2000): Snowball Earth</a:t>
            </a:r>
            <a:endParaRPr lang="en-US" sz="1200" dirty="0">
              <a:solidFill>
                <a:schemeClr val="bg1"/>
              </a:solidFill>
              <a:effectLst>
                <a:outerShdw blurRad="50800" dist="38100" dir="2700000" algn="tl" rotWithShape="0">
                  <a:prstClr val="black">
                    <a:alpha val="40000"/>
                  </a:prstClr>
                </a:outerShdw>
              </a:effectLst>
            </a:endParaRPr>
          </a:p>
        </p:txBody>
      </p:sp>
    </p:spTree>
    <p:extLst>
      <p:ext uri="{BB962C8B-B14F-4D97-AF65-F5344CB8AC3E}">
        <p14:creationId xmlns:p14="http://schemas.microsoft.com/office/powerpoint/2010/main" val="3268487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0722" name="Content Placeholder 2">
            <a:extLst>
              <a:ext uri="{FF2B5EF4-FFF2-40B4-BE49-F238E27FC236}">
                <a16:creationId xmlns:a16="http://schemas.microsoft.com/office/drawing/2014/main" id="{99B0D072-17FC-F540-8EE6-199FD232EB57}"/>
              </a:ext>
            </a:extLst>
          </p:cNvPr>
          <p:cNvSpPr>
            <a:spLocks noGrp="1" noChangeArrowheads="1"/>
          </p:cNvSpPr>
          <p:nvPr>
            <p:ph idx="1"/>
          </p:nvPr>
        </p:nvSpPr>
        <p:spPr>
          <a:xfrm>
            <a:off x="533400" y="1409700"/>
            <a:ext cx="8153400" cy="3957638"/>
          </a:xfrm>
        </p:spPr>
        <p:txBody>
          <a:bodyPr/>
          <a:lstStyle/>
          <a:p>
            <a:pPr marL="0" indent="0">
              <a:buNone/>
            </a:pPr>
            <a:r>
              <a:rPr lang="en-US" altLang="en-US" sz="2800" dirty="0">
                <a:solidFill>
                  <a:schemeClr val="bg1"/>
                </a:solidFill>
                <a:ea typeface="ＭＳ Ｐゴシック" panose="020B0600070205080204" pitchFamily="34" charset="-128"/>
                <a:cs typeface="ＭＳ Ｐゴシック" panose="020B0600070205080204" pitchFamily="34" charset="-128"/>
              </a:rPr>
              <a:t>Questions from last week or videos</a:t>
            </a:r>
          </a:p>
          <a:p>
            <a:pPr marL="0" indent="0">
              <a:buFontTx/>
              <a:buNone/>
            </a:pPr>
            <a:r>
              <a:rPr lang="en-US" altLang="en-US" sz="2800" dirty="0">
                <a:solidFill>
                  <a:schemeClr val="bg1"/>
                </a:solidFill>
                <a:ea typeface="ＭＳ Ｐゴシック" panose="020B0600070205080204" pitchFamily="34" charset="-128"/>
                <a:cs typeface="ＭＳ Ｐゴシック" panose="020B0600070205080204" pitchFamily="34" charset="-128"/>
              </a:rPr>
              <a:t>Cryosphere throughout geological history</a:t>
            </a:r>
          </a:p>
          <a:p>
            <a:pPr marL="0" indent="0">
              <a:buFontTx/>
              <a:buNone/>
            </a:pPr>
            <a:r>
              <a:rPr lang="en-US" altLang="en-US" sz="2800" dirty="0">
                <a:solidFill>
                  <a:schemeClr val="bg1"/>
                </a:solidFill>
                <a:ea typeface="ＭＳ Ｐゴシック" panose="020B0600070205080204" pitchFamily="34" charset="-128"/>
                <a:cs typeface="ＭＳ Ｐゴシック" panose="020B0600070205080204" pitchFamily="34" charset="-128"/>
              </a:rPr>
              <a:t>Climate modeling</a:t>
            </a:r>
          </a:p>
          <a:p>
            <a:pPr marL="0" indent="0">
              <a:buFontTx/>
              <a:buNone/>
            </a:pPr>
            <a:r>
              <a:rPr lang="en-US" altLang="en-US" sz="2800" dirty="0">
                <a:solidFill>
                  <a:schemeClr val="bg1"/>
                </a:solidFill>
                <a:ea typeface="ＭＳ Ｐゴシック" panose="020B0600070205080204" pitchFamily="34" charset="-128"/>
                <a:cs typeface="ＭＳ Ｐゴシック" panose="020B0600070205080204" pitchFamily="34" charset="-128"/>
              </a:rPr>
              <a:t>Build Your Own Earth exercise</a:t>
            </a:r>
          </a:p>
          <a:p>
            <a:pPr marL="0" indent="0">
              <a:buFontTx/>
              <a:buNone/>
            </a:pPr>
            <a:r>
              <a:rPr lang="en-US" altLang="en-US" sz="2800" dirty="0" err="1">
                <a:solidFill>
                  <a:schemeClr val="bg1"/>
                </a:solidFill>
                <a:ea typeface="ＭＳ Ｐゴシック" panose="020B0600070205080204" pitchFamily="34" charset="-128"/>
                <a:cs typeface="ＭＳ Ｐゴシック" panose="020B0600070205080204" pitchFamily="34" charset="-128"/>
              </a:rPr>
              <a:t>Kahoot</a:t>
            </a:r>
            <a:r>
              <a:rPr lang="en-US" altLang="en-US" sz="2800" dirty="0">
                <a:solidFill>
                  <a:schemeClr val="bg1"/>
                </a:solidFill>
                <a:ea typeface="ＭＳ Ｐゴシック" panose="020B0600070205080204" pitchFamily="34" charset="-128"/>
                <a:cs typeface="ＭＳ Ｐゴシック" panose="020B0600070205080204" pitchFamily="34" charset="-128"/>
              </a:rPr>
              <a:t>!</a:t>
            </a:r>
          </a:p>
        </p:txBody>
      </p:sp>
      <p:sp>
        <p:nvSpPr>
          <p:cNvPr id="2" name="TextBox 1">
            <a:extLst>
              <a:ext uri="{FF2B5EF4-FFF2-40B4-BE49-F238E27FC236}">
                <a16:creationId xmlns:a16="http://schemas.microsoft.com/office/drawing/2014/main" id="{FB4FC0DE-BAB8-1F4B-A3B6-DB3B4891BB24}"/>
              </a:ext>
            </a:extLst>
          </p:cNvPr>
          <p:cNvSpPr txBox="1"/>
          <p:nvPr/>
        </p:nvSpPr>
        <p:spPr>
          <a:xfrm>
            <a:off x="2743200" y="190500"/>
            <a:ext cx="3358740" cy="830997"/>
          </a:xfrm>
          <a:prstGeom prst="rect">
            <a:avLst/>
          </a:prstGeom>
          <a:noFill/>
        </p:spPr>
        <p:txBody>
          <a:bodyPr wrap="none" rtlCol="0">
            <a:spAutoFit/>
          </a:bodyPr>
          <a:lstStyle/>
          <a:p>
            <a:r>
              <a:rPr lang="en-US" sz="4800" dirty="0">
                <a:solidFill>
                  <a:srgbClr val="FFFF00"/>
                </a:solidFill>
              </a:rPr>
              <a:t>For Week 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219200" y="1409700"/>
            <a:ext cx="2302233"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buNone/>
            </a:pPr>
            <a:r>
              <a:rPr lang="en-US" dirty="0">
                <a:solidFill>
                  <a:srgbClr val="FFFF00"/>
                </a:solidFill>
              </a:rPr>
              <a:t>Cryosphere</a:t>
            </a:r>
            <a:endParaRPr lang="en-GB" dirty="0">
              <a:solidFill>
                <a:schemeClr val="bg1"/>
              </a:solidFill>
            </a:endParaRPr>
          </a:p>
          <a:p>
            <a:pPr>
              <a:spcBef>
                <a:spcPct val="0"/>
              </a:spcBef>
              <a:buFontTx/>
              <a:buNone/>
            </a:pPr>
            <a:endParaRPr lang="en-US" altLang="en-US" sz="2400" dirty="0">
              <a:solidFill>
                <a:srgbClr val="FFFF00"/>
              </a:solidFill>
              <a:cs typeface="Arial" panose="020B0604020202020204" pitchFamily="34" charset="0"/>
            </a:endParaRPr>
          </a:p>
          <a:p>
            <a:pPr>
              <a:spcBef>
                <a:spcPct val="0"/>
              </a:spcBef>
              <a:buFontTx/>
              <a:buNone/>
            </a:pPr>
            <a:r>
              <a:rPr lang="en-US" altLang="en-US" sz="2400" dirty="0">
                <a:solidFill>
                  <a:srgbClr val="FFFF00"/>
                </a:solidFill>
                <a:cs typeface="Arial" panose="020B0604020202020204" pitchFamily="34" charset="0"/>
              </a:rPr>
              <a:t>	</a:t>
            </a:r>
          </a:p>
        </p:txBody>
      </p:sp>
    </p:spTree>
    <p:extLst>
      <p:ext uri="{BB962C8B-B14F-4D97-AF65-F5344CB8AC3E}">
        <p14:creationId xmlns:p14="http://schemas.microsoft.com/office/powerpoint/2010/main" val="38088965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18A3A92-5492-5E4C-B5ED-9E3161D315D2}"/>
              </a:ext>
            </a:extLst>
          </p:cNvPr>
          <p:cNvPicPr>
            <a:picLocks noChangeAspect="1"/>
          </p:cNvPicPr>
          <p:nvPr/>
        </p:nvPicPr>
        <p:blipFill>
          <a:blip r:embed="rId2"/>
          <a:stretch>
            <a:fillRect/>
          </a:stretch>
        </p:blipFill>
        <p:spPr>
          <a:xfrm rot="18134444">
            <a:off x="1180817" y="-2272512"/>
            <a:ext cx="7390378" cy="9571145"/>
          </a:xfrm>
          <a:prstGeom prst="rect">
            <a:avLst/>
          </a:prstGeom>
          <a:solidFill>
            <a:schemeClr val="bg1"/>
          </a:solidFill>
        </p:spPr>
      </p:pic>
      <p:sp>
        <p:nvSpPr>
          <p:cNvPr id="4" name="TextBox 3">
            <a:extLst>
              <a:ext uri="{FF2B5EF4-FFF2-40B4-BE49-F238E27FC236}">
                <a16:creationId xmlns:a16="http://schemas.microsoft.com/office/drawing/2014/main" id="{5C07F08E-756A-9D4B-BB8F-EBBE2610B7B0}"/>
              </a:ext>
            </a:extLst>
          </p:cNvPr>
          <p:cNvSpPr txBox="1"/>
          <p:nvPr/>
        </p:nvSpPr>
        <p:spPr>
          <a:xfrm>
            <a:off x="-18881" y="5257044"/>
            <a:ext cx="1843774" cy="461665"/>
          </a:xfrm>
          <a:prstGeom prst="rect">
            <a:avLst/>
          </a:prstGeom>
          <a:noFill/>
        </p:spPr>
        <p:txBody>
          <a:bodyPr wrap="none" rtlCol="0">
            <a:spAutoFit/>
          </a:bodyPr>
          <a:lstStyle/>
          <a:p>
            <a:r>
              <a:rPr lang="en-US" dirty="0">
                <a:solidFill>
                  <a:schemeClr val="accent2"/>
                </a:solidFill>
              </a:rPr>
              <a:t>IPCC/NASA</a:t>
            </a:r>
          </a:p>
        </p:txBody>
      </p:sp>
      <p:sp>
        <p:nvSpPr>
          <p:cNvPr id="10" name="Rectangle 9">
            <a:extLst>
              <a:ext uri="{FF2B5EF4-FFF2-40B4-BE49-F238E27FC236}">
                <a16:creationId xmlns:a16="http://schemas.microsoft.com/office/drawing/2014/main" id="{EA447D87-25B1-5646-BDEC-E15BE9386260}"/>
              </a:ext>
            </a:extLst>
          </p:cNvPr>
          <p:cNvSpPr/>
          <p:nvPr/>
        </p:nvSpPr>
        <p:spPr>
          <a:xfrm>
            <a:off x="4343400" y="4533144"/>
            <a:ext cx="3429000" cy="14478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DD00B364-6C67-4D4B-AA26-F8085D2DB30E}"/>
              </a:ext>
            </a:extLst>
          </p:cNvPr>
          <p:cNvPicPr>
            <a:picLocks noChangeAspect="1"/>
          </p:cNvPicPr>
          <p:nvPr/>
        </p:nvPicPr>
        <p:blipFill>
          <a:blip r:embed="rId3"/>
          <a:stretch>
            <a:fillRect/>
          </a:stretch>
        </p:blipFill>
        <p:spPr>
          <a:xfrm>
            <a:off x="6703744" y="4582594"/>
            <a:ext cx="2440256" cy="1112015"/>
          </a:xfrm>
          <a:prstGeom prst="rect">
            <a:avLst/>
          </a:prstGeom>
        </p:spPr>
      </p:pic>
      <p:pic>
        <p:nvPicPr>
          <p:cNvPr id="8" name="Picture 7">
            <a:extLst>
              <a:ext uri="{FF2B5EF4-FFF2-40B4-BE49-F238E27FC236}">
                <a16:creationId xmlns:a16="http://schemas.microsoft.com/office/drawing/2014/main" id="{67D4C51B-E342-9D44-B07A-291752E5ABD2}"/>
              </a:ext>
            </a:extLst>
          </p:cNvPr>
          <p:cNvPicPr>
            <a:picLocks noChangeAspect="1"/>
          </p:cNvPicPr>
          <p:nvPr/>
        </p:nvPicPr>
        <p:blipFill>
          <a:blip r:embed="rId4"/>
          <a:stretch>
            <a:fillRect/>
          </a:stretch>
        </p:blipFill>
        <p:spPr>
          <a:xfrm>
            <a:off x="1858023" y="4935616"/>
            <a:ext cx="2470150" cy="718005"/>
          </a:xfrm>
          <a:prstGeom prst="rect">
            <a:avLst/>
          </a:prstGeom>
        </p:spPr>
      </p:pic>
      <p:pic>
        <p:nvPicPr>
          <p:cNvPr id="13" name="Picture 12">
            <a:extLst>
              <a:ext uri="{FF2B5EF4-FFF2-40B4-BE49-F238E27FC236}">
                <a16:creationId xmlns:a16="http://schemas.microsoft.com/office/drawing/2014/main" id="{A45851E2-1F6A-7B42-B677-F2493400B2DA}"/>
              </a:ext>
            </a:extLst>
          </p:cNvPr>
          <p:cNvPicPr>
            <a:picLocks noChangeAspect="1"/>
          </p:cNvPicPr>
          <p:nvPr/>
        </p:nvPicPr>
        <p:blipFill>
          <a:blip r:embed="rId5"/>
          <a:stretch>
            <a:fillRect/>
          </a:stretch>
        </p:blipFill>
        <p:spPr>
          <a:xfrm>
            <a:off x="4552022" y="4274548"/>
            <a:ext cx="1391578" cy="1420061"/>
          </a:xfrm>
          <a:prstGeom prst="rect">
            <a:avLst/>
          </a:prstGeom>
        </p:spPr>
      </p:pic>
    </p:spTree>
    <p:extLst>
      <p:ext uri="{BB962C8B-B14F-4D97-AF65-F5344CB8AC3E}">
        <p14:creationId xmlns:p14="http://schemas.microsoft.com/office/powerpoint/2010/main" val="1453871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4DAECA-FBB4-F646-AF53-445F3B0C80A2}"/>
              </a:ext>
            </a:extLst>
          </p:cNvPr>
          <p:cNvPicPr>
            <a:picLocks noChangeAspect="1"/>
          </p:cNvPicPr>
          <p:nvPr/>
        </p:nvPicPr>
        <p:blipFill>
          <a:blip r:embed="rId2"/>
          <a:stretch>
            <a:fillRect/>
          </a:stretch>
        </p:blipFill>
        <p:spPr>
          <a:xfrm>
            <a:off x="0" y="-15942"/>
            <a:ext cx="5830754" cy="5235642"/>
          </a:xfrm>
          <a:prstGeom prst="rect">
            <a:avLst/>
          </a:prstGeom>
        </p:spPr>
      </p:pic>
      <p:sp>
        <p:nvSpPr>
          <p:cNvPr id="4" name="TextBox 3">
            <a:extLst>
              <a:ext uri="{FF2B5EF4-FFF2-40B4-BE49-F238E27FC236}">
                <a16:creationId xmlns:a16="http://schemas.microsoft.com/office/drawing/2014/main" id="{5C07F08E-756A-9D4B-BB8F-EBBE2610B7B0}"/>
              </a:ext>
            </a:extLst>
          </p:cNvPr>
          <p:cNvSpPr txBox="1"/>
          <p:nvPr/>
        </p:nvSpPr>
        <p:spPr>
          <a:xfrm>
            <a:off x="4132692" y="5270670"/>
            <a:ext cx="5011308" cy="461665"/>
          </a:xfrm>
          <a:prstGeom prst="rect">
            <a:avLst/>
          </a:prstGeom>
          <a:noFill/>
        </p:spPr>
        <p:txBody>
          <a:bodyPr wrap="none" rtlCol="0">
            <a:spAutoFit/>
          </a:bodyPr>
          <a:lstStyle/>
          <a:p>
            <a:r>
              <a:rPr lang="en-US" dirty="0">
                <a:solidFill>
                  <a:schemeClr val="bg1"/>
                </a:solidFill>
              </a:rPr>
              <a:t>https://</a:t>
            </a:r>
            <a:r>
              <a:rPr lang="en-US" dirty="0" err="1">
                <a:solidFill>
                  <a:schemeClr val="bg1"/>
                </a:solidFill>
              </a:rPr>
              <a:t>nsidc.org</a:t>
            </a:r>
            <a:r>
              <a:rPr lang="en-US" dirty="0">
                <a:solidFill>
                  <a:schemeClr val="bg1"/>
                </a:solidFill>
              </a:rPr>
              <a:t>/data/visualize-data</a:t>
            </a:r>
          </a:p>
        </p:txBody>
      </p:sp>
      <p:sp>
        <p:nvSpPr>
          <p:cNvPr id="7" name="Left Arrow 6">
            <a:extLst>
              <a:ext uri="{FF2B5EF4-FFF2-40B4-BE49-F238E27FC236}">
                <a16:creationId xmlns:a16="http://schemas.microsoft.com/office/drawing/2014/main" id="{E5EAC74D-2E9F-3744-95E6-9D242C7DFA58}"/>
              </a:ext>
            </a:extLst>
          </p:cNvPr>
          <p:cNvSpPr/>
          <p:nvPr/>
        </p:nvSpPr>
        <p:spPr>
          <a:xfrm>
            <a:off x="5791200" y="4305300"/>
            <a:ext cx="2819400" cy="685800"/>
          </a:xfrm>
          <a:prstGeom prst="leftArrow">
            <a:avLst/>
          </a:prstGeom>
          <a:solidFill>
            <a:srgbClr val="FFFF00"/>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5734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7D25B1-2983-5747-A3FC-784D9A634D2F}"/>
              </a:ext>
            </a:extLst>
          </p:cNvPr>
          <p:cNvPicPr>
            <a:picLocks noChangeAspect="1"/>
          </p:cNvPicPr>
          <p:nvPr/>
        </p:nvPicPr>
        <p:blipFill>
          <a:blip r:embed="rId3"/>
          <a:stretch>
            <a:fillRect/>
          </a:stretch>
        </p:blipFill>
        <p:spPr>
          <a:xfrm>
            <a:off x="0" y="0"/>
            <a:ext cx="6602866" cy="5715000"/>
          </a:xfrm>
          <a:prstGeom prst="rect">
            <a:avLst/>
          </a:prstGeom>
        </p:spPr>
      </p:pic>
      <p:sp>
        <p:nvSpPr>
          <p:cNvPr id="5" name="TextBox 4">
            <a:extLst>
              <a:ext uri="{FF2B5EF4-FFF2-40B4-BE49-F238E27FC236}">
                <a16:creationId xmlns:a16="http://schemas.microsoft.com/office/drawing/2014/main" id="{2C75B9D1-32F0-4B48-9D48-8CC1C4A98DC1}"/>
              </a:ext>
            </a:extLst>
          </p:cNvPr>
          <p:cNvSpPr txBox="1"/>
          <p:nvPr/>
        </p:nvSpPr>
        <p:spPr>
          <a:xfrm>
            <a:off x="1909327" y="0"/>
            <a:ext cx="7234673" cy="338554"/>
          </a:xfrm>
          <a:prstGeom prst="rect">
            <a:avLst/>
          </a:prstGeom>
          <a:solidFill>
            <a:schemeClr val="accent2"/>
          </a:solidFill>
        </p:spPr>
        <p:txBody>
          <a:bodyPr wrap="none" rtlCol="0">
            <a:spAutoFit/>
          </a:bodyPr>
          <a:lstStyle/>
          <a:p>
            <a:r>
              <a:rPr lang="en-US" sz="1600" dirty="0">
                <a:solidFill>
                  <a:srgbClr val="FFFF00"/>
                </a:solidFill>
              </a:rPr>
              <a:t>https://</a:t>
            </a:r>
            <a:r>
              <a:rPr lang="en-US" sz="1600" dirty="0" err="1">
                <a:solidFill>
                  <a:srgbClr val="FFFF00"/>
                </a:solidFill>
              </a:rPr>
              <a:t>nsidc.org</a:t>
            </a:r>
            <a:r>
              <a:rPr lang="en-US" sz="1600" dirty="0">
                <a:solidFill>
                  <a:srgbClr val="FFFF00"/>
                </a:solidFill>
              </a:rPr>
              <a:t>/sea-ice-today/sea-ice-tools/</a:t>
            </a:r>
            <a:r>
              <a:rPr lang="en-US" sz="1600" dirty="0" err="1">
                <a:solidFill>
                  <a:srgbClr val="FFFF00"/>
                </a:solidFill>
              </a:rPr>
              <a:t>charctic</a:t>
            </a:r>
            <a:r>
              <a:rPr lang="en-US" sz="1600" dirty="0">
                <a:solidFill>
                  <a:srgbClr val="FFFF00"/>
                </a:solidFill>
              </a:rPr>
              <a:t>-interactive-sea-ice-graph</a:t>
            </a:r>
          </a:p>
        </p:txBody>
      </p:sp>
    </p:spTree>
    <p:extLst>
      <p:ext uri="{BB962C8B-B14F-4D97-AF65-F5344CB8AC3E}">
        <p14:creationId xmlns:p14="http://schemas.microsoft.com/office/powerpoint/2010/main" val="2385092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4D9C94-6F60-7A40-BE2F-C10A1BC0C99E}"/>
              </a:ext>
            </a:extLst>
          </p:cNvPr>
          <p:cNvPicPr>
            <a:picLocks noChangeAspect="1"/>
          </p:cNvPicPr>
          <p:nvPr/>
        </p:nvPicPr>
        <p:blipFill>
          <a:blip r:embed="rId3"/>
          <a:stretch>
            <a:fillRect/>
          </a:stretch>
        </p:blipFill>
        <p:spPr>
          <a:xfrm>
            <a:off x="0" y="0"/>
            <a:ext cx="6722320" cy="5715000"/>
          </a:xfrm>
          <a:prstGeom prst="rect">
            <a:avLst/>
          </a:prstGeom>
        </p:spPr>
      </p:pic>
      <p:sp>
        <p:nvSpPr>
          <p:cNvPr id="6" name="TextBox 5">
            <a:extLst>
              <a:ext uri="{FF2B5EF4-FFF2-40B4-BE49-F238E27FC236}">
                <a16:creationId xmlns:a16="http://schemas.microsoft.com/office/drawing/2014/main" id="{FC8AE965-9AB3-994F-86A1-CF597DEE8DEA}"/>
              </a:ext>
            </a:extLst>
          </p:cNvPr>
          <p:cNvSpPr txBox="1"/>
          <p:nvPr/>
        </p:nvSpPr>
        <p:spPr>
          <a:xfrm>
            <a:off x="1909327" y="0"/>
            <a:ext cx="7234673" cy="338554"/>
          </a:xfrm>
          <a:prstGeom prst="rect">
            <a:avLst/>
          </a:prstGeom>
          <a:solidFill>
            <a:schemeClr val="accent2"/>
          </a:solidFill>
        </p:spPr>
        <p:txBody>
          <a:bodyPr wrap="none" rtlCol="0">
            <a:spAutoFit/>
          </a:bodyPr>
          <a:lstStyle/>
          <a:p>
            <a:r>
              <a:rPr lang="en-US" sz="1600" dirty="0">
                <a:solidFill>
                  <a:srgbClr val="FFFF00"/>
                </a:solidFill>
              </a:rPr>
              <a:t>https://</a:t>
            </a:r>
            <a:r>
              <a:rPr lang="en-US" sz="1600" dirty="0" err="1">
                <a:solidFill>
                  <a:srgbClr val="FFFF00"/>
                </a:solidFill>
              </a:rPr>
              <a:t>nsidc.org</a:t>
            </a:r>
            <a:r>
              <a:rPr lang="en-US" sz="1600" dirty="0">
                <a:solidFill>
                  <a:srgbClr val="FFFF00"/>
                </a:solidFill>
              </a:rPr>
              <a:t>/sea-ice-today/sea-ice-tools/</a:t>
            </a:r>
            <a:r>
              <a:rPr lang="en-US" sz="1600" dirty="0" err="1">
                <a:solidFill>
                  <a:srgbClr val="FFFF00"/>
                </a:solidFill>
              </a:rPr>
              <a:t>charctic</a:t>
            </a:r>
            <a:r>
              <a:rPr lang="en-US" sz="1600" dirty="0">
                <a:solidFill>
                  <a:srgbClr val="FFFF00"/>
                </a:solidFill>
              </a:rPr>
              <a:t>-interactive-sea-ice-graph</a:t>
            </a:r>
          </a:p>
        </p:txBody>
      </p:sp>
    </p:spTree>
    <p:extLst>
      <p:ext uri="{BB962C8B-B14F-4D97-AF65-F5344CB8AC3E}">
        <p14:creationId xmlns:p14="http://schemas.microsoft.com/office/powerpoint/2010/main" val="24161923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219200" y="1409700"/>
            <a:ext cx="3350597"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buNone/>
            </a:pPr>
            <a:r>
              <a:rPr lang="en-US" dirty="0">
                <a:solidFill>
                  <a:srgbClr val="FFFF00"/>
                </a:solidFill>
              </a:rPr>
              <a:t>Climate Modeling</a:t>
            </a:r>
            <a:endParaRPr lang="en-GB" dirty="0">
              <a:solidFill>
                <a:schemeClr val="bg1"/>
              </a:solidFill>
            </a:endParaRPr>
          </a:p>
          <a:p>
            <a:pPr>
              <a:spcBef>
                <a:spcPct val="0"/>
              </a:spcBef>
              <a:buFontTx/>
              <a:buNone/>
            </a:pPr>
            <a:endParaRPr lang="en-US" altLang="en-US" sz="2400" dirty="0">
              <a:solidFill>
                <a:srgbClr val="FFFF00"/>
              </a:solidFill>
              <a:cs typeface="Arial" panose="020B0604020202020204" pitchFamily="34" charset="0"/>
            </a:endParaRPr>
          </a:p>
          <a:p>
            <a:pPr>
              <a:spcBef>
                <a:spcPct val="0"/>
              </a:spcBef>
              <a:buFontTx/>
              <a:buNone/>
            </a:pPr>
            <a:r>
              <a:rPr lang="en-US" altLang="en-US" sz="2400" dirty="0">
                <a:solidFill>
                  <a:srgbClr val="FFFF00"/>
                </a:solidFill>
                <a:cs typeface="Arial" panose="020B0604020202020204" pitchFamily="34" charset="0"/>
              </a:rPr>
              <a:t>	</a:t>
            </a:r>
          </a:p>
        </p:txBody>
      </p:sp>
    </p:spTree>
    <p:extLst>
      <p:ext uri="{BB962C8B-B14F-4D97-AF65-F5344CB8AC3E}">
        <p14:creationId xmlns:p14="http://schemas.microsoft.com/office/powerpoint/2010/main" val="798821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151553" name="Rectangle 2">
            <a:extLst>
              <a:ext uri="{FF2B5EF4-FFF2-40B4-BE49-F238E27FC236}">
                <a16:creationId xmlns:a16="http://schemas.microsoft.com/office/drawing/2014/main" id="{A96F8FC3-8D99-F946-B8A6-25604B5E102A}"/>
              </a:ext>
            </a:extLst>
          </p:cNvPr>
          <p:cNvSpPr>
            <a:spLocks noGrp="1" noChangeArrowheads="1"/>
          </p:cNvSpPr>
          <p:nvPr>
            <p:ph type="title"/>
          </p:nvPr>
        </p:nvSpPr>
        <p:spPr>
          <a:xfrm>
            <a:off x="1143000" y="63500"/>
            <a:ext cx="6921500" cy="698500"/>
          </a:xfrm>
          <a:solidFill>
            <a:srgbClr val="002060"/>
          </a:solidFill>
        </p:spPr>
        <p:txBody>
          <a:bodyPr/>
          <a:lstStyle/>
          <a:p>
            <a:pPr eaLnBrk="1" hangingPunct="1"/>
            <a:r>
              <a:rPr lang="en-US" altLang="en-US" sz="2667">
                <a:solidFill>
                  <a:srgbClr val="FFFF00"/>
                </a:solidFill>
                <a:ea typeface="ＭＳ Ｐゴシック" panose="020B0600070205080204" pitchFamily="34" charset="-128"/>
              </a:rPr>
              <a:t>How to make a weather forecast:</a:t>
            </a:r>
          </a:p>
        </p:txBody>
      </p:sp>
      <p:pic>
        <p:nvPicPr>
          <p:cNvPr id="151554" name="Picture 3" descr="vilhelm_old">
            <a:extLst>
              <a:ext uri="{FF2B5EF4-FFF2-40B4-BE49-F238E27FC236}">
                <a16:creationId xmlns:a16="http://schemas.microsoft.com/office/drawing/2014/main" id="{8933E30B-47E4-AE4B-BC8F-4DA8189EDE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1" y="762000"/>
            <a:ext cx="3489854" cy="4955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8565" name="AutoShape 5">
            <a:extLst>
              <a:ext uri="{FF2B5EF4-FFF2-40B4-BE49-F238E27FC236}">
                <a16:creationId xmlns:a16="http://schemas.microsoft.com/office/drawing/2014/main" id="{C0FFFE84-60DE-C843-BC6C-EDA76F72CC1A}"/>
              </a:ext>
            </a:extLst>
          </p:cNvPr>
          <p:cNvSpPr>
            <a:spLocks noChangeArrowheads="1"/>
          </p:cNvSpPr>
          <p:nvPr/>
        </p:nvSpPr>
        <p:spPr bwMode="auto">
          <a:xfrm>
            <a:off x="4000500" y="1143000"/>
            <a:ext cx="4318000" cy="3619500"/>
          </a:xfrm>
          <a:prstGeom prst="wedgeEllipseCallout">
            <a:avLst>
              <a:gd name="adj1" fmla="val -66634"/>
              <a:gd name="adj2" fmla="val 29935"/>
            </a:avLst>
          </a:prstGeom>
          <a:gradFill rotWithShape="0">
            <a:gsLst>
              <a:gs pos="0">
                <a:schemeClr val="accent1">
                  <a:alpha val="52000"/>
                </a:schemeClr>
              </a:gs>
              <a:gs pos="100000">
                <a:schemeClr val="accent1">
                  <a:gamma/>
                  <a:shade val="74510"/>
                  <a:invGamma/>
                  <a:alpha val="50000"/>
                </a:schemeClr>
              </a:gs>
            </a:gsLst>
            <a:lin ang="5400000" scaled="1"/>
          </a:gradFill>
          <a:ln w="9525">
            <a:solidFill>
              <a:srgbClr val="000000"/>
            </a:solidFill>
            <a:miter lim="800000"/>
            <a:headEnd/>
            <a:tailEnd/>
          </a:ln>
          <a:effectLst/>
        </p:spPr>
        <p:txBody>
          <a:bodyPr wrap="none" anchor="ctr"/>
          <a:lstStyle/>
          <a:p>
            <a:pPr algn="ctr" defTabSz="761970">
              <a:defRPr/>
            </a:pPr>
            <a:endParaRPr lang="en-US" sz="2000">
              <a:solidFill>
                <a:srgbClr val="000099"/>
              </a:solidFill>
              <a:latin typeface="Arial" charset="0"/>
              <a:ea typeface="ＭＳ Ｐゴシック" charset="0"/>
              <a:cs typeface="ＭＳ Ｐゴシック" charset="0"/>
            </a:endParaRPr>
          </a:p>
        </p:txBody>
      </p:sp>
      <p:sp>
        <p:nvSpPr>
          <p:cNvPr id="35845" name="Rectangle 6">
            <a:extLst>
              <a:ext uri="{FF2B5EF4-FFF2-40B4-BE49-F238E27FC236}">
                <a16:creationId xmlns:a16="http://schemas.microsoft.com/office/drawing/2014/main" id="{6A4D9352-3AC9-6646-9F58-F818BA2EAED6}"/>
              </a:ext>
            </a:extLst>
          </p:cNvPr>
          <p:cNvSpPr>
            <a:spLocks noGrp="1" noChangeArrowheads="1"/>
          </p:cNvSpPr>
          <p:nvPr>
            <p:ph type="body" idx="1"/>
          </p:nvPr>
        </p:nvSpPr>
        <p:spPr>
          <a:xfrm>
            <a:off x="3873500" y="1651000"/>
            <a:ext cx="4254500" cy="3429000"/>
          </a:xfrm>
        </p:spPr>
        <p:txBody>
          <a:bodyPr/>
          <a:lstStyle/>
          <a:p>
            <a:pPr marL="507980" indent="-507980" eaLnBrk="1" hangingPunct="1">
              <a:buNone/>
            </a:pPr>
            <a:r>
              <a:rPr lang="en-US" altLang="en-US" sz="2333">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	</a:t>
            </a:r>
            <a:endParaRPr lang="en-US" altLang="en-US" sz="1000">
              <a:effectLst>
                <a:outerShdw blurRad="38100" dist="38100" dir="2700000" algn="tl">
                  <a:srgbClr val="000000"/>
                </a:outerShdw>
              </a:effectLst>
              <a:latin typeface="Monotype Corsiva" panose="03010101010201010101" pitchFamily="66" charset="0"/>
              <a:ea typeface="ＭＳ Ｐゴシック" panose="020B0600070205080204" pitchFamily="34" charset="-128"/>
            </a:endParaRPr>
          </a:p>
          <a:p>
            <a:pPr marL="825467" lvl="1" indent="-444482" eaLnBrk="1" hangingPunct="1">
              <a:lnSpc>
                <a:spcPct val="90000"/>
              </a:lnSpc>
              <a:buNone/>
            </a:pPr>
            <a:r>
              <a:rPr lang="en-US" altLang="en-US" sz="2000">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1. A sufficiently accurate knowledge of the </a:t>
            </a:r>
            <a:r>
              <a:rPr lang="en-US" altLang="en-US" sz="2000">
                <a:solidFill>
                  <a:schemeClr val="tx2"/>
                </a:solidFill>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state of the atmosphere at the initial time</a:t>
            </a:r>
            <a:endParaRPr lang="en-US" altLang="en-US" sz="2000">
              <a:effectLst>
                <a:outerShdw blurRad="38100" dist="38100" dir="2700000" algn="tl">
                  <a:srgbClr val="000000"/>
                </a:outerShdw>
              </a:effectLst>
              <a:latin typeface="Monotype Corsiva" panose="03010101010201010101" pitchFamily="66" charset="0"/>
              <a:ea typeface="ＭＳ Ｐゴシック" panose="020B0600070205080204" pitchFamily="34" charset="-128"/>
            </a:endParaRPr>
          </a:p>
          <a:p>
            <a:pPr marL="825467" lvl="1" indent="-444482" eaLnBrk="1" hangingPunct="1">
              <a:lnSpc>
                <a:spcPct val="90000"/>
              </a:lnSpc>
              <a:buNone/>
            </a:pPr>
            <a:r>
              <a:rPr lang="en-US" altLang="en-US" sz="2000">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2. A sufficiently accurate knowledge of the </a:t>
            </a:r>
            <a:r>
              <a:rPr lang="en-US" altLang="en-US" sz="2000">
                <a:solidFill>
                  <a:schemeClr val="tx2"/>
                </a:solidFill>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laws</a:t>
            </a:r>
            <a:r>
              <a:rPr lang="en-US" altLang="en-US" sz="2000">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 according to which one state of the atmosphere develops from another.</a:t>
            </a:r>
          </a:p>
        </p:txBody>
      </p:sp>
      <p:sp>
        <p:nvSpPr>
          <p:cNvPr id="151557" name="Rectangle 7">
            <a:extLst>
              <a:ext uri="{FF2B5EF4-FFF2-40B4-BE49-F238E27FC236}">
                <a16:creationId xmlns:a16="http://schemas.microsoft.com/office/drawing/2014/main" id="{A811CE1C-8D88-FD4B-81FB-77E87B87358C}"/>
              </a:ext>
            </a:extLst>
          </p:cNvPr>
          <p:cNvSpPr>
            <a:spLocks noChangeArrowheads="1"/>
          </p:cNvSpPr>
          <p:nvPr/>
        </p:nvSpPr>
        <p:spPr bwMode="auto">
          <a:xfrm>
            <a:off x="4699000" y="5080000"/>
            <a:ext cx="29035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rPr>
              <a:t>Vilhelm Bjerknes (1904)</a:t>
            </a:r>
          </a:p>
        </p:txBody>
      </p:sp>
    </p:spTree>
    <p:extLst>
      <p:ext uri="{BB962C8B-B14F-4D97-AF65-F5344CB8AC3E}">
        <p14:creationId xmlns:p14="http://schemas.microsoft.com/office/powerpoint/2010/main" val="2424300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1" descr="WhitbyCoast.JPG">
            <a:extLst>
              <a:ext uri="{FF2B5EF4-FFF2-40B4-BE49-F238E27FC236}">
                <a16:creationId xmlns:a16="http://schemas.microsoft.com/office/drawing/2014/main" id="{A28C84AE-4538-104F-8CC8-D9C2AA652D4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63500"/>
            <a:ext cx="10515600" cy="584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Rectangle 4">
            <a:extLst>
              <a:ext uri="{FF2B5EF4-FFF2-40B4-BE49-F238E27FC236}">
                <a16:creationId xmlns:a16="http://schemas.microsoft.com/office/drawing/2014/main" id="{69626C68-DCC8-9344-B647-F6E4A8FA3F74}"/>
              </a:ext>
            </a:extLst>
          </p:cNvPr>
          <p:cNvSpPr>
            <a:spLocks noChangeArrowheads="1"/>
          </p:cNvSpPr>
          <p:nvPr/>
        </p:nvSpPr>
        <p:spPr bwMode="auto">
          <a:xfrm>
            <a:off x="1416478" y="951704"/>
            <a:ext cx="1981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t>atmosphere</a:t>
            </a:r>
          </a:p>
        </p:txBody>
      </p:sp>
      <p:sp>
        <p:nvSpPr>
          <p:cNvPr id="22533" name="Rectangle 5">
            <a:extLst>
              <a:ext uri="{FF2B5EF4-FFF2-40B4-BE49-F238E27FC236}">
                <a16:creationId xmlns:a16="http://schemas.microsoft.com/office/drawing/2014/main" id="{D8778C0A-A859-FA4B-A295-BB41AD3935C9}"/>
              </a:ext>
            </a:extLst>
          </p:cNvPr>
          <p:cNvSpPr>
            <a:spLocks noChangeArrowheads="1"/>
          </p:cNvSpPr>
          <p:nvPr/>
        </p:nvSpPr>
        <p:spPr bwMode="auto">
          <a:xfrm>
            <a:off x="3810000" y="2603500"/>
            <a:ext cx="2209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t>hydrosphere</a:t>
            </a:r>
          </a:p>
        </p:txBody>
      </p:sp>
      <p:sp>
        <p:nvSpPr>
          <p:cNvPr id="22534" name="Rectangle 6">
            <a:extLst>
              <a:ext uri="{FF2B5EF4-FFF2-40B4-BE49-F238E27FC236}">
                <a16:creationId xmlns:a16="http://schemas.microsoft.com/office/drawing/2014/main" id="{E42C9283-B9C5-3740-B0B0-B88D42BF3085}"/>
              </a:ext>
            </a:extLst>
          </p:cNvPr>
          <p:cNvSpPr>
            <a:spLocks noChangeArrowheads="1"/>
          </p:cNvSpPr>
          <p:nvPr/>
        </p:nvSpPr>
        <p:spPr bwMode="auto">
          <a:xfrm>
            <a:off x="3810000" y="3302000"/>
            <a:ext cx="2209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solidFill>
                  <a:schemeClr val="bg1"/>
                </a:solidFill>
              </a:rPr>
              <a:t>lithosphere</a:t>
            </a:r>
          </a:p>
        </p:txBody>
      </p:sp>
      <p:sp>
        <p:nvSpPr>
          <p:cNvPr id="22535" name="Rectangle 7">
            <a:extLst>
              <a:ext uri="{FF2B5EF4-FFF2-40B4-BE49-F238E27FC236}">
                <a16:creationId xmlns:a16="http://schemas.microsoft.com/office/drawing/2014/main" id="{BD0368D3-7977-DD4E-AA76-55216BDABFF8}"/>
              </a:ext>
            </a:extLst>
          </p:cNvPr>
          <p:cNvSpPr>
            <a:spLocks noChangeArrowheads="1"/>
          </p:cNvSpPr>
          <p:nvPr/>
        </p:nvSpPr>
        <p:spPr bwMode="auto">
          <a:xfrm>
            <a:off x="228600" y="4681538"/>
            <a:ext cx="2209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solidFill>
                  <a:schemeClr val="bg1"/>
                </a:solidFill>
              </a:rPr>
              <a:t>biosphere</a:t>
            </a:r>
          </a:p>
        </p:txBody>
      </p:sp>
      <p:sp>
        <p:nvSpPr>
          <p:cNvPr id="22536" name="Rectangle 8">
            <a:extLst>
              <a:ext uri="{FF2B5EF4-FFF2-40B4-BE49-F238E27FC236}">
                <a16:creationId xmlns:a16="http://schemas.microsoft.com/office/drawing/2014/main" id="{2FB21B3F-D550-9749-A983-2BBD10AF96BA}"/>
              </a:ext>
            </a:extLst>
          </p:cNvPr>
          <p:cNvSpPr>
            <a:spLocks noChangeArrowheads="1"/>
          </p:cNvSpPr>
          <p:nvPr/>
        </p:nvSpPr>
        <p:spPr bwMode="auto">
          <a:xfrm rot="20855278">
            <a:off x="579604" y="2438284"/>
            <a:ext cx="171729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b="1" cap="small" dirty="0">
                <a:solidFill>
                  <a:srgbClr val="FFC000"/>
                </a:solidFill>
              </a:rPr>
              <a:t>chemistry</a:t>
            </a:r>
          </a:p>
        </p:txBody>
      </p:sp>
      <p:sp>
        <p:nvSpPr>
          <p:cNvPr id="9" name="Rectangle 8">
            <a:extLst>
              <a:ext uri="{FF2B5EF4-FFF2-40B4-BE49-F238E27FC236}">
                <a16:creationId xmlns:a16="http://schemas.microsoft.com/office/drawing/2014/main" id="{69189A04-273D-AB4B-A845-7B2E35667A9B}"/>
              </a:ext>
            </a:extLst>
          </p:cNvPr>
          <p:cNvSpPr>
            <a:spLocks noChangeArrowheads="1"/>
          </p:cNvSpPr>
          <p:nvPr/>
        </p:nvSpPr>
        <p:spPr bwMode="auto">
          <a:xfrm>
            <a:off x="7475308" y="2603798"/>
            <a:ext cx="201337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dirty="0"/>
              <a:t>cryosphere</a:t>
            </a:r>
            <a:r>
              <a:rPr lang="en-US" altLang="en-US" b="1" dirty="0"/>
              <a:t>→</a:t>
            </a:r>
          </a:p>
        </p:txBody>
      </p:sp>
      <p:sp>
        <p:nvSpPr>
          <p:cNvPr id="10" name="Rectangle 8">
            <a:extLst>
              <a:ext uri="{FF2B5EF4-FFF2-40B4-BE49-F238E27FC236}">
                <a16:creationId xmlns:a16="http://schemas.microsoft.com/office/drawing/2014/main" id="{0FB430DC-924A-7148-8A4E-BB4166901601}"/>
              </a:ext>
            </a:extLst>
          </p:cNvPr>
          <p:cNvSpPr>
            <a:spLocks noChangeArrowheads="1"/>
          </p:cNvSpPr>
          <p:nvPr/>
        </p:nvSpPr>
        <p:spPr bwMode="auto">
          <a:xfrm rot="901888">
            <a:off x="7845065" y="1613268"/>
            <a:ext cx="160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b="1" cap="small" dirty="0">
                <a:solidFill>
                  <a:srgbClr val="FFC000"/>
                </a:solidFill>
              </a:rPr>
              <a:t>physics</a:t>
            </a:r>
          </a:p>
        </p:txBody>
      </p:sp>
      <p:sp>
        <p:nvSpPr>
          <p:cNvPr id="11" name="Rectangle 8">
            <a:extLst>
              <a:ext uri="{FF2B5EF4-FFF2-40B4-BE49-F238E27FC236}">
                <a16:creationId xmlns:a16="http://schemas.microsoft.com/office/drawing/2014/main" id="{36F60CE7-CCD1-6046-B804-57C0B161DA74}"/>
              </a:ext>
            </a:extLst>
          </p:cNvPr>
          <p:cNvSpPr>
            <a:spLocks noChangeArrowheads="1"/>
          </p:cNvSpPr>
          <p:nvPr/>
        </p:nvSpPr>
        <p:spPr bwMode="auto">
          <a:xfrm rot="340475">
            <a:off x="3009899" y="5070898"/>
            <a:ext cx="160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eaLnBrk="1" hangingPunct="1"/>
            <a:r>
              <a:rPr lang="en-US" altLang="en-US" b="1" cap="small" dirty="0">
                <a:solidFill>
                  <a:srgbClr val="FFC000"/>
                </a:solidFill>
              </a:rPr>
              <a:t>biology</a:t>
            </a:r>
          </a:p>
        </p:txBody>
      </p:sp>
    </p:spTree>
    <p:extLst>
      <p:ext uri="{BB962C8B-B14F-4D97-AF65-F5344CB8AC3E}">
        <p14:creationId xmlns:p14="http://schemas.microsoft.com/office/powerpoint/2010/main" val="3118729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63DC02-C2CD-0B43-826D-41234CB9426D}"/>
              </a:ext>
            </a:extLst>
          </p:cNvPr>
          <p:cNvPicPr>
            <a:picLocks noChangeAspect="1"/>
          </p:cNvPicPr>
          <p:nvPr/>
        </p:nvPicPr>
        <p:blipFill>
          <a:blip r:embed="rId3"/>
          <a:stretch>
            <a:fillRect/>
          </a:stretch>
        </p:blipFill>
        <p:spPr>
          <a:xfrm>
            <a:off x="152400" y="0"/>
            <a:ext cx="5102679" cy="5715000"/>
          </a:xfrm>
          <a:prstGeom prst="rect">
            <a:avLst/>
          </a:prstGeom>
        </p:spPr>
      </p:pic>
      <p:sp>
        <p:nvSpPr>
          <p:cNvPr id="4" name="TextBox 3">
            <a:extLst>
              <a:ext uri="{FF2B5EF4-FFF2-40B4-BE49-F238E27FC236}">
                <a16:creationId xmlns:a16="http://schemas.microsoft.com/office/drawing/2014/main" id="{89022561-4569-D94B-B2EA-7E8A5068EFA4}"/>
              </a:ext>
            </a:extLst>
          </p:cNvPr>
          <p:cNvSpPr txBox="1"/>
          <p:nvPr/>
        </p:nvSpPr>
        <p:spPr>
          <a:xfrm>
            <a:off x="4876800" y="3848100"/>
            <a:ext cx="3985386" cy="523220"/>
          </a:xfrm>
          <a:prstGeom prst="rect">
            <a:avLst/>
          </a:prstGeom>
          <a:noFill/>
        </p:spPr>
        <p:txBody>
          <a:bodyPr wrap="none" rtlCol="0">
            <a:spAutoFit/>
          </a:bodyPr>
          <a:lstStyle/>
          <a:p>
            <a:r>
              <a:rPr lang="en-US" sz="1400" dirty="0">
                <a:solidFill>
                  <a:schemeClr val="accent4">
                    <a:lumMod val="10000"/>
                  </a:schemeClr>
                </a:solidFill>
              </a:rPr>
              <a:t>One teraflop is a trillion calculations per second </a:t>
            </a:r>
          </a:p>
          <a:p>
            <a:r>
              <a:rPr lang="en-US" sz="1400" dirty="0">
                <a:solidFill>
                  <a:schemeClr val="accent4">
                    <a:lumMod val="10000"/>
                  </a:schemeClr>
                </a:solidFill>
              </a:rPr>
              <a:t>(“flop” means “floating-point operation”).</a:t>
            </a:r>
          </a:p>
        </p:txBody>
      </p:sp>
    </p:spTree>
    <p:extLst>
      <p:ext uri="{BB962C8B-B14F-4D97-AF65-F5344CB8AC3E}">
        <p14:creationId xmlns:p14="http://schemas.microsoft.com/office/powerpoint/2010/main" val="1207395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37BA9A-FF88-1F44-B21B-A8AC8FB7C7F8}"/>
              </a:ext>
            </a:extLst>
          </p:cNvPr>
          <p:cNvPicPr>
            <a:picLocks noChangeAspect="1"/>
          </p:cNvPicPr>
          <p:nvPr/>
        </p:nvPicPr>
        <p:blipFill>
          <a:blip r:embed="rId3"/>
          <a:stretch>
            <a:fillRect/>
          </a:stretch>
        </p:blipFill>
        <p:spPr>
          <a:xfrm>
            <a:off x="1828800" y="571500"/>
            <a:ext cx="6553200" cy="4641850"/>
          </a:xfrm>
          <a:prstGeom prst="rect">
            <a:avLst/>
          </a:prstGeom>
        </p:spPr>
      </p:pic>
      <p:sp>
        <p:nvSpPr>
          <p:cNvPr id="4" name="TextBox 3">
            <a:extLst>
              <a:ext uri="{FF2B5EF4-FFF2-40B4-BE49-F238E27FC236}">
                <a16:creationId xmlns:a16="http://schemas.microsoft.com/office/drawing/2014/main" id="{E32C504A-0B73-0F4B-A233-36330CAC381B}"/>
              </a:ext>
            </a:extLst>
          </p:cNvPr>
          <p:cNvSpPr txBox="1"/>
          <p:nvPr/>
        </p:nvSpPr>
        <p:spPr>
          <a:xfrm>
            <a:off x="581891" y="1065540"/>
            <a:ext cx="870751" cy="461665"/>
          </a:xfrm>
          <a:prstGeom prst="rect">
            <a:avLst/>
          </a:prstGeom>
          <a:noFill/>
        </p:spPr>
        <p:txBody>
          <a:bodyPr wrap="none" rtlCol="0">
            <a:spAutoFit/>
          </a:bodyPr>
          <a:lstStyle/>
          <a:p>
            <a:r>
              <a:rPr lang="en-US" dirty="0">
                <a:solidFill>
                  <a:schemeClr val="accent2">
                    <a:lumMod val="50000"/>
                  </a:schemeClr>
                </a:solidFill>
              </a:rPr>
              <a:t>1990</a:t>
            </a:r>
          </a:p>
        </p:txBody>
      </p:sp>
      <p:sp>
        <p:nvSpPr>
          <p:cNvPr id="6" name="TextBox 5">
            <a:extLst>
              <a:ext uri="{FF2B5EF4-FFF2-40B4-BE49-F238E27FC236}">
                <a16:creationId xmlns:a16="http://schemas.microsoft.com/office/drawing/2014/main" id="{1025BB5D-5A74-2A4A-B0C7-BFCC3B40162E}"/>
              </a:ext>
            </a:extLst>
          </p:cNvPr>
          <p:cNvSpPr txBox="1"/>
          <p:nvPr/>
        </p:nvSpPr>
        <p:spPr>
          <a:xfrm>
            <a:off x="581890" y="2095500"/>
            <a:ext cx="870751" cy="461665"/>
          </a:xfrm>
          <a:prstGeom prst="rect">
            <a:avLst/>
          </a:prstGeom>
          <a:noFill/>
        </p:spPr>
        <p:txBody>
          <a:bodyPr wrap="none" rtlCol="0">
            <a:spAutoFit/>
          </a:bodyPr>
          <a:lstStyle/>
          <a:p>
            <a:r>
              <a:rPr lang="en-US" dirty="0">
                <a:solidFill>
                  <a:schemeClr val="accent2">
                    <a:lumMod val="50000"/>
                  </a:schemeClr>
                </a:solidFill>
              </a:rPr>
              <a:t>1995</a:t>
            </a:r>
          </a:p>
        </p:txBody>
      </p:sp>
      <p:sp>
        <p:nvSpPr>
          <p:cNvPr id="7" name="TextBox 6">
            <a:extLst>
              <a:ext uri="{FF2B5EF4-FFF2-40B4-BE49-F238E27FC236}">
                <a16:creationId xmlns:a16="http://schemas.microsoft.com/office/drawing/2014/main" id="{5D308F86-DDF5-024A-B431-B1EF75798B85}"/>
              </a:ext>
            </a:extLst>
          </p:cNvPr>
          <p:cNvSpPr txBox="1"/>
          <p:nvPr/>
        </p:nvSpPr>
        <p:spPr>
          <a:xfrm>
            <a:off x="581889" y="3086100"/>
            <a:ext cx="870751" cy="461665"/>
          </a:xfrm>
          <a:prstGeom prst="rect">
            <a:avLst/>
          </a:prstGeom>
          <a:noFill/>
        </p:spPr>
        <p:txBody>
          <a:bodyPr wrap="none" rtlCol="0">
            <a:spAutoFit/>
          </a:bodyPr>
          <a:lstStyle/>
          <a:p>
            <a:r>
              <a:rPr lang="en-US" dirty="0">
                <a:solidFill>
                  <a:schemeClr val="accent2">
                    <a:lumMod val="50000"/>
                  </a:schemeClr>
                </a:solidFill>
              </a:rPr>
              <a:t>2001</a:t>
            </a:r>
          </a:p>
        </p:txBody>
      </p:sp>
      <p:sp>
        <p:nvSpPr>
          <p:cNvPr id="8" name="TextBox 7">
            <a:extLst>
              <a:ext uri="{FF2B5EF4-FFF2-40B4-BE49-F238E27FC236}">
                <a16:creationId xmlns:a16="http://schemas.microsoft.com/office/drawing/2014/main" id="{51A3F71B-10D0-0E43-B217-0F09B86BCD8D}"/>
              </a:ext>
            </a:extLst>
          </p:cNvPr>
          <p:cNvSpPr txBox="1"/>
          <p:nvPr/>
        </p:nvSpPr>
        <p:spPr>
          <a:xfrm>
            <a:off x="581888" y="4116060"/>
            <a:ext cx="870751" cy="461665"/>
          </a:xfrm>
          <a:prstGeom prst="rect">
            <a:avLst/>
          </a:prstGeom>
          <a:noFill/>
        </p:spPr>
        <p:txBody>
          <a:bodyPr wrap="none" rtlCol="0">
            <a:spAutoFit/>
          </a:bodyPr>
          <a:lstStyle/>
          <a:p>
            <a:r>
              <a:rPr lang="en-US" dirty="0">
                <a:solidFill>
                  <a:schemeClr val="accent2">
                    <a:lumMod val="50000"/>
                  </a:schemeClr>
                </a:solidFill>
              </a:rPr>
              <a:t>2007</a:t>
            </a:r>
          </a:p>
        </p:txBody>
      </p:sp>
      <p:sp>
        <p:nvSpPr>
          <p:cNvPr id="10" name="TextBox 9">
            <a:extLst>
              <a:ext uri="{FF2B5EF4-FFF2-40B4-BE49-F238E27FC236}">
                <a16:creationId xmlns:a16="http://schemas.microsoft.com/office/drawing/2014/main" id="{A77B7571-5231-B547-BA17-A26AB67565A4}"/>
              </a:ext>
            </a:extLst>
          </p:cNvPr>
          <p:cNvSpPr txBox="1"/>
          <p:nvPr/>
        </p:nvSpPr>
        <p:spPr>
          <a:xfrm>
            <a:off x="153885" y="5203904"/>
            <a:ext cx="1726755" cy="461665"/>
          </a:xfrm>
          <a:prstGeom prst="rect">
            <a:avLst/>
          </a:prstGeom>
          <a:noFill/>
        </p:spPr>
        <p:txBody>
          <a:bodyPr wrap="none" rtlCol="0">
            <a:spAutoFit/>
          </a:bodyPr>
          <a:lstStyle/>
          <a:p>
            <a:r>
              <a:rPr lang="en-US" dirty="0">
                <a:solidFill>
                  <a:schemeClr val="accent2">
                    <a:lumMod val="50000"/>
                  </a:schemeClr>
                </a:solidFill>
              </a:rPr>
              <a:t>2014, 2022</a:t>
            </a:r>
          </a:p>
        </p:txBody>
      </p:sp>
    </p:spTree>
    <p:extLst>
      <p:ext uri="{BB962C8B-B14F-4D97-AF65-F5344CB8AC3E}">
        <p14:creationId xmlns:p14="http://schemas.microsoft.com/office/powerpoint/2010/main" val="29178948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Title 1">
            <a:extLst>
              <a:ext uri="{FF2B5EF4-FFF2-40B4-BE49-F238E27FC236}">
                <a16:creationId xmlns:a16="http://schemas.microsoft.com/office/drawing/2014/main" id="{10B5BA9E-43D2-3A4F-8E6B-F3662AC37630}"/>
              </a:ext>
            </a:extLst>
          </p:cNvPr>
          <p:cNvSpPr>
            <a:spLocks noGrp="1"/>
          </p:cNvSpPr>
          <p:nvPr>
            <p:ph type="title"/>
          </p:nvPr>
        </p:nvSpPr>
        <p:spPr>
          <a:xfrm>
            <a:off x="990600" y="156104"/>
            <a:ext cx="7048500" cy="1016000"/>
          </a:xfrm>
        </p:spPr>
        <p:txBody>
          <a:bodyPr/>
          <a:lstStyle/>
          <a:p>
            <a:pPr eaLnBrk="1" hangingPunct="1"/>
            <a:r>
              <a:rPr lang="en-US" altLang="en-US" sz="3200" dirty="0">
                <a:solidFill>
                  <a:srgbClr val="000002"/>
                </a:solidFill>
                <a:latin typeface="Helvetica" pitchFamily="2" charset="0"/>
                <a:ea typeface="ＭＳ Ｐゴシック" panose="020B0600070205080204" pitchFamily="34" charset="-128"/>
              </a:rPr>
              <a:t>Simulations in BYOE are computed from several models coupled into one.</a:t>
            </a:r>
          </a:p>
        </p:txBody>
      </p:sp>
      <p:sp>
        <p:nvSpPr>
          <p:cNvPr id="147458" name="Oval 3">
            <a:extLst>
              <a:ext uri="{FF2B5EF4-FFF2-40B4-BE49-F238E27FC236}">
                <a16:creationId xmlns:a16="http://schemas.microsoft.com/office/drawing/2014/main" id="{2FBB1A4E-8600-C848-9D18-C061E4D745D7}"/>
              </a:ext>
            </a:extLst>
          </p:cNvPr>
          <p:cNvSpPr>
            <a:spLocks noChangeArrowheads="1"/>
          </p:cNvSpPr>
          <p:nvPr/>
        </p:nvSpPr>
        <p:spPr bwMode="auto">
          <a:xfrm>
            <a:off x="889000" y="1841500"/>
            <a:ext cx="2286000" cy="2286000"/>
          </a:xfrm>
          <a:prstGeom prst="ellipse">
            <a:avLst/>
          </a:prstGeom>
          <a:solidFill>
            <a:srgbClr val="85FFE0"/>
          </a:solidFill>
          <a:ln w="38100">
            <a:solidFill>
              <a:srgbClr val="00CC99"/>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761970"/>
            <a:r>
              <a:rPr lang="en-US" altLang="en-US" sz="2000" dirty="0">
                <a:solidFill>
                  <a:srgbClr val="000002"/>
                </a:solidFill>
              </a:rPr>
              <a:t>Atmospheric dynamics model </a:t>
            </a:r>
          </a:p>
          <a:p>
            <a:pPr algn="ctr" defTabSz="761970"/>
            <a:endParaRPr lang="en-US" altLang="en-US" sz="1500" dirty="0">
              <a:solidFill>
                <a:srgbClr val="000002"/>
              </a:solidFill>
            </a:endParaRPr>
          </a:p>
          <a:p>
            <a:pPr algn="ctr" defTabSz="761970"/>
            <a:r>
              <a:rPr lang="en-US" altLang="en-US" sz="2000" dirty="0">
                <a:solidFill>
                  <a:srgbClr val="000002"/>
                </a:solidFill>
              </a:rPr>
              <a:t>CAM2</a:t>
            </a:r>
          </a:p>
        </p:txBody>
      </p:sp>
      <p:sp>
        <p:nvSpPr>
          <p:cNvPr id="147459" name="TextBox 4">
            <a:extLst>
              <a:ext uri="{FF2B5EF4-FFF2-40B4-BE49-F238E27FC236}">
                <a16:creationId xmlns:a16="http://schemas.microsoft.com/office/drawing/2014/main" id="{FF13FB99-7ACE-7748-8E65-CEC663BF7AC2}"/>
              </a:ext>
            </a:extLst>
          </p:cNvPr>
          <p:cNvSpPr txBox="1">
            <a:spLocks noChangeArrowheads="1"/>
          </p:cNvSpPr>
          <p:nvPr/>
        </p:nvSpPr>
        <p:spPr bwMode="auto">
          <a:xfrm>
            <a:off x="1460500" y="1397000"/>
            <a:ext cx="6350000" cy="451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r>
              <a:rPr lang="en-US" altLang="en-US" sz="2333" dirty="0">
                <a:solidFill>
                  <a:srgbClr val="FF0000"/>
                </a:solidFill>
                <a:latin typeface="Helvetica" pitchFamily="2" charset="0"/>
              </a:rPr>
              <a:t>Fast Ocean–Atmosphere Model (FOAM) 1.5</a:t>
            </a:r>
          </a:p>
        </p:txBody>
      </p:sp>
      <p:sp>
        <p:nvSpPr>
          <p:cNvPr id="6" name="Oval 5">
            <a:extLst>
              <a:ext uri="{FF2B5EF4-FFF2-40B4-BE49-F238E27FC236}">
                <a16:creationId xmlns:a16="http://schemas.microsoft.com/office/drawing/2014/main" id="{054BE585-166D-0F42-AA92-BD3D9D3FFD0A}"/>
              </a:ext>
            </a:extLst>
          </p:cNvPr>
          <p:cNvSpPr/>
          <p:nvPr/>
        </p:nvSpPr>
        <p:spPr bwMode="auto">
          <a:xfrm>
            <a:off x="6159500" y="1905000"/>
            <a:ext cx="2159000" cy="2159000"/>
          </a:xfrm>
          <a:prstGeom prst="ellipse">
            <a:avLst/>
          </a:prstGeom>
          <a:solidFill>
            <a:schemeClr val="accent1">
              <a:lumMod val="40000"/>
              <a:lumOff val="60000"/>
            </a:schemeClr>
          </a:solidFill>
          <a:ln w="38100" cmpd="sng">
            <a:solidFill>
              <a:srgbClr val="00CC99"/>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a:lstStyle/>
          <a:p>
            <a:pPr algn="ctr" defTabSz="761970">
              <a:defRPr/>
            </a:pPr>
            <a:r>
              <a:rPr lang="en-US" sz="2000" dirty="0">
                <a:solidFill>
                  <a:srgbClr val="000002"/>
                </a:solidFill>
                <a:latin typeface="Arial" pitchFamily="-109" charset="0"/>
              </a:rPr>
              <a:t>Ocean dynamics </a:t>
            </a:r>
          </a:p>
          <a:p>
            <a:pPr algn="ctr" defTabSz="761970">
              <a:defRPr/>
            </a:pPr>
            <a:r>
              <a:rPr lang="en-US" sz="2000" dirty="0">
                <a:solidFill>
                  <a:srgbClr val="000002"/>
                </a:solidFill>
                <a:latin typeface="Arial" pitchFamily="-109" charset="0"/>
              </a:rPr>
              <a:t>model</a:t>
            </a:r>
          </a:p>
          <a:p>
            <a:pPr algn="ctr" defTabSz="761970">
              <a:defRPr/>
            </a:pPr>
            <a:endParaRPr lang="en-US" sz="1500" dirty="0">
              <a:solidFill>
                <a:srgbClr val="000002"/>
              </a:solidFill>
              <a:latin typeface="Arial" pitchFamily="-109" charset="0"/>
            </a:endParaRPr>
          </a:p>
          <a:p>
            <a:pPr algn="ctr" defTabSz="761970">
              <a:defRPr/>
            </a:pPr>
            <a:r>
              <a:rPr lang="en-US" sz="1500" dirty="0">
                <a:solidFill>
                  <a:srgbClr val="000002"/>
                </a:solidFill>
                <a:latin typeface="Arial" pitchFamily="-109" charset="0"/>
              </a:rPr>
              <a:t>POP3</a:t>
            </a:r>
            <a:endParaRPr lang="en-US" sz="2000" dirty="0">
              <a:solidFill>
                <a:srgbClr val="000002"/>
              </a:solidFill>
              <a:latin typeface="Arial" pitchFamily="-109" charset="0"/>
            </a:endParaRPr>
          </a:p>
        </p:txBody>
      </p:sp>
      <p:sp>
        <p:nvSpPr>
          <p:cNvPr id="147461" name="Oval 6">
            <a:extLst>
              <a:ext uri="{FF2B5EF4-FFF2-40B4-BE49-F238E27FC236}">
                <a16:creationId xmlns:a16="http://schemas.microsoft.com/office/drawing/2014/main" id="{6A8F1843-C4E3-D648-9093-D1611FF012C2}"/>
              </a:ext>
            </a:extLst>
          </p:cNvPr>
          <p:cNvSpPr>
            <a:spLocks noChangeArrowheads="1"/>
          </p:cNvSpPr>
          <p:nvPr/>
        </p:nvSpPr>
        <p:spPr bwMode="auto">
          <a:xfrm>
            <a:off x="3873500" y="3942292"/>
            <a:ext cx="1714500" cy="1752865"/>
          </a:xfrm>
          <a:prstGeom prst="ellipse">
            <a:avLst/>
          </a:prstGeom>
          <a:solidFill>
            <a:srgbClr val="85FFE0"/>
          </a:solidFill>
          <a:ln w="38100">
            <a:solidFill>
              <a:srgbClr val="00CC99"/>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761970"/>
            <a:r>
              <a:rPr lang="en-US" altLang="en-US" sz="2000">
                <a:solidFill>
                  <a:srgbClr val="000002"/>
                </a:solidFill>
              </a:rPr>
              <a:t>Sea ice</a:t>
            </a:r>
          </a:p>
          <a:p>
            <a:pPr algn="ctr" defTabSz="761970"/>
            <a:endParaRPr lang="en-US" altLang="en-US" sz="1500">
              <a:solidFill>
                <a:srgbClr val="000002"/>
              </a:solidFill>
            </a:endParaRPr>
          </a:p>
          <a:p>
            <a:pPr algn="ctr" defTabSz="761970"/>
            <a:r>
              <a:rPr lang="en-US" altLang="en-US" sz="2000">
                <a:solidFill>
                  <a:srgbClr val="000002"/>
                </a:solidFill>
              </a:rPr>
              <a:t>CISM2</a:t>
            </a:r>
          </a:p>
        </p:txBody>
      </p:sp>
      <p:sp>
        <p:nvSpPr>
          <p:cNvPr id="147462" name="Rectangle 7">
            <a:extLst>
              <a:ext uri="{FF2B5EF4-FFF2-40B4-BE49-F238E27FC236}">
                <a16:creationId xmlns:a16="http://schemas.microsoft.com/office/drawing/2014/main" id="{275D209E-DCF6-E344-80D9-43B70CBC8F77}"/>
              </a:ext>
            </a:extLst>
          </p:cNvPr>
          <p:cNvSpPr>
            <a:spLocks noChangeArrowheads="1"/>
          </p:cNvSpPr>
          <p:nvPr/>
        </p:nvSpPr>
        <p:spPr bwMode="auto">
          <a:xfrm>
            <a:off x="3873500" y="2349500"/>
            <a:ext cx="1651000" cy="1143000"/>
          </a:xfrm>
          <a:prstGeom prst="rect">
            <a:avLst/>
          </a:prstGeom>
          <a:solidFill>
            <a:srgbClr val="85FFE0"/>
          </a:solidFill>
          <a:ln w="38100">
            <a:solidFill>
              <a:srgbClr val="00CC99"/>
            </a:solidFill>
            <a:round/>
            <a:headEnd/>
            <a:tailEnd/>
          </a:ln>
        </p:spPr>
        <p:txBody>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defTabSz="761970"/>
            <a:endParaRPr lang="en-US" altLang="en-US" sz="1500">
              <a:solidFill>
                <a:srgbClr val="000002"/>
              </a:solidFill>
            </a:endParaRPr>
          </a:p>
          <a:p>
            <a:pPr algn="ctr" defTabSz="761970"/>
            <a:r>
              <a:rPr lang="en-US" altLang="en-US" sz="1500">
                <a:solidFill>
                  <a:srgbClr val="000002"/>
                </a:solidFill>
              </a:rPr>
              <a:t>Coupler</a:t>
            </a:r>
            <a:endParaRPr lang="en-US" altLang="en-US" sz="2000">
              <a:solidFill>
                <a:srgbClr val="000002"/>
              </a:solidFill>
            </a:endParaRPr>
          </a:p>
        </p:txBody>
      </p:sp>
      <p:cxnSp>
        <p:nvCxnSpPr>
          <p:cNvPr id="147463" name="Straight Arrow Connector 9">
            <a:extLst>
              <a:ext uri="{FF2B5EF4-FFF2-40B4-BE49-F238E27FC236}">
                <a16:creationId xmlns:a16="http://schemas.microsoft.com/office/drawing/2014/main" id="{E869C603-8DEA-474A-B44D-3169522C0D85}"/>
              </a:ext>
            </a:extLst>
          </p:cNvPr>
          <p:cNvCxnSpPr>
            <a:cxnSpLocks noChangeShapeType="1"/>
            <a:stCxn id="147462" idx="2"/>
            <a:endCxn id="147461" idx="0"/>
          </p:cNvCxnSpPr>
          <p:nvPr/>
        </p:nvCxnSpPr>
        <p:spPr bwMode="auto">
          <a:xfrm>
            <a:off x="4699000" y="3492500"/>
            <a:ext cx="31750" cy="449792"/>
          </a:xfrm>
          <a:prstGeom prst="straightConnector1">
            <a:avLst/>
          </a:prstGeom>
          <a:noFill/>
          <a:ln w="38100">
            <a:solidFill>
              <a:srgbClr val="000002"/>
            </a:solidFill>
            <a:round/>
            <a:headEnd type="arrow" w="med" len="med"/>
            <a:tailEnd type="arrow" w="med" len="med"/>
          </a:ln>
          <a:extLst>
            <a:ext uri="{909E8E84-426E-40DD-AFC4-6F175D3DCCD1}">
              <a14:hiddenFill xmlns:a14="http://schemas.microsoft.com/office/drawing/2010/main">
                <a:noFill/>
              </a14:hiddenFill>
            </a:ext>
          </a:extLst>
        </p:spPr>
      </p:cxnSp>
      <p:cxnSp>
        <p:nvCxnSpPr>
          <p:cNvPr id="147464" name="Straight Arrow Connector 13">
            <a:extLst>
              <a:ext uri="{FF2B5EF4-FFF2-40B4-BE49-F238E27FC236}">
                <a16:creationId xmlns:a16="http://schemas.microsoft.com/office/drawing/2014/main" id="{0A5660E9-C06D-6647-8E43-C67E5571FC49}"/>
              </a:ext>
            </a:extLst>
          </p:cNvPr>
          <p:cNvCxnSpPr>
            <a:cxnSpLocks noChangeShapeType="1"/>
            <a:stCxn id="147462" idx="3"/>
            <a:endCxn id="6" idx="2"/>
          </p:cNvCxnSpPr>
          <p:nvPr/>
        </p:nvCxnSpPr>
        <p:spPr bwMode="auto">
          <a:xfrm>
            <a:off x="5524500" y="2921000"/>
            <a:ext cx="635000" cy="63500"/>
          </a:xfrm>
          <a:prstGeom prst="straightConnector1">
            <a:avLst/>
          </a:prstGeom>
          <a:noFill/>
          <a:ln w="38100">
            <a:solidFill>
              <a:srgbClr val="000002"/>
            </a:solidFill>
            <a:round/>
            <a:headEnd type="arrow" w="med" len="med"/>
            <a:tailEnd type="arrow" w="med" len="med"/>
          </a:ln>
          <a:extLst>
            <a:ext uri="{909E8E84-426E-40DD-AFC4-6F175D3DCCD1}">
              <a14:hiddenFill xmlns:a14="http://schemas.microsoft.com/office/drawing/2010/main">
                <a:noFill/>
              </a14:hiddenFill>
            </a:ext>
          </a:extLst>
        </p:spPr>
      </p:cxnSp>
      <p:cxnSp>
        <p:nvCxnSpPr>
          <p:cNvPr id="147465" name="Straight Arrow Connector 16">
            <a:extLst>
              <a:ext uri="{FF2B5EF4-FFF2-40B4-BE49-F238E27FC236}">
                <a16:creationId xmlns:a16="http://schemas.microsoft.com/office/drawing/2014/main" id="{72F5FEAF-EEC4-A748-9BB5-5BA1E731CAE8}"/>
              </a:ext>
            </a:extLst>
          </p:cNvPr>
          <p:cNvCxnSpPr>
            <a:cxnSpLocks noChangeShapeType="1"/>
            <a:stCxn id="147458" idx="6"/>
            <a:endCxn id="147462" idx="1"/>
          </p:cNvCxnSpPr>
          <p:nvPr/>
        </p:nvCxnSpPr>
        <p:spPr bwMode="auto">
          <a:xfrm flipV="1">
            <a:off x="3175000" y="2921000"/>
            <a:ext cx="698500" cy="63500"/>
          </a:xfrm>
          <a:prstGeom prst="straightConnector1">
            <a:avLst/>
          </a:prstGeom>
          <a:noFill/>
          <a:ln w="38100">
            <a:solidFill>
              <a:srgbClr val="000002"/>
            </a:solidFill>
            <a:round/>
            <a:headEnd type="arrow" w="med" len="me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860582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151553" name="Rectangle 2">
            <a:extLst>
              <a:ext uri="{FF2B5EF4-FFF2-40B4-BE49-F238E27FC236}">
                <a16:creationId xmlns:a16="http://schemas.microsoft.com/office/drawing/2014/main" id="{A96F8FC3-8D99-F946-B8A6-25604B5E102A}"/>
              </a:ext>
            </a:extLst>
          </p:cNvPr>
          <p:cNvSpPr>
            <a:spLocks noGrp="1" noChangeArrowheads="1"/>
          </p:cNvSpPr>
          <p:nvPr>
            <p:ph type="title"/>
          </p:nvPr>
        </p:nvSpPr>
        <p:spPr>
          <a:xfrm>
            <a:off x="1143000" y="63500"/>
            <a:ext cx="6921500" cy="698500"/>
          </a:xfrm>
          <a:solidFill>
            <a:srgbClr val="002060"/>
          </a:solidFill>
        </p:spPr>
        <p:txBody>
          <a:bodyPr/>
          <a:lstStyle/>
          <a:p>
            <a:pPr eaLnBrk="1" hangingPunct="1"/>
            <a:r>
              <a:rPr lang="en-US" altLang="en-US" sz="2667">
                <a:solidFill>
                  <a:srgbClr val="FFFF00"/>
                </a:solidFill>
                <a:ea typeface="ＭＳ Ｐゴシック" panose="020B0600070205080204" pitchFamily="34" charset="-128"/>
              </a:rPr>
              <a:t>How to make a weather forecast:</a:t>
            </a:r>
          </a:p>
        </p:txBody>
      </p:sp>
      <p:pic>
        <p:nvPicPr>
          <p:cNvPr id="151554" name="Picture 3" descr="vilhelm_old">
            <a:extLst>
              <a:ext uri="{FF2B5EF4-FFF2-40B4-BE49-F238E27FC236}">
                <a16:creationId xmlns:a16="http://schemas.microsoft.com/office/drawing/2014/main" id="{8933E30B-47E4-AE4B-BC8F-4DA8189EDE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1" y="762000"/>
            <a:ext cx="3489854" cy="4955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8565" name="AutoShape 5">
            <a:extLst>
              <a:ext uri="{FF2B5EF4-FFF2-40B4-BE49-F238E27FC236}">
                <a16:creationId xmlns:a16="http://schemas.microsoft.com/office/drawing/2014/main" id="{C0FFFE84-60DE-C843-BC6C-EDA76F72CC1A}"/>
              </a:ext>
            </a:extLst>
          </p:cNvPr>
          <p:cNvSpPr>
            <a:spLocks noChangeArrowheads="1"/>
          </p:cNvSpPr>
          <p:nvPr/>
        </p:nvSpPr>
        <p:spPr bwMode="auto">
          <a:xfrm>
            <a:off x="4000500" y="1143000"/>
            <a:ext cx="4318000" cy="3619500"/>
          </a:xfrm>
          <a:prstGeom prst="wedgeEllipseCallout">
            <a:avLst>
              <a:gd name="adj1" fmla="val -66634"/>
              <a:gd name="adj2" fmla="val 29935"/>
            </a:avLst>
          </a:prstGeom>
          <a:gradFill rotWithShape="0">
            <a:gsLst>
              <a:gs pos="0">
                <a:schemeClr val="accent1">
                  <a:alpha val="52000"/>
                </a:schemeClr>
              </a:gs>
              <a:gs pos="100000">
                <a:schemeClr val="accent1">
                  <a:gamma/>
                  <a:shade val="74510"/>
                  <a:invGamma/>
                  <a:alpha val="50000"/>
                </a:schemeClr>
              </a:gs>
            </a:gsLst>
            <a:lin ang="5400000" scaled="1"/>
          </a:gradFill>
          <a:ln w="9525">
            <a:solidFill>
              <a:srgbClr val="000000"/>
            </a:solidFill>
            <a:miter lim="800000"/>
            <a:headEnd/>
            <a:tailEnd/>
          </a:ln>
          <a:effectLst/>
        </p:spPr>
        <p:txBody>
          <a:bodyPr wrap="none" anchor="ctr"/>
          <a:lstStyle/>
          <a:p>
            <a:pPr algn="ctr" defTabSz="761970">
              <a:defRPr/>
            </a:pPr>
            <a:endParaRPr lang="en-US" sz="2000">
              <a:solidFill>
                <a:srgbClr val="000099"/>
              </a:solidFill>
              <a:latin typeface="Arial" charset="0"/>
              <a:ea typeface="ＭＳ Ｐゴシック" charset="0"/>
              <a:cs typeface="ＭＳ Ｐゴシック" charset="0"/>
            </a:endParaRPr>
          </a:p>
        </p:txBody>
      </p:sp>
      <p:sp>
        <p:nvSpPr>
          <p:cNvPr id="35845" name="Rectangle 6">
            <a:extLst>
              <a:ext uri="{FF2B5EF4-FFF2-40B4-BE49-F238E27FC236}">
                <a16:creationId xmlns:a16="http://schemas.microsoft.com/office/drawing/2014/main" id="{6A4D9352-3AC9-6646-9F58-F818BA2EAED6}"/>
              </a:ext>
            </a:extLst>
          </p:cNvPr>
          <p:cNvSpPr>
            <a:spLocks noGrp="1" noChangeArrowheads="1"/>
          </p:cNvSpPr>
          <p:nvPr>
            <p:ph type="body" idx="1"/>
          </p:nvPr>
        </p:nvSpPr>
        <p:spPr>
          <a:xfrm>
            <a:off x="3873500" y="1651000"/>
            <a:ext cx="4254500" cy="3429000"/>
          </a:xfrm>
        </p:spPr>
        <p:txBody>
          <a:bodyPr/>
          <a:lstStyle/>
          <a:p>
            <a:pPr marL="507980" indent="-507980" eaLnBrk="1" hangingPunct="1">
              <a:buNone/>
            </a:pPr>
            <a:r>
              <a:rPr lang="en-US" altLang="en-US" sz="2333">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	</a:t>
            </a:r>
            <a:endParaRPr lang="en-US" altLang="en-US" sz="1000">
              <a:effectLst>
                <a:outerShdw blurRad="38100" dist="38100" dir="2700000" algn="tl">
                  <a:srgbClr val="000000"/>
                </a:outerShdw>
              </a:effectLst>
              <a:latin typeface="Monotype Corsiva" panose="03010101010201010101" pitchFamily="66" charset="0"/>
              <a:ea typeface="ＭＳ Ｐゴシック" panose="020B0600070205080204" pitchFamily="34" charset="-128"/>
            </a:endParaRPr>
          </a:p>
          <a:p>
            <a:pPr marL="825467" lvl="1" indent="-444482" eaLnBrk="1" hangingPunct="1">
              <a:lnSpc>
                <a:spcPct val="90000"/>
              </a:lnSpc>
              <a:buNone/>
            </a:pPr>
            <a:r>
              <a:rPr lang="en-US" altLang="en-US" sz="2000">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1. A sufficiently accurate knowledge of the </a:t>
            </a:r>
            <a:r>
              <a:rPr lang="en-US" altLang="en-US" sz="2000">
                <a:solidFill>
                  <a:schemeClr val="tx2"/>
                </a:solidFill>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state of the atmosphere at the initial time</a:t>
            </a:r>
            <a:endParaRPr lang="en-US" altLang="en-US" sz="2000">
              <a:effectLst>
                <a:outerShdw blurRad="38100" dist="38100" dir="2700000" algn="tl">
                  <a:srgbClr val="000000"/>
                </a:outerShdw>
              </a:effectLst>
              <a:latin typeface="Monotype Corsiva" panose="03010101010201010101" pitchFamily="66" charset="0"/>
              <a:ea typeface="ＭＳ Ｐゴシック" panose="020B0600070205080204" pitchFamily="34" charset="-128"/>
            </a:endParaRPr>
          </a:p>
          <a:p>
            <a:pPr marL="825467" lvl="1" indent="-444482" eaLnBrk="1" hangingPunct="1">
              <a:lnSpc>
                <a:spcPct val="90000"/>
              </a:lnSpc>
              <a:buNone/>
            </a:pPr>
            <a:r>
              <a:rPr lang="en-US" altLang="en-US" sz="2000">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2. A sufficiently accurate knowledge of the </a:t>
            </a:r>
            <a:r>
              <a:rPr lang="en-US" altLang="en-US" sz="2000">
                <a:solidFill>
                  <a:schemeClr val="tx2"/>
                </a:solidFill>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laws</a:t>
            </a:r>
            <a:r>
              <a:rPr lang="en-US" altLang="en-US" sz="2000">
                <a:effectLst>
                  <a:outerShdw blurRad="38100" dist="38100" dir="2700000" algn="tl">
                    <a:srgbClr val="000000"/>
                  </a:outerShdw>
                </a:effectLst>
                <a:latin typeface="Monotype Corsiva" panose="03010101010201010101" pitchFamily="66" charset="0"/>
                <a:ea typeface="ＭＳ Ｐゴシック" panose="020B0600070205080204" pitchFamily="34" charset="-128"/>
              </a:rPr>
              <a:t> according to which one state of the atmosphere develops from another.</a:t>
            </a:r>
          </a:p>
        </p:txBody>
      </p:sp>
      <p:sp>
        <p:nvSpPr>
          <p:cNvPr id="151557" name="Rectangle 7">
            <a:extLst>
              <a:ext uri="{FF2B5EF4-FFF2-40B4-BE49-F238E27FC236}">
                <a16:creationId xmlns:a16="http://schemas.microsoft.com/office/drawing/2014/main" id="{A811CE1C-8D88-FD4B-81FB-77E87B87358C}"/>
              </a:ext>
            </a:extLst>
          </p:cNvPr>
          <p:cNvSpPr>
            <a:spLocks noChangeArrowheads="1"/>
          </p:cNvSpPr>
          <p:nvPr/>
        </p:nvSpPr>
        <p:spPr bwMode="auto">
          <a:xfrm>
            <a:off x="4699000" y="5080000"/>
            <a:ext cx="290355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defTabSz="761970"/>
            <a:r>
              <a:rPr lang="en-US" altLang="en-US" sz="2000">
                <a:solidFill>
                  <a:srgbClr val="FFFFFF"/>
                </a:solidFill>
              </a:rPr>
              <a:t>Vilhelm Bjerknes (1904)</a:t>
            </a:r>
          </a:p>
        </p:txBody>
      </p:sp>
      <p:sp>
        <p:nvSpPr>
          <p:cNvPr id="2" name="Rectangle 1">
            <a:extLst>
              <a:ext uri="{FF2B5EF4-FFF2-40B4-BE49-F238E27FC236}">
                <a16:creationId xmlns:a16="http://schemas.microsoft.com/office/drawing/2014/main" id="{0BCAAB8D-C99C-E840-96DB-6857300276BA}"/>
              </a:ext>
            </a:extLst>
          </p:cNvPr>
          <p:cNvSpPr/>
          <p:nvPr/>
        </p:nvSpPr>
        <p:spPr>
          <a:xfrm>
            <a:off x="8138232" y="1680338"/>
            <a:ext cx="1074333" cy="1200329"/>
          </a:xfrm>
          <a:prstGeom prst="rect">
            <a:avLst/>
          </a:prstGeom>
        </p:spPr>
        <p:txBody>
          <a:bodyPr wrap="none">
            <a:spAutoFit/>
          </a:bodyPr>
          <a:lstStyle/>
          <a:p>
            <a:r>
              <a:rPr lang="en-US" dirty="0">
                <a:solidFill>
                  <a:srgbClr val="FFFF00"/>
                </a:solidFill>
              </a:rPr>
              <a:t>some </a:t>
            </a:r>
          </a:p>
          <a:p>
            <a:r>
              <a:rPr lang="en-US" dirty="0">
                <a:solidFill>
                  <a:srgbClr val="FFFF00"/>
                </a:solidFill>
              </a:rPr>
              <a:t>of the </a:t>
            </a:r>
          </a:p>
          <a:p>
            <a:r>
              <a:rPr lang="en-US" dirty="0">
                <a:solidFill>
                  <a:srgbClr val="FFFF00"/>
                </a:solidFill>
              </a:rPr>
              <a:t>inputs</a:t>
            </a:r>
            <a:endParaRPr lang="en-US" dirty="0"/>
          </a:p>
        </p:txBody>
      </p:sp>
      <p:sp>
        <p:nvSpPr>
          <p:cNvPr id="8" name="Rectangle 7">
            <a:extLst>
              <a:ext uri="{FF2B5EF4-FFF2-40B4-BE49-F238E27FC236}">
                <a16:creationId xmlns:a16="http://schemas.microsoft.com/office/drawing/2014/main" id="{41BED32D-764C-894D-A48E-9FA06274B9BF}"/>
              </a:ext>
            </a:extLst>
          </p:cNvPr>
          <p:cNvSpPr/>
          <p:nvPr/>
        </p:nvSpPr>
        <p:spPr>
          <a:xfrm>
            <a:off x="8018007" y="3198167"/>
            <a:ext cx="1194558" cy="461665"/>
          </a:xfrm>
          <a:prstGeom prst="rect">
            <a:avLst/>
          </a:prstGeom>
        </p:spPr>
        <p:txBody>
          <a:bodyPr wrap="none">
            <a:spAutoFit/>
          </a:bodyPr>
          <a:lstStyle/>
          <a:p>
            <a:r>
              <a:rPr lang="en-US" dirty="0">
                <a:solidFill>
                  <a:srgbClr val="FFFF00"/>
                </a:solidFill>
              </a:rPr>
              <a:t>outputs</a:t>
            </a:r>
            <a:endParaRPr lang="en-US" dirty="0"/>
          </a:p>
        </p:txBody>
      </p:sp>
    </p:spTree>
    <p:extLst>
      <p:ext uri="{BB962C8B-B14F-4D97-AF65-F5344CB8AC3E}">
        <p14:creationId xmlns:p14="http://schemas.microsoft.com/office/powerpoint/2010/main" val="42560007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2DD6274-0DE4-2D4F-9EAE-887E1646F65F}"/>
              </a:ext>
            </a:extLst>
          </p:cNvPr>
          <p:cNvSpPr/>
          <p:nvPr/>
        </p:nvSpPr>
        <p:spPr>
          <a:xfrm>
            <a:off x="152400" y="723900"/>
            <a:ext cx="8915400" cy="4524315"/>
          </a:xfrm>
          <a:prstGeom prst="rect">
            <a:avLst/>
          </a:prstGeom>
        </p:spPr>
        <p:txBody>
          <a:bodyPr wrap="square">
            <a:spAutoFit/>
          </a:bodyPr>
          <a:lstStyle/>
          <a:p>
            <a:r>
              <a:rPr lang="en-US" sz="3600" dirty="0">
                <a:solidFill>
                  <a:srgbClr val="FFFF00"/>
                </a:solidFill>
              </a:rPr>
              <a:t>what the required inputs are</a:t>
            </a:r>
          </a:p>
          <a:p>
            <a:r>
              <a:rPr lang="en-US" sz="3600" dirty="0">
                <a:solidFill>
                  <a:srgbClr val="FFFF00"/>
                </a:solidFill>
              </a:rPr>
              <a:t>	</a:t>
            </a:r>
          </a:p>
          <a:p>
            <a:r>
              <a:rPr lang="en-US" sz="3600" dirty="0">
                <a:solidFill>
                  <a:srgbClr val="FFFF00"/>
                </a:solidFill>
              </a:rPr>
              <a:t>what the simulated outputs are</a:t>
            </a:r>
          </a:p>
          <a:p>
            <a:endParaRPr lang="en-US" sz="3600" dirty="0">
              <a:solidFill>
                <a:srgbClr val="FFFF00"/>
              </a:solidFill>
            </a:endParaRPr>
          </a:p>
          <a:p>
            <a:endParaRPr lang="en-US" sz="3600" dirty="0">
              <a:solidFill>
                <a:srgbClr val="FFFF00"/>
              </a:solidFill>
            </a:endParaRPr>
          </a:p>
          <a:p>
            <a:endParaRPr lang="en-US" sz="3600" dirty="0">
              <a:solidFill>
                <a:srgbClr val="FFFF00"/>
              </a:solidFill>
            </a:endParaRPr>
          </a:p>
          <a:p>
            <a:r>
              <a:rPr lang="en-US" sz="3600" dirty="0">
                <a:solidFill>
                  <a:schemeClr val="bg1"/>
                </a:solidFill>
              </a:rPr>
              <a:t>Will depend upon the type of climate model</a:t>
            </a:r>
            <a:r>
              <a:rPr lang="en-US" sz="3200" dirty="0">
                <a:solidFill>
                  <a:schemeClr val="bg1"/>
                </a:solidFill>
              </a:rPr>
              <a:t>	</a:t>
            </a:r>
            <a:endParaRPr lang="en-GB" sz="3200" dirty="0">
              <a:solidFill>
                <a:srgbClr val="FFFF00"/>
              </a:solidFill>
            </a:endParaRPr>
          </a:p>
        </p:txBody>
      </p:sp>
    </p:spTree>
    <p:extLst>
      <p:ext uri="{BB962C8B-B14F-4D97-AF65-F5344CB8AC3E}">
        <p14:creationId xmlns:p14="http://schemas.microsoft.com/office/powerpoint/2010/main" val="3082811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2DD6274-0DE4-2D4F-9EAE-887E1646F65F}"/>
              </a:ext>
            </a:extLst>
          </p:cNvPr>
          <p:cNvSpPr/>
          <p:nvPr/>
        </p:nvSpPr>
        <p:spPr>
          <a:xfrm>
            <a:off x="76200" y="38100"/>
            <a:ext cx="8915400" cy="5601533"/>
          </a:xfrm>
          <a:prstGeom prst="rect">
            <a:avLst/>
          </a:prstGeom>
        </p:spPr>
        <p:txBody>
          <a:bodyPr wrap="square">
            <a:spAutoFit/>
          </a:bodyPr>
          <a:lstStyle/>
          <a:p>
            <a:r>
              <a:rPr lang="en-US" sz="3600" dirty="0">
                <a:solidFill>
                  <a:srgbClr val="FFFF00"/>
                </a:solidFill>
              </a:rPr>
              <a:t>For FOAM:</a:t>
            </a:r>
          </a:p>
          <a:p>
            <a:r>
              <a:rPr lang="en-US" sz="3600" dirty="0">
                <a:solidFill>
                  <a:srgbClr val="FFFF00"/>
                </a:solidFill>
              </a:rPr>
              <a:t>what the required inputs are</a:t>
            </a:r>
          </a:p>
          <a:p>
            <a:r>
              <a:rPr lang="en-US" sz="3600" dirty="0">
                <a:solidFill>
                  <a:srgbClr val="FFFF00"/>
                </a:solidFill>
              </a:rPr>
              <a:t>	</a:t>
            </a:r>
            <a:r>
              <a:rPr lang="en-US" dirty="0">
                <a:solidFill>
                  <a:schemeClr val="bg1"/>
                </a:solidFill>
              </a:rPr>
              <a:t>- initial conditions</a:t>
            </a:r>
            <a:r>
              <a:rPr lang="en-US" sz="1600" dirty="0">
                <a:solidFill>
                  <a:schemeClr val="bg1"/>
                </a:solidFill>
              </a:rPr>
              <a:t> (e.g., </a:t>
            </a:r>
            <a:r>
              <a:rPr lang="en-US" sz="1600" dirty="0" err="1">
                <a:solidFill>
                  <a:schemeClr val="bg1"/>
                </a:solidFill>
              </a:rPr>
              <a:t>atmos</a:t>
            </a:r>
            <a:r>
              <a:rPr lang="en-US" sz="1600" dirty="0">
                <a:solidFill>
                  <a:schemeClr val="bg1"/>
                </a:solidFill>
              </a:rPr>
              <a:t>/ocean conditions at </a:t>
            </a:r>
            <a:r>
              <a:rPr lang="en-US" sz="1600" i="1" dirty="0">
                <a:solidFill>
                  <a:schemeClr val="bg1"/>
                </a:solidFill>
              </a:rPr>
              <a:t>t</a:t>
            </a:r>
            <a:r>
              <a:rPr lang="en-US" sz="1600" dirty="0">
                <a:solidFill>
                  <a:schemeClr val="bg1"/>
                </a:solidFill>
              </a:rPr>
              <a:t> = 0)</a:t>
            </a:r>
            <a:endParaRPr lang="en-US" dirty="0">
              <a:solidFill>
                <a:schemeClr val="bg1"/>
              </a:solidFill>
            </a:endParaRPr>
          </a:p>
          <a:p>
            <a:r>
              <a:rPr lang="en-US" dirty="0">
                <a:solidFill>
                  <a:schemeClr val="bg1"/>
                </a:solidFill>
              </a:rPr>
              <a:t>	- boundary conditions</a:t>
            </a:r>
            <a:r>
              <a:rPr lang="en-US" sz="1600" dirty="0">
                <a:solidFill>
                  <a:schemeClr val="bg1"/>
                </a:solidFill>
              </a:rPr>
              <a:t> (e.g., fixed land-surface conditions, geography)</a:t>
            </a:r>
            <a:endParaRPr lang="en-US" dirty="0">
              <a:solidFill>
                <a:schemeClr val="bg1"/>
              </a:solidFill>
            </a:endParaRPr>
          </a:p>
          <a:p>
            <a:r>
              <a:rPr lang="en-US" dirty="0">
                <a:solidFill>
                  <a:schemeClr val="bg1"/>
                </a:solidFill>
              </a:rPr>
              <a:t>	- external </a:t>
            </a:r>
            <a:r>
              <a:rPr lang="en-US" dirty="0" err="1">
                <a:solidFill>
                  <a:schemeClr val="bg1"/>
                </a:solidFill>
              </a:rPr>
              <a:t>forcings</a:t>
            </a:r>
            <a:r>
              <a:rPr lang="en-US" sz="1600" dirty="0">
                <a:solidFill>
                  <a:schemeClr val="bg1"/>
                </a:solidFill>
              </a:rPr>
              <a:t> (e.g., incoming solar radiation or </a:t>
            </a:r>
            <a:r>
              <a:rPr lang="en-US" sz="1600" i="1" dirty="0">
                <a:solidFill>
                  <a:schemeClr val="bg1"/>
                </a:solidFill>
              </a:rPr>
              <a:t>solar constant</a:t>
            </a:r>
            <a:r>
              <a:rPr lang="en-US" sz="1600" dirty="0">
                <a:solidFill>
                  <a:schemeClr val="bg1"/>
                </a:solidFill>
              </a:rPr>
              <a:t>)</a:t>
            </a:r>
            <a:endParaRPr lang="en-US" dirty="0">
              <a:solidFill>
                <a:schemeClr val="bg1"/>
              </a:solidFill>
            </a:endParaRPr>
          </a:p>
          <a:p>
            <a:r>
              <a:rPr lang="en-US" dirty="0">
                <a:solidFill>
                  <a:schemeClr val="bg1"/>
                </a:solidFill>
              </a:rPr>
              <a:t>	- settings in model not predicted</a:t>
            </a:r>
            <a:r>
              <a:rPr lang="en-US" sz="1600" dirty="0">
                <a:solidFill>
                  <a:schemeClr val="bg1"/>
                </a:solidFill>
              </a:rPr>
              <a:t> (e.g., greenhouse gases)</a:t>
            </a:r>
          </a:p>
          <a:p>
            <a:endParaRPr lang="en-US" sz="3600" dirty="0">
              <a:solidFill>
                <a:srgbClr val="FFFF00"/>
              </a:solidFill>
            </a:endParaRPr>
          </a:p>
          <a:p>
            <a:r>
              <a:rPr lang="en-US" sz="3600" dirty="0">
                <a:solidFill>
                  <a:srgbClr val="FFFF00"/>
                </a:solidFill>
              </a:rPr>
              <a:t>what the simulated outputs are</a:t>
            </a:r>
          </a:p>
          <a:p>
            <a:r>
              <a:rPr lang="en-US" sz="3200" dirty="0">
                <a:solidFill>
                  <a:schemeClr val="bg1"/>
                </a:solidFill>
              </a:rPr>
              <a:t>	</a:t>
            </a:r>
            <a:r>
              <a:rPr lang="en-US" dirty="0">
                <a:solidFill>
                  <a:schemeClr val="bg1"/>
                </a:solidFill>
              </a:rPr>
              <a:t>- </a:t>
            </a:r>
            <a:r>
              <a:rPr lang="en-US" dirty="0" err="1">
                <a:solidFill>
                  <a:schemeClr val="bg1"/>
                </a:solidFill>
              </a:rPr>
              <a:t>atmos</a:t>
            </a:r>
            <a:r>
              <a:rPr lang="en-US" dirty="0">
                <a:solidFill>
                  <a:schemeClr val="bg1"/>
                </a:solidFill>
              </a:rPr>
              <a:t>/ocean dynamic quantities </a:t>
            </a:r>
            <a:r>
              <a:rPr lang="en-US" sz="1800" dirty="0">
                <a:solidFill>
                  <a:schemeClr val="bg1"/>
                </a:solidFill>
              </a:rPr>
              <a:t>(e.g., wind, currents, </a:t>
            </a:r>
          </a:p>
          <a:p>
            <a:r>
              <a:rPr lang="en-US" sz="1800" dirty="0">
                <a:solidFill>
                  <a:schemeClr val="bg1"/>
                </a:solidFill>
              </a:rPr>
              <a:t>		temperature, pressure, humidity, snow)</a:t>
            </a:r>
            <a:endParaRPr lang="en-US" dirty="0">
              <a:solidFill>
                <a:schemeClr val="bg1"/>
              </a:solidFill>
            </a:endParaRPr>
          </a:p>
          <a:p>
            <a:r>
              <a:rPr lang="en-US" dirty="0">
                <a:solidFill>
                  <a:schemeClr val="bg1"/>
                </a:solidFill>
              </a:rPr>
              <a:t>	- sea-ice distribution and thickness</a:t>
            </a:r>
          </a:p>
          <a:p>
            <a:endParaRPr lang="en-GB" sz="3200" dirty="0">
              <a:solidFill>
                <a:srgbClr val="FFFF00"/>
              </a:solidFill>
            </a:endParaRPr>
          </a:p>
        </p:txBody>
      </p:sp>
    </p:spTree>
    <p:extLst>
      <p:ext uri="{BB962C8B-B14F-4D97-AF65-F5344CB8AC3E}">
        <p14:creationId xmlns:p14="http://schemas.microsoft.com/office/powerpoint/2010/main" val="3390758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ll_paleotemps_byoe.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358" y="1626268"/>
            <a:ext cx="8878282" cy="2861511"/>
          </a:xfrm>
          <a:prstGeom prst="rect">
            <a:avLst/>
          </a:prstGeom>
        </p:spPr>
      </p:pic>
      <p:sp>
        <p:nvSpPr>
          <p:cNvPr id="6" name="TextBox 5"/>
          <p:cNvSpPr txBox="1"/>
          <p:nvPr/>
        </p:nvSpPr>
        <p:spPr>
          <a:xfrm>
            <a:off x="2127026" y="426095"/>
            <a:ext cx="5075428" cy="605230"/>
          </a:xfrm>
          <a:prstGeom prst="rect">
            <a:avLst/>
          </a:prstGeom>
          <a:noFill/>
        </p:spPr>
        <p:txBody>
          <a:bodyPr wrap="none" rtlCol="0">
            <a:spAutoFit/>
          </a:bodyPr>
          <a:lstStyle/>
          <a:p>
            <a:r>
              <a:rPr lang="en-US" sz="3333" dirty="0">
                <a:solidFill>
                  <a:schemeClr val="tx2">
                    <a:lumMod val="50000"/>
                  </a:schemeClr>
                </a:solidFill>
              </a:rPr>
              <a:t>How well does BYOE do?</a:t>
            </a:r>
          </a:p>
        </p:txBody>
      </p:sp>
      <p:sp>
        <p:nvSpPr>
          <p:cNvPr id="2" name="TextBox 1">
            <a:extLst>
              <a:ext uri="{FF2B5EF4-FFF2-40B4-BE49-F238E27FC236}">
                <a16:creationId xmlns:a16="http://schemas.microsoft.com/office/drawing/2014/main" id="{8AA160C9-F1ED-3F41-849B-F30F2258B2CD}"/>
              </a:ext>
            </a:extLst>
          </p:cNvPr>
          <p:cNvSpPr txBox="1"/>
          <p:nvPr/>
        </p:nvSpPr>
        <p:spPr>
          <a:xfrm>
            <a:off x="1338348" y="5082722"/>
            <a:ext cx="6652783" cy="338554"/>
          </a:xfrm>
          <a:prstGeom prst="rect">
            <a:avLst/>
          </a:prstGeom>
          <a:noFill/>
        </p:spPr>
        <p:txBody>
          <a:bodyPr wrap="none" rtlCol="0">
            <a:spAutoFit/>
          </a:bodyPr>
          <a:lstStyle/>
          <a:p>
            <a:r>
              <a:rPr lang="en-US" sz="1600" dirty="0">
                <a:solidFill>
                  <a:srgbClr val="7030A0"/>
                </a:solidFill>
              </a:rPr>
              <a:t>Purple dots are mean global surface temperature for BYOE simulations</a:t>
            </a:r>
          </a:p>
        </p:txBody>
      </p:sp>
    </p:spTree>
    <p:extLst>
      <p:ext uri="{BB962C8B-B14F-4D97-AF65-F5344CB8AC3E}">
        <p14:creationId xmlns:p14="http://schemas.microsoft.com/office/powerpoint/2010/main" val="42356686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4E2B7D"/>
        </a:solidFill>
        <a:effectLst/>
      </p:bgPr>
    </p:bg>
    <p:spTree>
      <p:nvGrpSpPr>
        <p:cNvPr id="1" name=""/>
        <p:cNvGrpSpPr/>
        <p:nvPr/>
      </p:nvGrpSpPr>
      <p:grpSpPr>
        <a:xfrm>
          <a:off x="0" y="0"/>
          <a:ext cx="0" cy="0"/>
          <a:chOff x="0" y="0"/>
          <a:chExt cx="0" cy="0"/>
        </a:xfrm>
      </p:grpSpPr>
      <p:sp>
        <p:nvSpPr>
          <p:cNvPr id="2" name="TextBox 1"/>
          <p:cNvSpPr txBox="1"/>
          <p:nvPr/>
        </p:nvSpPr>
        <p:spPr>
          <a:xfrm>
            <a:off x="381000" y="1866900"/>
            <a:ext cx="8510664" cy="1015663"/>
          </a:xfrm>
          <a:prstGeom prst="rect">
            <a:avLst/>
          </a:prstGeom>
          <a:noFill/>
        </p:spPr>
        <p:txBody>
          <a:bodyPr wrap="none" rtlCol="0">
            <a:spAutoFit/>
          </a:bodyPr>
          <a:lstStyle/>
          <a:p>
            <a:pPr algn="ctr" defTabSz="380985" eaLnBrk="1" hangingPunct="1"/>
            <a:r>
              <a:rPr lang="en-US" sz="3000" i="1" dirty="0">
                <a:solidFill>
                  <a:srgbClr val="FFFF00"/>
                </a:solidFill>
                <a:effectLst>
                  <a:outerShdw blurRad="50800" dist="38100" dir="2700000" algn="tl" rotWithShape="0">
                    <a:prstClr val="black">
                      <a:alpha val="40000"/>
                    </a:prstClr>
                  </a:outerShdw>
                </a:effectLst>
              </a:rPr>
              <a:t>How can climate modeling be used for research?</a:t>
            </a:r>
          </a:p>
          <a:p>
            <a:pPr algn="ctr" defTabSz="380985" eaLnBrk="1" hangingPunct="1"/>
            <a:r>
              <a:rPr lang="en-US" sz="3000" i="1" dirty="0">
                <a:solidFill>
                  <a:srgbClr val="FFFF00"/>
                </a:solidFill>
                <a:effectLst>
                  <a:outerShdw blurRad="50800" dist="38100" dir="2700000" algn="tl" rotWithShape="0">
                    <a:prstClr val="black">
                      <a:alpha val="40000"/>
                    </a:prstClr>
                  </a:outerShdw>
                </a:effectLst>
              </a:rPr>
              <a:t> </a:t>
            </a:r>
          </a:p>
        </p:txBody>
      </p:sp>
    </p:spTree>
    <p:extLst>
      <p:ext uri="{BB962C8B-B14F-4D97-AF65-F5344CB8AC3E}">
        <p14:creationId xmlns:p14="http://schemas.microsoft.com/office/powerpoint/2010/main" val="462322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54E2A"/>
        </a:solidFill>
        <a:effectLst/>
      </p:bgPr>
    </p:bg>
    <p:spTree>
      <p:nvGrpSpPr>
        <p:cNvPr id="1" name=""/>
        <p:cNvGrpSpPr/>
        <p:nvPr/>
      </p:nvGrpSpPr>
      <p:grpSpPr>
        <a:xfrm>
          <a:off x="0" y="0"/>
          <a:ext cx="0" cy="0"/>
          <a:chOff x="0" y="0"/>
          <a:chExt cx="0" cy="0"/>
        </a:xfrm>
      </p:grpSpPr>
      <p:sp>
        <p:nvSpPr>
          <p:cNvPr id="126978" name="Rectangle 2"/>
          <p:cNvSpPr>
            <a:spLocks noGrp="1" noChangeArrowheads="1"/>
          </p:cNvSpPr>
          <p:nvPr>
            <p:ph type="ctrTitle"/>
          </p:nvPr>
        </p:nvSpPr>
        <p:spPr>
          <a:xfrm>
            <a:off x="762000" y="127000"/>
            <a:ext cx="7620000" cy="698500"/>
          </a:xfrm>
        </p:spPr>
        <p:txBody>
          <a:bodyPr/>
          <a:lstStyle/>
          <a:p>
            <a:pPr>
              <a:defRPr/>
            </a:pPr>
            <a:r>
              <a:rPr lang="en-US" sz="3000" dirty="0">
                <a:solidFill>
                  <a:srgbClr val="FFFF00"/>
                </a:solidFill>
                <a:effectLst>
                  <a:outerShdw blurRad="38100" dist="38100" dir="2700000" algn="tl">
                    <a:srgbClr val="000000"/>
                  </a:outerShdw>
                </a:effectLst>
                <a:latin typeface="Helvetica"/>
                <a:cs typeface="Helvetica"/>
              </a:rPr>
              <a:t>Example 1: Interbedded sediments</a:t>
            </a:r>
          </a:p>
        </p:txBody>
      </p:sp>
      <p:pic>
        <p:nvPicPr>
          <p:cNvPr id="5" name="Picture 4" descr="Screen Shot 2016-03-10 at 6.06.20 PM.png">
            <a:extLst>
              <a:ext uri="{FF2B5EF4-FFF2-40B4-BE49-F238E27FC236}">
                <a16:creationId xmlns:a16="http://schemas.microsoft.com/office/drawing/2014/main" id="{05AC79B5-E015-D34C-9F24-129DD4A92D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651000"/>
            <a:ext cx="7620000" cy="3459276"/>
          </a:xfrm>
          <a:prstGeom prst="rect">
            <a:avLst/>
          </a:prstGeom>
        </p:spPr>
      </p:pic>
    </p:spTree>
    <p:extLst>
      <p:ext uri="{BB962C8B-B14F-4D97-AF65-F5344CB8AC3E}">
        <p14:creationId xmlns:p14="http://schemas.microsoft.com/office/powerpoint/2010/main" val="6349262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952500" y="190500"/>
            <a:ext cx="4331635" cy="400110"/>
          </a:xfrm>
          <a:prstGeom prst="rect">
            <a:avLst/>
          </a:prstGeom>
          <a:noFill/>
        </p:spPr>
        <p:txBody>
          <a:bodyPr wrap="none" rtlCol="0">
            <a:spAutoFit/>
          </a:bodyPr>
          <a:lstStyle/>
          <a:p>
            <a:pPr defTabSz="380985" eaLnBrk="1" hangingPunct="1"/>
            <a:r>
              <a:rPr lang="en-US" sz="2000" dirty="0">
                <a:solidFill>
                  <a:srgbClr val="FFFF00"/>
                </a:solidFill>
              </a:rPr>
              <a:t>Marcello </a:t>
            </a:r>
            <a:r>
              <a:rPr lang="en-US" sz="2000" dirty="0" err="1">
                <a:solidFill>
                  <a:srgbClr val="FFFF00"/>
                </a:solidFill>
              </a:rPr>
              <a:t>Gugliotta</a:t>
            </a:r>
            <a:r>
              <a:rPr lang="en-US" sz="2000" dirty="0">
                <a:solidFill>
                  <a:srgbClr val="FFFF00"/>
                </a:solidFill>
              </a:rPr>
              <a:t> and Stephen Flint</a:t>
            </a:r>
          </a:p>
        </p:txBody>
      </p:sp>
      <p:pic>
        <p:nvPicPr>
          <p:cNvPr id="3" name="Picture 2" descr="Screen Shot 2016-03-10 at 6.07.12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2232" y="0"/>
            <a:ext cx="7135768" cy="5715000"/>
          </a:xfrm>
          <a:prstGeom prst="rect">
            <a:avLst/>
          </a:prstGeom>
        </p:spPr>
      </p:pic>
    </p:spTree>
    <p:extLst>
      <p:ext uri="{BB962C8B-B14F-4D97-AF65-F5344CB8AC3E}">
        <p14:creationId xmlns:p14="http://schemas.microsoft.com/office/powerpoint/2010/main" val="3244338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4070991" y="5270500"/>
            <a:ext cx="4331635" cy="400110"/>
          </a:xfrm>
          <a:prstGeom prst="rect">
            <a:avLst/>
          </a:prstGeom>
          <a:noFill/>
        </p:spPr>
        <p:txBody>
          <a:bodyPr wrap="none" rtlCol="0">
            <a:spAutoFit/>
          </a:bodyPr>
          <a:lstStyle/>
          <a:p>
            <a:pPr defTabSz="380985" eaLnBrk="1" hangingPunct="1"/>
            <a:r>
              <a:rPr lang="en-US" sz="2000" dirty="0">
                <a:solidFill>
                  <a:srgbClr val="F79646">
                    <a:lumMod val="50000"/>
                  </a:srgbClr>
                </a:solidFill>
              </a:rPr>
              <a:t>Marcello </a:t>
            </a:r>
            <a:r>
              <a:rPr lang="en-US" sz="2000" dirty="0" err="1">
                <a:solidFill>
                  <a:srgbClr val="F79646">
                    <a:lumMod val="50000"/>
                  </a:srgbClr>
                </a:solidFill>
              </a:rPr>
              <a:t>Gugliotta</a:t>
            </a:r>
            <a:r>
              <a:rPr lang="en-US" sz="2000" dirty="0">
                <a:solidFill>
                  <a:srgbClr val="F79646">
                    <a:lumMod val="50000"/>
                  </a:srgbClr>
                </a:solidFill>
              </a:rPr>
              <a:t> and Stephen Flint</a:t>
            </a:r>
          </a:p>
        </p:txBody>
      </p:sp>
      <p:pic>
        <p:nvPicPr>
          <p:cNvPr id="3" name="Picture 2" descr="Figure_1_Neuquen Basin-crop.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1" y="889001"/>
            <a:ext cx="7620000" cy="4197844"/>
          </a:xfrm>
          <a:prstGeom prst="rect">
            <a:avLst/>
          </a:prstGeom>
        </p:spPr>
      </p:pic>
      <p:sp>
        <p:nvSpPr>
          <p:cNvPr id="4" name="TextBox 3"/>
          <p:cNvSpPr txBox="1"/>
          <p:nvPr/>
        </p:nvSpPr>
        <p:spPr>
          <a:xfrm>
            <a:off x="2286001" y="254000"/>
            <a:ext cx="4540025" cy="553998"/>
          </a:xfrm>
          <a:prstGeom prst="rect">
            <a:avLst/>
          </a:prstGeom>
          <a:noFill/>
        </p:spPr>
        <p:txBody>
          <a:bodyPr wrap="none" rtlCol="0">
            <a:spAutoFit/>
          </a:bodyPr>
          <a:lstStyle/>
          <a:p>
            <a:pPr defTabSz="380985" eaLnBrk="1" hangingPunct="1"/>
            <a:r>
              <a:rPr lang="en-US" sz="3000" dirty="0">
                <a:solidFill>
                  <a:srgbClr val="000002"/>
                </a:solidFill>
              </a:rPr>
              <a:t>170 Ma – Middle Jurassic</a:t>
            </a:r>
          </a:p>
        </p:txBody>
      </p:sp>
    </p:spTree>
    <p:extLst>
      <p:ext uri="{BB962C8B-B14F-4D97-AF65-F5344CB8AC3E}">
        <p14:creationId xmlns:p14="http://schemas.microsoft.com/office/powerpoint/2010/main" val="1943449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Fig6.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2986" y="21167"/>
            <a:ext cx="4561514" cy="5715000"/>
          </a:xfrm>
          <a:prstGeom prst="rect">
            <a:avLst/>
          </a:prstGeom>
        </p:spPr>
      </p:pic>
    </p:spTree>
    <p:extLst>
      <p:ext uri="{BB962C8B-B14F-4D97-AF65-F5344CB8AC3E}">
        <p14:creationId xmlns:p14="http://schemas.microsoft.com/office/powerpoint/2010/main" val="1454798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Fig7.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0" y="0"/>
            <a:ext cx="4570833" cy="5715000"/>
          </a:xfrm>
          <a:prstGeom prst="rect">
            <a:avLst/>
          </a:prstGeom>
        </p:spPr>
      </p:pic>
      <p:sp>
        <p:nvSpPr>
          <p:cNvPr id="5" name="Rectangle 4"/>
          <p:cNvSpPr/>
          <p:nvPr/>
        </p:nvSpPr>
        <p:spPr bwMode="auto">
          <a:xfrm>
            <a:off x="4318000" y="1333500"/>
            <a:ext cx="254000" cy="190500"/>
          </a:xfrm>
          <a:prstGeom prst="rect">
            <a:avLst/>
          </a:prstGeom>
          <a:noFill/>
          <a:ln w="38100" cap="flat" cmpd="sng" algn="ctr">
            <a:solidFill>
              <a:schemeClr val="bg1"/>
            </a:solidFill>
            <a:prstDash val="solid"/>
            <a:round/>
            <a:headEnd type="none" w="med" len="med"/>
            <a:tailEnd type="none" w="med" len="med"/>
          </a:ln>
          <a:effectLst/>
        </p:spPr>
        <p:txBody>
          <a:bodyPr vert="horz" wrap="square" lIns="76200" tIns="38100" rIns="76200" bIns="38100" numCol="1" rtlCol="0" anchor="t" anchorCtr="0" compatLnSpc="1">
            <a:prstTxWarp prst="textNoShape">
              <a:avLst/>
            </a:prstTxWarp>
          </a:bodyPr>
          <a:lstStyle/>
          <a:p>
            <a:pPr defTabSz="761970"/>
            <a:endParaRPr lang="en-US" sz="2000">
              <a:solidFill>
                <a:prstClr val="black"/>
              </a:solidFill>
              <a:latin typeface="Arial" pitchFamily="-109" charset="0"/>
            </a:endParaRPr>
          </a:p>
        </p:txBody>
      </p:sp>
      <p:sp>
        <p:nvSpPr>
          <p:cNvPr id="6" name="Rectangle 5"/>
          <p:cNvSpPr/>
          <p:nvPr/>
        </p:nvSpPr>
        <p:spPr bwMode="auto">
          <a:xfrm>
            <a:off x="4318000" y="4191000"/>
            <a:ext cx="254000" cy="190500"/>
          </a:xfrm>
          <a:prstGeom prst="rect">
            <a:avLst/>
          </a:prstGeom>
          <a:noFill/>
          <a:ln w="38100" cap="flat" cmpd="sng" algn="ctr">
            <a:solidFill>
              <a:schemeClr val="bg1"/>
            </a:solidFill>
            <a:prstDash val="solid"/>
            <a:round/>
            <a:headEnd type="none" w="med" len="med"/>
            <a:tailEnd type="none" w="med" len="med"/>
          </a:ln>
          <a:effectLst/>
        </p:spPr>
        <p:txBody>
          <a:bodyPr vert="horz" wrap="square" lIns="76200" tIns="38100" rIns="76200" bIns="38100" numCol="1" rtlCol="0" anchor="t" anchorCtr="0" compatLnSpc="1">
            <a:prstTxWarp prst="textNoShape">
              <a:avLst/>
            </a:prstTxWarp>
          </a:bodyPr>
          <a:lstStyle/>
          <a:p>
            <a:pPr defTabSz="761970"/>
            <a:endParaRPr lang="en-US" sz="2000">
              <a:solidFill>
                <a:prstClr val="black"/>
              </a:solidFill>
              <a:latin typeface="Arial" pitchFamily="-109" charset="0"/>
            </a:endParaRPr>
          </a:p>
        </p:txBody>
      </p:sp>
      <p:sp>
        <p:nvSpPr>
          <p:cNvPr id="3" name="TextBox 2"/>
          <p:cNvSpPr txBox="1"/>
          <p:nvPr/>
        </p:nvSpPr>
        <p:spPr>
          <a:xfrm>
            <a:off x="1397001" y="889000"/>
            <a:ext cx="627095" cy="400110"/>
          </a:xfrm>
          <a:prstGeom prst="rect">
            <a:avLst/>
          </a:prstGeom>
          <a:noFill/>
        </p:spPr>
        <p:txBody>
          <a:bodyPr wrap="none" rtlCol="0">
            <a:spAutoFit/>
          </a:bodyPr>
          <a:lstStyle/>
          <a:p>
            <a:pPr defTabSz="380985" eaLnBrk="1" hangingPunct="1"/>
            <a:r>
              <a:rPr lang="en-US" sz="2000" dirty="0">
                <a:solidFill>
                  <a:srgbClr val="FF0000"/>
                </a:solidFill>
              </a:rPr>
              <a:t>Feb</a:t>
            </a:r>
          </a:p>
        </p:txBody>
      </p:sp>
      <p:sp>
        <p:nvSpPr>
          <p:cNvPr id="7" name="TextBox 6"/>
          <p:cNvSpPr txBox="1"/>
          <p:nvPr/>
        </p:nvSpPr>
        <p:spPr>
          <a:xfrm>
            <a:off x="1397000" y="3746500"/>
            <a:ext cx="641522" cy="400110"/>
          </a:xfrm>
          <a:prstGeom prst="rect">
            <a:avLst/>
          </a:prstGeom>
          <a:noFill/>
        </p:spPr>
        <p:txBody>
          <a:bodyPr wrap="none" rtlCol="0">
            <a:spAutoFit/>
          </a:bodyPr>
          <a:lstStyle/>
          <a:p>
            <a:pPr defTabSz="380985" eaLnBrk="1" hangingPunct="1"/>
            <a:r>
              <a:rPr lang="en-US" sz="2000" dirty="0">
                <a:solidFill>
                  <a:srgbClr val="FF0000"/>
                </a:solidFill>
              </a:rPr>
              <a:t>Aug</a:t>
            </a:r>
          </a:p>
        </p:txBody>
      </p:sp>
    </p:spTree>
    <p:extLst>
      <p:ext uri="{BB962C8B-B14F-4D97-AF65-F5344CB8AC3E}">
        <p14:creationId xmlns:p14="http://schemas.microsoft.com/office/powerpoint/2010/main" val="41727873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FIg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9500" y="0"/>
            <a:ext cx="4570833" cy="5715000"/>
          </a:xfrm>
          <a:prstGeom prst="rect">
            <a:avLst/>
          </a:prstGeom>
        </p:spPr>
      </p:pic>
      <p:sp>
        <p:nvSpPr>
          <p:cNvPr id="4" name="Rectangle 3"/>
          <p:cNvSpPr/>
          <p:nvPr/>
        </p:nvSpPr>
        <p:spPr bwMode="auto">
          <a:xfrm>
            <a:off x="4318000" y="1333500"/>
            <a:ext cx="254000" cy="190500"/>
          </a:xfrm>
          <a:prstGeom prst="rect">
            <a:avLst/>
          </a:prstGeom>
          <a:noFill/>
          <a:ln w="38100" cap="flat" cmpd="sng" algn="ctr">
            <a:solidFill>
              <a:schemeClr val="bg1"/>
            </a:solidFill>
            <a:prstDash val="solid"/>
            <a:round/>
            <a:headEnd type="none" w="med" len="med"/>
            <a:tailEnd type="none" w="med" len="med"/>
          </a:ln>
          <a:effectLst/>
        </p:spPr>
        <p:txBody>
          <a:bodyPr vert="horz" wrap="square" lIns="76200" tIns="38100" rIns="76200" bIns="38100" numCol="1" rtlCol="0" anchor="t" anchorCtr="0" compatLnSpc="1">
            <a:prstTxWarp prst="textNoShape">
              <a:avLst/>
            </a:prstTxWarp>
          </a:bodyPr>
          <a:lstStyle/>
          <a:p>
            <a:pPr defTabSz="761970"/>
            <a:endParaRPr lang="en-US" sz="2000">
              <a:solidFill>
                <a:prstClr val="black"/>
              </a:solidFill>
              <a:latin typeface="Arial" pitchFamily="-109" charset="0"/>
            </a:endParaRPr>
          </a:p>
        </p:txBody>
      </p:sp>
      <p:sp>
        <p:nvSpPr>
          <p:cNvPr id="5" name="Rectangle 4"/>
          <p:cNvSpPr/>
          <p:nvPr/>
        </p:nvSpPr>
        <p:spPr bwMode="auto">
          <a:xfrm>
            <a:off x="4318000" y="4191000"/>
            <a:ext cx="254000" cy="190500"/>
          </a:xfrm>
          <a:prstGeom prst="rect">
            <a:avLst/>
          </a:prstGeom>
          <a:noFill/>
          <a:ln w="38100" cap="flat" cmpd="sng" algn="ctr">
            <a:solidFill>
              <a:schemeClr val="bg1"/>
            </a:solidFill>
            <a:prstDash val="solid"/>
            <a:round/>
            <a:headEnd type="none" w="med" len="med"/>
            <a:tailEnd type="none" w="med" len="med"/>
          </a:ln>
          <a:effectLst/>
        </p:spPr>
        <p:txBody>
          <a:bodyPr vert="horz" wrap="square" lIns="76200" tIns="38100" rIns="76200" bIns="38100" numCol="1" rtlCol="0" anchor="t" anchorCtr="0" compatLnSpc="1">
            <a:prstTxWarp prst="textNoShape">
              <a:avLst/>
            </a:prstTxWarp>
          </a:bodyPr>
          <a:lstStyle/>
          <a:p>
            <a:pPr defTabSz="761970"/>
            <a:endParaRPr lang="en-US" sz="2000" i="1" dirty="0">
              <a:solidFill>
                <a:prstClr val="black"/>
              </a:solidFill>
              <a:latin typeface="Arial" pitchFamily="-109" charset="0"/>
            </a:endParaRPr>
          </a:p>
        </p:txBody>
      </p:sp>
      <p:sp>
        <p:nvSpPr>
          <p:cNvPr id="7" name="TextBox 6"/>
          <p:cNvSpPr txBox="1"/>
          <p:nvPr/>
        </p:nvSpPr>
        <p:spPr>
          <a:xfrm>
            <a:off x="1029275" y="662763"/>
            <a:ext cx="184731" cy="400110"/>
          </a:xfrm>
          <a:prstGeom prst="rect">
            <a:avLst/>
          </a:prstGeom>
          <a:noFill/>
        </p:spPr>
        <p:txBody>
          <a:bodyPr wrap="none" rtlCol="0">
            <a:spAutoFit/>
          </a:bodyPr>
          <a:lstStyle/>
          <a:p>
            <a:pPr defTabSz="380985" eaLnBrk="1" hangingPunct="1"/>
            <a:endParaRPr lang="en-US" sz="2000" dirty="0">
              <a:solidFill>
                <a:prstClr val="black"/>
              </a:solidFill>
            </a:endParaRPr>
          </a:p>
        </p:txBody>
      </p:sp>
      <p:sp>
        <p:nvSpPr>
          <p:cNvPr id="6" name="TextBox 5"/>
          <p:cNvSpPr txBox="1"/>
          <p:nvPr/>
        </p:nvSpPr>
        <p:spPr>
          <a:xfrm>
            <a:off x="1397001" y="889000"/>
            <a:ext cx="627095" cy="400110"/>
          </a:xfrm>
          <a:prstGeom prst="rect">
            <a:avLst/>
          </a:prstGeom>
          <a:noFill/>
        </p:spPr>
        <p:txBody>
          <a:bodyPr wrap="none" rtlCol="0">
            <a:spAutoFit/>
          </a:bodyPr>
          <a:lstStyle/>
          <a:p>
            <a:pPr defTabSz="380985" eaLnBrk="1" hangingPunct="1"/>
            <a:r>
              <a:rPr lang="en-US" sz="2000" dirty="0">
                <a:solidFill>
                  <a:srgbClr val="FF0000"/>
                </a:solidFill>
              </a:rPr>
              <a:t>Feb</a:t>
            </a:r>
          </a:p>
        </p:txBody>
      </p:sp>
      <p:sp>
        <p:nvSpPr>
          <p:cNvPr id="8" name="TextBox 7"/>
          <p:cNvSpPr txBox="1"/>
          <p:nvPr/>
        </p:nvSpPr>
        <p:spPr>
          <a:xfrm>
            <a:off x="1397000" y="3746500"/>
            <a:ext cx="641522" cy="400110"/>
          </a:xfrm>
          <a:prstGeom prst="rect">
            <a:avLst/>
          </a:prstGeom>
          <a:noFill/>
        </p:spPr>
        <p:txBody>
          <a:bodyPr wrap="none" rtlCol="0">
            <a:spAutoFit/>
          </a:bodyPr>
          <a:lstStyle/>
          <a:p>
            <a:pPr defTabSz="380985" eaLnBrk="1" hangingPunct="1"/>
            <a:r>
              <a:rPr lang="en-US" sz="2000" dirty="0">
                <a:solidFill>
                  <a:srgbClr val="FF0000"/>
                </a:solidFill>
              </a:rPr>
              <a:t>Aug</a:t>
            </a:r>
          </a:p>
        </p:txBody>
      </p:sp>
    </p:spTree>
    <p:extLst>
      <p:ext uri="{BB962C8B-B14F-4D97-AF65-F5344CB8AC3E}">
        <p14:creationId xmlns:p14="http://schemas.microsoft.com/office/powerpoint/2010/main" val="20921335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FIg8.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9500" y="0"/>
            <a:ext cx="4570833" cy="5715000"/>
          </a:xfrm>
          <a:prstGeom prst="rect">
            <a:avLst/>
          </a:prstGeom>
        </p:spPr>
      </p:pic>
      <p:sp>
        <p:nvSpPr>
          <p:cNvPr id="4" name="Rectangle 3"/>
          <p:cNvSpPr/>
          <p:nvPr/>
        </p:nvSpPr>
        <p:spPr bwMode="auto">
          <a:xfrm>
            <a:off x="4318000" y="1333500"/>
            <a:ext cx="254000" cy="190500"/>
          </a:xfrm>
          <a:prstGeom prst="rect">
            <a:avLst/>
          </a:prstGeom>
          <a:noFill/>
          <a:ln w="38100" cap="flat" cmpd="sng" algn="ctr">
            <a:solidFill>
              <a:schemeClr val="bg1"/>
            </a:solidFill>
            <a:prstDash val="solid"/>
            <a:round/>
            <a:headEnd type="none" w="med" len="med"/>
            <a:tailEnd type="none" w="med" len="med"/>
          </a:ln>
          <a:effectLst/>
        </p:spPr>
        <p:txBody>
          <a:bodyPr vert="horz" wrap="square" lIns="76200" tIns="38100" rIns="76200" bIns="38100" numCol="1" rtlCol="0" anchor="t" anchorCtr="0" compatLnSpc="1">
            <a:prstTxWarp prst="textNoShape">
              <a:avLst/>
            </a:prstTxWarp>
          </a:bodyPr>
          <a:lstStyle/>
          <a:p>
            <a:pPr defTabSz="761970"/>
            <a:endParaRPr lang="en-US" sz="2000">
              <a:solidFill>
                <a:prstClr val="black"/>
              </a:solidFill>
              <a:latin typeface="Arial" pitchFamily="-109" charset="0"/>
            </a:endParaRPr>
          </a:p>
        </p:txBody>
      </p:sp>
      <p:sp>
        <p:nvSpPr>
          <p:cNvPr id="5" name="Rectangle 4"/>
          <p:cNvSpPr/>
          <p:nvPr/>
        </p:nvSpPr>
        <p:spPr bwMode="auto">
          <a:xfrm>
            <a:off x="4318000" y="4191000"/>
            <a:ext cx="254000" cy="190500"/>
          </a:xfrm>
          <a:prstGeom prst="rect">
            <a:avLst/>
          </a:prstGeom>
          <a:noFill/>
          <a:ln w="38100" cap="flat" cmpd="sng" algn="ctr">
            <a:solidFill>
              <a:schemeClr val="bg1"/>
            </a:solidFill>
            <a:prstDash val="solid"/>
            <a:round/>
            <a:headEnd type="none" w="med" len="med"/>
            <a:tailEnd type="none" w="med" len="med"/>
          </a:ln>
          <a:effectLst/>
        </p:spPr>
        <p:txBody>
          <a:bodyPr vert="horz" wrap="square" lIns="76200" tIns="38100" rIns="76200" bIns="38100" numCol="1" rtlCol="0" anchor="t" anchorCtr="0" compatLnSpc="1">
            <a:prstTxWarp prst="textNoShape">
              <a:avLst/>
            </a:prstTxWarp>
          </a:bodyPr>
          <a:lstStyle/>
          <a:p>
            <a:pPr defTabSz="761970"/>
            <a:endParaRPr lang="en-US" sz="2000" i="1" dirty="0">
              <a:solidFill>
                <a:prstClr val="black"/>
              </a:solidFill>
              <a:latin typeface="Arial" pitchFamily="-109" charset="0"/>
            </a:endParaRPr>
          </a:p>
        </p:txBody>
      </p:sp>
      <p:sp>
        <p:nvSpPr>
          <p:cNvPr id="6" name="TextBox 5"/>
          <p:cNvSpPr txBox="1"/>
          <p:nvPr/>
        </p:nvSpPr>
        <p:spPr>
          <a:xfrm>
            <a:off x="762000" y="889000"/>
            <a:ext cx="1385316" cy="784830"/>
          </a:xfrm>
          <a:prstGeom prst="rect">
            <a:avLst/>
          </a:prstGeom>
          <a:noFill/>
        </p:spPr>
        <p:txBody>
          <a:bodyPr wrap="none" rtlCol="0">
            <a:spAutoFit/>
          </a:bodyPr>
          <a:lstStyle/>
          <a:p>
            <a:pPr defTabSz="380985" eaLnBrk="1" hangingPunct="1"/>
            <a:r>
              <a:rPr lang="en-US" sz="1500" dirty="0" err="1">
                <a:solidFill>
                  <a:srgbClr val="F79646">
                    <a:lumMod val="50000"/>
                  </a:srgbClr>
                </a:solidFill>
              </a:rPr>
              <a:t>Intertropical</a:t>
            </a:r>
            <a:r>
              <a:rPr lang="en-US" sz="1500" dirty="0">
                <a:solidFill>
                  <a:srgbClr val="F79646">
                    <a:lumMod val="50000"/>
                  </a:srgbClr>
                </a:solidFill>
              </a:rPr>
              <a:t> </a:t>
            </a:r>
          </a:p>
          <a:p>
            <a:pPr defTabSz="380985" eaLnBrk="1" hangingPunct="1"/>
            <a:r>
              <a:rPr lang="en-US" sz="1500" dirty="0">
                <a:solidFill>
                  <a:srgbClr val="F79646">
                    <a:lumMod val="50000"/>
                  </a:srgbClr>
                </a:solidFill>
              </a:rPr>
              <a:t>Convergence </a:t>
            </a:r>
          </a:p>
          <a:p>
            <a:pPr defTabSz="380985" eaLnBrk="1" hangingPunct="1"/>
            <a:r>
              <a:rPr lang="en-US" sz="1500" dirty="0">
                <a:solidFill>
                  <a:srgbClr val="F79646">
                    <a:lumMod val="50000"/>
                  </a:srgbClr>
                </a:solidFill>
              </a:rPr>
              <a:t>Zone</a:t>
            </a:r>
          </a:p>
        </p:txBody>
      </p:sp>
      <p:sp>
        <p:nvSpPr>
          <p:cNvPr id="7" name="TextBox 6"/>
          <p:cNvSpPr txBox="1"/>
          <p:nvPr/>
        </p:nvSpPr>
        <p:spPr>
          <a:xfrm>
            <a:off x="1029275" y="662763"/>
            <a:ext cx="184731" cy="400110"/>
          </a:xfrm>
          <a:prstGeom prst="rect">
            <a:avLst/>
          </a:prstGeom>
          <a:noFill/>
        </p:spPr>
        <p:txBody>
          <a:bodyPr wrap="none" rtlCol="0">
            <a:spAutoFit/>
          </a:bodyPr>
          <a:lstStyle/>
          <a:p>
            <a:pPr defTabSz="380985" eaLnBrk="1" hangingPunct="1"/>
            <a:endParaRPr lang="en-US" sz="2000" dirty="0">
              <a:solidFill>
                <a:prstClr val="black"/>
              </a:solidFill>
            </a:endParaRPr>
          </a:p>
        </p:txBody>
      </p:sp>
      <p:sp>
        <p:nvSpPr>
          <p:cNvPr id="8" name="TextBox 7"/>
          <p:cNvSpPr txBox="1"/>
          <p:nvPr/>
        </p:nvSpPr>
        <p:spPr>
          <a:xfrm>
            <a:off x="762001" y="381000"/>
            <a:ext cx="1202573" cy="553998"/>
          </a:xfrm>
          <a:prstGeom prst="rect">
            <a:avLst/>
          </a:prstGeom>
          <a:noFill/>
        </p:spPr>
        <p:txBody>
          <a:bodyPr wrap="none" rtlCol="0">
            <a:spAutoFit/>
          </a:bodyPr>
          <a:lstStyle/>
          <a:p>
            <a:pPr defTabSz="380985" eaLnBrk="1" hangingPunct="1"/>
            <a:r>
              <a:rPr lang="en-US" sz="1500" dirty="0">
                <a:solidFill>
                  <a:srgbClr val="F79646">
                    <a:lumMod val="50000"/>
                  </a:srgbClr>
                </a:solidFill>
              </a:rPr>
              <a:t>Subtropical </a:t>
            </a:r>
          </a:p>
          <a:p>
            <a:pPr defTabSz="380985" eaLnBrk="1" hangingPunct="1"/>
            <a:r>
              <a:rPr lang="en-US" sz="1500" dirty="0">
                <a:solidFill>
                  <a:srgbClr val="F79646">
                    <a:lumMod val="50000"/>
                  </a:srgbClr>
                </a:solidFill>
              </a:rPr>
              <a:t>deserts</a:t>
            </a:r>
          </a:p>
        </p:txBody>
      </p:sp>
      <p:sp>
        <p:nvSpPr>
          <p:cNvPr id="9" name="TextBox 8"/>
          <p:cNvSpPr txBox="1"/>
          <p:nvPr/>
        </p:nvSpPr>
        <p:spPr>
          <a:xfrm>
            <a:off x="762001" y="1651000"/>
            <a:ext cx="1202573" cy="553998"/>
          </a:xfrm>
          <a:prstGeom prst="rect">
            <a:avLst/>
          </a:prstGeom>
          <a:noFill/>
        </p:spPr>
        <p:txBody>
          <a:bodyPr wrap="none" rtlCol="0">
            <a:spAutoFit/>
          </a:bodyPr>
          <a:lstStyle/>
          <a:p>
            <a:pPr defTabSz="380985" eaLnBrk="1" hangingPunct="1"/>
            <a:r>
              <a:rPr lang="en-US" sz="1500" dirty="0">
                <a:solidFill>
                  <a:srgbClr val="F79646">
                    <a:lumMod val="50000"/>
                  </a:srgbClr>
                </a:solidFill>
              </a:rPr>
              <a:t>Subtropical </a:t>
            </a:r>
          </a:p>
          <a:p>
            <a:pPr defTabSz="380985" eaLnBrk="1" hangingPunct="1"/>
            <a:r>
              <a:rPr lang="en-US" sz="1500" dirty="0">
                <a:solidFill>
                  <a:srgbClr val="F79646">
                    <a:lumMod val="50000"/>
                  </a:srgbClr>
                </a:solidFill>
              </a:rPr>
              <a:t>deserts</a:t>
            </a:r>
          </a:p>
        </p:txBody>
      </p:sp>
      <p:sp>
        <p:nvSpPr>
          <p:cNvPr id="10" name="Right Arrow 9"/>
          <p:cNvSpPr/>
          <p:nvPr/>
        </p:nvSpPr>
        <p:spPr bwMode="auto">
          <a:xfrm>
            <a:off x="1587500" y="635000"/>
            <a:ext cx="2540000" cy="254000"/>
          </a:xfrm>
          <a:prstGeom prst="rightArrow">
            <a:avLst/>
          </a:prstGeom>
          <a:solidFill>
            <a:srgbClr val="FF0000"/>
          </a:solidFill>
          <a:ln w="9525" cap="flat" cmpd="sng" algn="ctr">
            <a:noFill/>
            <a:prstDash val="solid"/>
            <a:round/>
            <a:headEnd type="none" w="med" len="med"/>
            <a:tailEnd type="none" w="med" len="med"/>
          </a:ln>
          <a:effectLst/>
        </p:spPr>
        <p:txBody>
          <a:bodyPr vert="horz" wrap="square" lIns="76200" tIns="38100" rIns="76200" bIns="38100" numCol="1" rtlCol="0" anchor="t" anchorCtr="0" compatLnSpc="1">
            <a:prstTxWarp prst="textNoShape">
              <a:avLst/>
            </a:prstTxWarp>
          </a:bodyPr>
          <a:lstStyle/>
          <a:p>
            <a:pPr defTabSz="761970"/>
            <a:endParaRPr lang="en-US" sz="2000">
              <a:solidFill>
                <a:prstClr val="black"/>
              </a:solidFill>
              <a:latin typeface="Arial" pitchFamily="-109" charset="0"/>
            </a:endParaRPr>
          </a:p>
        </p:txBody>
      </p:sp>
      <p:sp>
        <p:nvSpPr>
          <p:cNvPr id="11" name="Right Arrow 10"/>
          <p:cNvSpPr/>
          <p:nvPr/>
        </p:nvSpPr>
        <p:spPr bwMode="auto">
          <a:xfrm>
            <a:off x="2032000" y="1079500"/>
            <a:ext cx="762000" cy="254000"/>
          </a:xfrm>
          <a:prstGeom prst="rightArrow">
            <a:avLst/>
          </a:prstGeom>
          <a:solidFill>
            <a:srgbClr val="FF0000"/>
          </a:solidFill>
          <a:ln w="9525" cap="flat" cmpd="sng" algn="ctr">
            <a:noFill/>
            <a:prstDash val="solid"/>
            <a:round/>
            <a:headEnd type="none" w="med" len="med"/>
            <a:tailEnd type="none" w="med" len="med"/>
          </a:ln>
          <a:effectLst/>
        </p:spPr>
        <p:txBody>
          <a:bodyPr vert="horz" wrap="square" lIns="76200" tIns="38100" rIns="76200" bIns="38100" numCol="1" rtlCol="0" anchor="t" anchorCtr="0" compatLnSpc="1">
            <a:prstTxWarp prst="textNoShape">
              <a:avLst/>
            </a:prstTxWarp>
          </a:bodyPr>
          <a:lstStyle/>
          <a:p>
            <a:pPr defTabSz="761970"/>
            <a:endParaRPr lang="en-US" sz="2000">
              <a:solidFill>
                <a:prstClr val="black"/>
              </a:solidFill>
              <a:latin typeface="Arial" pitchFamily="-109" charset="0"/>
            </a:endParaRPr>
          </a:p>
        </p:txBody>
      </p:sp>
      <p:sp>
        <p:nvSpPr>
          <p:cNvPr id="12" name="Right Arrow 11"/>
          <p:cNvSpPr/>
          <p:nvPr/>
        </p:nvSpPr>
        <p:spPr bwMode="auto">
          <a:xfrm rot="20915740">
            <a:off x="1778038" y="1582112"/>
            <a:ext cx="2540000" cy="254000"/>
          </a:xfrm>
          <a:prstGeom prst="rightArrow">
            <a:avLst/>
          </a:prstGeom>
          <a:solidFill>
            <a:srgbClr val="FF0000"/>
          </a:solidFill>
          <a:ln w="9525" cap="flat" cmpd="sng" algn="ctr">
            <a:noFill/>
            <a:prstDash val="solid"/>
            <a:round/>
            <a:headEnd type="none" w="med" len="med"/>
            <a:tailEnd type="none" w="med" len="med"/>
          </a:ln>
          <a:effectLst/>
        </p:spPr>
        <p:txBody>
          <a:bodyPr vert="horz" wrap="square" lIns="76200" tIns="38100" rIns="76200" bIns="38100" numCol="1" rtlCol="0" anchor="t" anchorCtr="0" compatLnSpc="1">
            <a:prstTxWarp prst="textNoShape">
              <a:avLst/>
            </a:prstTxWarp>
          </a:bodyPr>
          <a:lstStyle/>
          <a:p>
            <a:pPr defTabSz="761970"/>
            <a:endParaRPr lang="en-US" sz="2000">
              <a:solidFill>
                <a:prstClr val="black"/>
              </a:solidFill>
              <a:latin typeface="Arial" pitchFamily="-109" charset="0"/>
            </a:endParaRPr>
          </a:p>
        </p:txBody>
      </p:sp>
      <p:pic>
        <p:nvPicPr>
          <p:cNvPr id="2" name="Picture 1" descr="Sun-clipart-transparent-background-free-clipart-2.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29500" y="952500"/>
            <a:ext cx="762000" cy="763905"/>
          </a:xfrm>
          <a:prstGeom prst="rect">
            <a:avLst/>
          </a:prstGeom>
        </p:spPr>
      </p:pic>
      <p:pic>
        <p:nvPicPr>
          <p:cNvPr id="14" name="Picture 13" descr="Sun-clipart-transparent-background-free-clipart-2.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3000" y="3236595"/>
            <a:ext cx="762000" cy="763905"/>
          </a:xfrm>
          <a:prstGeom prst="rect">
            <a:avLst/>
          </a:prstGeom>
        </p:spPr>
      </p:pic>
      <p:sp>
        <p:nvSpPr>
          <p:cNvPr id="15" name="TextBox 14"/>
          <p:cNvSpPr txBox="1"/>
          <p:nvPr/>
        </p:nvSpPr>
        <p:spPr>
          <a:xfrm>
            <a:off x="7256718" y="317501"/>
            <a:ext cx="1031051" cy="323165"/>
          </a:xfrm>
          <a:prstGeom prst="rect">
            <a:avLst/>
          </a:prstGeom>
          <a:noFill/>
        </p:spPr>
        <p:txBody>
          <a:bodyPr wrap="none" rtlCol="0">
            <a:spAutoFit/>
          </a:bodyPr>
          <a:lstStyle/>
          <a:p>
            <a:pPr defTabSz="380985" eaLnBrk="1" hangingPunct="1"/>
            <a:r>
              <a:rPr lang="en-US" sz="1500" dirty="0">
                <a:solidFill>
                  <a:srgbClr val="F79646">
                    <a:lumMod val="50000"/>
                  </a:srgbClr>
                </a:solidFill>
              </a:rPr>
              <a:t>NH winter</a:t>
            </a:r>
          </a:p>
        </p:txBody>
      </p:sp>
      <p:sp>
        <p:nvSpPr>
          <p:cNvPr id="16" name="TextBox 15"/>
          <p:cNvSpPr txBox="1"/>
          <p:nvPr/>
        </p:nvSpPr>
        <p:spPr>
          <a:xfrm>
            <a:off x="7175501" y="2921001"/>
            <a:ext cx="1212191" cy="323165"/>
          </a:xfrm>
          <a:prstGeom prst="rect">
            <a:avLst/>
          </a:prstGeom>
          <a:noFill/>
        </p:spPr>
        <p:txBody>
          <a:bodyPr wrap="none" rtlCol="0">
            <a:spAutoFit/>
          </a:bodyPr>
          <a:lstStyle/>
          <a:p>
            <a:pPr defTabSz="380985" eaLnBrk="1" hangingPunct="1"/>
            <a:r>
              <a:rPr lang="en-US" sz="1500" dirty="0">
                <a:solidFill>
                  <a:srgbClr val="F79646">
                    <a:lumMod val="50000"/>
                  </a:srgbClr>
                </a:solidFill>
              </a:rPr>
              <a:t>NH summer</a:t>
            </a:r>
          </a:p>
        </p:txBody>
      </p:sp>
      <p:sp>
        <p:nvSpPr>
          <p:cNvPr id="19" name="TextBox 18"/>
          <p:cNvSpPr txBox="1"/>
          <p:nvPr/>
        </p:nvSpPr>
        <p:spPr>
          <a:xfrm>
            <a:off x="7429501" y="571500"/>
            <a:ext cx="627095" cy="400110"/>
          </a:xfrm>
          <a:prstGeom prst="rect">
            <a:avLst/>
          </a:prstGeom>
          <a:noFill/>
        </p:spPr>
        <p:txBody>
          <a:bodyPr wrap="none" rtlCol="0">
            <a:spAutoFit/>
          </a:bodyPr>
          <a:lstStyle/>
          <a:p>
            <a:pPr defTabSz="380985" eaLnBrk="1" hangingPunct="1"/>
            <a:r>
              <a:rPr lang="en-US" sz="2000" dirty="0">
                <a:solidFill>
                  <a:srgbClr val="FF0000"/>
                </a:solidFill>
              </a:rPr>
              <a:t>Feb</a:t>
            </a:r>
          </a:p>
        </p:txBody>
      </p:sp>
      <p:sp>
        <p:nvSpPr>
          <p:cNvPr id="20" name="TextBox 19"/>
          <p:cNvSpPr txBox="1"/>
          <p:nvPr/>
        </p:nvSpPr>
        <p:spPr>
          <a:xfrm>
            <a:off x="7429500" y="4000500"/>
            <a:ext cx="641522" cy="400110"/>
          </a:xfrm>
          <a:prstGeom prst="rect">
            <a:avLst/>
          </a:prstGeom>
          <a:noFill/>
        </p:spPr>
        <p:txBody>
          <a:bodyPr wrap="none" rtlCol="0">
            <a:spAutoFit/>
          </a:bodyPr>
          <a:lstStyle/>
          <a:p>
            <a:pPr defTabSz="380985" eaLnBrk="1" hangingPunct="1"/>
            <a:r>
              <a:rPr lang="en-US" sz="2000" dirty="0">
                <a:solidFill>
                  <a:srgbClr val="FF0000"/>
                </a:solidFill>
              </a:rPr>
              <a:t>Aug</a:t>
            </a:r>
          </a:p>
        </p:txBody>
      </p:sp>
    </p:spTree>
    <p:extLst>
      <p:ext uri="{BB962C8B-B14F-4D97-AF65-F5344CB8AC3E}">
        <p14:creationId xmlns:p14="http://schemas.microsoft.com/office/powerpoint/2010/main" val="2191423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Fig10.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500" y="-1968500"/>
            <a:ext cx="6985000" cy="9884657"/>
          </a:xfrm>
          <a:prstGeom prst="rect">
            <a:avLst/>
          </a:prstGeom>
        </p:spPr>
      </p:pic>
    </p:spTree>
    <p:extLst>
      <p:ext uri="{BB962C8B-B14F-4D97-AF65-F5344CB8AC3E}">
        <p14:creationId xmlns:p14="http://schemas.microsoft.com/office/powerpoint/2010/main" val="927028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descr="Fig1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114300"/>
            <a:ext cx="7620000" cy="4763717"/>
          </a:xfrm>
          <a:prstGeom prst="rect">
            <a:avLst/>
          </a:prstGeom>
        </p:spPr>
      </p:pic>
      <p:sp>
        <p:nvSpPr>
          <p:cNvPr id="5" name="Right Arrow 4"/>
          <p:cNvSpPr/>
          <p:nvPr/>
        </p:nvSpPr>
        <p:spPr bwMode="auto">
          <a:xfrm rot="11449243">
            <a:off x="2350762" y="1429968"/>
            <a:ext cx="2540000" cy="254000"/>
          </a:xfrm>
          <a:prstGeom prst="rightArrow">
            <a:avLst/>
          </a:prstGeom>
          <a:solidFill>
            <a:srgbClr val="FF0000"/>
          </a:solidFill>
          <a:ln w="9525" cap="flat" cmpd="sng" algn="ctr">
            <a:noFill/>
            <a:prstDash val="solid"/>
            <a:round/>
            <a:headEnd type="none" w="med" len="med"/>
            <a:tailEnd type="none" w="med" len="med"/>
          </a:ln>
          <a:effectLst/>
        </p:spPr>
        <p:txBody>
          <a:bodyPr vert="horz" wrap="square" lIns="76200" tIns="38100" rIns="76200" bIns="38100" numCol="1" rtlCol="0" anchor="t" anchorCtr="0" compatLnSpc="1">
            <a:prstTxWarp prst="textNoShape">
              <a:avLst/>
            </a:prstTxWarp>
          </a:bodyPr>
          <a:lstStyle/>
          <a:p>
            <a:pPr defTabSz="761970"/>
            <a:endParaRPr lang="en-US" sz="2000">
              <a:solidFill>
                <a:prstClr val="black"/>
              </a:solidFill>
              <a:latin typeface="Arial" pitchFamily="-109" charset="0"/>
            </a:endParaRPr>
          </a:p>
        </p:txBody>
      </p:sp>
      <p:sp>
        <p:nvSpPr>
          <p:cNvPr id="3" name="TextBox 2"/>
          <p:cNvSpPr txBox="1"/>
          <p:nvPr/>
        </p:nvSpPr>
        <p:spPr>
          <a:xfrm>
            <a:off x="4826000" y="1574800"/>
            <a:ext cx="2021707" cy="707886"/>
          </a:xfrm>
          <a:prstGeom prst="rect">
            <a:avLst/>
          </a:prstGeom>
          <a:noFill/>
        </p:spPr>
        <p:txBody>
          <a:bodyPr wrap="none" rtlCol="0">
            <a:spAutoFit/>
          </a:bodyPr>
          <a:lstStyle/>
          <a:p>
            <a:pPr defTabSz="380985" eaLnBrk="1" hangingPunct="1"/>
            <a:r>
              <a:rPr lang="en-US" sz="2000" dirty="0">
                <a:solidFill>
                  <a:srgbClr val="FF0000"/>
                </a:solidFill>
              </a:rPr>
              <a:t>12 months</a:t>
            </a:r>
          </a:p>
          <a:p>
            <a:pPr defTabSz="380985" eaLnBrk="1" hangingPunct="1"/>
            <a:r>
              <a:rPr lang="en-US" sz="2000" dirty="0">
                <a:solidFill>
                  <a:srgbClr val="FF0000"/>
                </a:solidFill>
              </a:rPr>
              <a:t>21% of variance</a:t>
            </a:r>
          </a:p>
        </p:txBody>
      </p:sp>
      <p:sp>
        <p:nvSpPr>
          <p:cNvPr id="4" name="TextBox 3">
            <a:extLst>
              <a:ext uri="{FF2B5EF4-FFF2-40B4-BE49-F238E27FC236}">
                <a16:creationId xmlns:a16="http://schemas.microsoft.com/office/drawing/2014/main" id="{E3A57190-AE6A-9D45-B9D3-BE9D9CF5348E}"/>
              </a:ext>
            </a:extLst>
          </p:cNvPr>
          <p:cNvSpPr txBox="1"/>
          <p:nvPr/>
        </p:nvSpPr>
        <p:spPr>
          <a:xfrm>
            <a:off x="533400" y="4878017"/>
            <a:ext cx="8443337" cy="646331"/>
          </a:xfrm>
          <a:prstGeom prst="rect">
            <a:avLst/>
          </a:prstGeom>
          <a:noFill/>
        </p:spPr>
        <p:txBody>
          <a:bodyPr wrap="none" rtlCol="0">
            <a:spAutoFit/>
          </a:bodyPr>
          <a:lstStyle/>
          <a:p>
            <a:r>
              <a:rPr lang="en-US" sz="1800" dirty="0"/>
              <a:t>Fourier analysis breaks down the power in the periods from the time series of the</a:t>
            </a:r>
          </a:p>
          <a:p>
            <a:r>
              <a:rPr lang="en-US" sz="1800" dirty="0"/>
              <a:t>daily precipitation over the basin. </a:t>
            </a:r>
          </a:p>
        </p:txBody>
      </p:sp>
    </p:spTree>
    <p:extLst>
      <p:ext uri="{BB962C8B-B14F-4D97-AF65-F5344CB8AC3E}">
        <p14:creationId xmlns:p14="http://schemas.microsoft.com/office/powerpoint/2010/main" val="13131404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DC22092-8B7C-9B44-B54A-412F63D59434}"/>
              </a:ext>
            </a:extLst>
          </p:cNvPr>
          <p:cNvPicPr>
            <a:picLocks noChangeAspect="1"/>
          </p:cNvPicPr>
          <p:nvPr/>
        </p:nvPicPr>
        <p:blipFill>
          <a:blip r:embed="rId3"/>
          <a:stretch>
            <a:fillRect/>
          </a:stretch>
        </p:blipFill>
        <p:spPr>
          <a:xfrm>
            <a:off x="749300" y="2292949"/>
            <a:ext cx="7620000" cy="3430518"/>
          </a:xfrm>
          <a:prstGeom prst="rect">
            <a:avLst/>
          </a:prstGeom>
        </p:spPr>
      </p:pic>
      <p:pic>
        <p:nvPicPr>
          <p:cNvPr id="6" name="Picture 5">
            <a:extLst>
              <a:ext uri="{FF2B5EF4-FFF2-40B4-BE49-F238E27FC236}">
                <a16:creationId xmlns:a16="http://schemas.microsoft.com/office/drawing/2014/main" id="{4A4E54D8-DAC7-E742-B592-4B63AA392C9A}"/>
              </a:ext>
            </a:extLst>
          </p:cNvPr>
          <p:cNvPicPr>
            <a:picLocks noChangeAspect="1"/>
          </p:cNvPicPr>
          <p:nvPr/>
        </p:nvPicPr>
        <p:blipFill>
          <a:blip r:embed="rId4"/>
          <a:stretch>
            <a:fillRect/>
          </a:stretch>
        </p:blipFill>
        <p:spPr>
          <a:xfrm>
            <a:off x="749300" y="-21167"/>
            <a:ext cx="1743259" cy="2314115"/>
          </a:xfrm>
          <a:prstGeom prst="rect">
            <a:avLst/>
          </a:prstGeom>
        </p:spPr>
      </p:pic>
      <p:pic>
        <p:nvPicPr>
          <p:cNvPr id="8" name="Picture 7">
            <a:extLst>
              <a:ext uri="{FF2B5EF4-FFF2-40B4-BE49-F238E27FC236}">
                <a16:creationId xmlns:a16="http://schemas.microsoft.com/office/drawing/2014/main" id="{ED7ECFC7-E9FE-BB4F-9C8F-7C583ED192FA}"/>
              </a:ext>
            </a:extLst>
          </p:cNvPr>
          <p:cNvPicPr>
            <a:picLocks noChangeAspect="1"/>
          </p:cNvPicPr>
          <p:nvPr/>
        </p:nvPicPr>
        <p:blipFill>
          <a:blip r:embed="rId5"/>
          <a:stretch>
            <a:fillRect/>
          </a:stretch>
        </p:blipFill>
        <p:spPr>
          <a:xfrm>
            <a:off x="3810000" y="889000"/>
            <a:ext cx="3376083" cy="358523"/>
          </a:xfrm>
          <a:prstGeom prst="rect">
            <a:avLst/>
          </a:prstGeom>
        </p:spPr>
      </p:pic>
    </p:spTree>
    <p:extLst>
      <p:ext uri="{BB962C8B-B14F-4D97-AF65-F5344CB8AC3E}">
        <p14:creationId xmlns:p14="http://schemas.microsoft.com/office/powerpoint/2010/main" val="6303665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54E2A"/>
        </a:solidFill>
        <a:effectLst/>
      </p:bgPr>
    </p:bg>
    <p:spTree>
      <p:nvGrpSpPr>
        <p:cNvPr id="1" name=""/>
        <p:cNvGrpSpPr/>
        <p:nvPr/>
      </p:nvGrpSpPr>
      <p:grpSpPr>
        <a:xfrm>
          <a:off x="0" y="0"/>
          <a:ext cx="0" cy="0"/>
          <a:chOff x="0" y="0"/>
          <a:chExt cx="0" cy="0"/>
        </a:xfrm>
      </p:grpSpPr>
      <p:sp>
        <p:nvSpPr>
          <p:cNvPr id="126978" name="Rectangle 2"/>
          <p:cNvSpPr>
            <a:spLocks noGrp="1" noChangeArrowheads="1"/>
          </p:cNvSpPr>
          <p:nvPr>
            <p:ph type="ctrTitle"/>
          </p:nvPr>
        </p:nvSpPr>
        <p:spPr>
          <a:xfrm>
            <a:off x="762000" y="127000"/>
            <a:ext cx="7620000" cy="698500"/>
          </a:xfrm>
        </p:spPr>
        <p:txBody>
          <a:bodyPr/>
          <a:lstStyle/>
          <a:p>
            <a:pPr>
              <a:defRPr/>
            </a:pPr>
            <a:r>
              <a:rPr lang="en-US" sz="3000" dirty="0">
                <a:solidFill>
                  <a:srgbClr val="FFFF00"/>
                </a:solidFill>
                <a:effectLst>
                  <a:outerShdw blurRad="38100" dist="38100" dir="2700000" algn="tl">
                    <a:srgbClr val="000000"/>
                  </a:outerShdw>
                </a:effectLst>
                <a:latin typeface="Helvetica"/>
                <a:cs typeface="Helvetica"/>
              </a:rPr>
              <a:t>Example 2: Snowball Earth at 2.4 Ga</a:t>
            </a:r>
          </a:p>
        </p:txBody>
      </p:sp>
      <p:pic>
        <p:nvPicPr>
          <p:cNvPr id="5" name="Picture 4">
            <a:extLst>
              <a:ext uri="{FF2B5EF4-FFF2-40B4-BE49-F238E27FC236}">
                <a16:creationId xmlns:a16="http://schemas.microsoft.com/office/drawing/2014/main" id="{F3FD3AD6-A812-5448-AA43-933254C168CD}"/>
              </a:ext>
            </a:extLst>
          </p:cNvPr>
          <p:cNvPicPr>
            <a:picLocks noChangeAspect="1"/>
          </p:cNvPicPr>
          <p:nvPr/>
        </p:nvPicPr>
        <p:blipFill>
          <a:blip r:embed="rId3"/>
          <a:stretch>
            <a:fillRect/>
          </a:stretch>
        </p:blipFill>
        <p:spPr>
          <a:xfrm>
            <a:off x="762000" y="2667000"/>
            <a:ext cx="7620000" cy="2210000"/>
          </a:xfrm>
          <a:prstGeom prst="rect">
            <a:avLst/>
          </a:prstGeom>
        </p:spPr>
      </p:pic>
      <p:pic>
        <p:nvPicPr>
          <p:cNvPr id="7" name="Picture 6">
            <a:extLst>
              <a:ext uri="{FF2B5EF4-FFF2-40B4-BE49-F238E27FC236}">
                <a16:creationId xmlns:a16="http://schemas.microsoft.com/office/drawing/2014/main" id="{8CD4F570-3A58-A947-B228-8B970B85EF91}"/>
              </a:ext>
            </a:extLst>
          </p:cNvPr>
          <p:cNvPicPr>
            <a:picLocks noChangeAspect="1"/>
          </p:cNvPicPr>
          <p:nvPr/>
        </p:nvPicPr>
        <p:blipFill>
          <a:blip r:embed="rId4"/>
          <a:stretch>
            <a:fillRect/>
          </a:stretch>
        </p:blipFill>
        <p:spPr>
          <a:xfrm>
            <a:off x="766233" y="1333500"/>
            <a:ext cx="7620000" cy="1231976"/>
          </a:xfrm>
          <a:prstGeom prst="rect">
            <a:avLst/>
          </a:prstGeom>
        </p:spPr>
      </p:pic>
    </p:spTree>
    <p:extLst>
      <p:ext uri="{BB962C8B-B14F-4D97-AF65-F5344CB8AC3E}">
        <p14:creationId xmlns:p14="http://schemas.microsoft.com/office/powerpoint/2010/main" val="41794286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37D12AD-E488-5641-9592-DA010414B702}"/>
              </a:ext>
            </a:extLst>
          </p:cNvPr>
          <p:cNvSpPr txBox="1">
            <a:spLocks noChangeArrowheads="1"/>
          </p:cNvSpPr>
          <p:nvPr/>
        </p:nvSpPr>
        <p:spPr bwMode="auto">
          <a:xfrm>
            <a:off x="762000" y="127000"/>
            <a:ext cx="7620000" cy="698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76200" tIns="38100" rIns="76200" bIns="3810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pitchFamily="-109" charset="-128"/>
                <a:cs typeface="ＭＳ Ｐゴシック" pitchFamily="-109" charset="-128"/>
              </a:defRPr>
            </a:lvl1pPr>
            <a:lvl2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2pPr>
            <a:lvl3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3pPr>
            <a:lvl4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4pPr>
            <a:lvl5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5pPr>
            <a:lvl6pPr marL="457200" algn="ctr" rtl="0" eaLnBrk="0" fontAlgn="base" hangingPunct="0">
              <a:spcBef>
                <a:spcPct val="0"/>
              </a:spcBef>
              <a:spcAft>
                <a:spcPct val="0"/>
              </a:spcAft>
              <a:defRPr sz="4400">
                <a:solidFill>
                  <a:schemeClr val="tx2"/>
                </a:solidFill>
                <a:latin typeface="Arial" pitchFamily="-109" charset="0"/>
              </a:defRPr>
            </a:lvl6pPr>
            <a:lvl7pPr marL="914400" algn="ctr" rtl="0" eaLnBrk="0" fontAlgn="base" hangingPunct="0">
              <a:spcBef>
                <a:spcPct val="0"/>
              </a:spcBef>
              <a:spcAft>
                <a:spcPct val="0"/>
              </a:spcAft>
              <a:defRPr sz="4400">
                <a:solidFill>
                  <a:schemeClr val="tx2"/>
                </a:solidFill>
                <a:latin typeface="Arial" pitchFamily="-109" charset="0"/>
              </a:defRPr>
            </a:lvl7pPr>
            <a:lvl8pPr marL="1371600" algn="ctr" rtl="0" eaLnBrk="0" fontAlgn="base" hangingPunct="0">
              <a:spcBef>
                <a:spcPct val="0"/>
              </a:spcBef>
              <a:spcAft>
                <a:spcPct val="0"/>
              </a:spcAft>
              <a:defRPr sz="4400">
                <a:solidFill>
                  <a:schemeClr val="tx2"/>
                </a:solidFill>
                <a:latin typeface="Arial" pitchFamily="-109" charset="0"/>
              </a:defRPr>
            </a:lvl8pPr>
            <a:lvl9pPr marL="1828800" algn="ctr" rtl="0" eaLnBrk="0" fontAlgn="base" hangingPunct="0">
              <a:spcBef>
                <a:spcPct val="0"/>
              </a:spcBef>
              <a:spcAft>
                <a:spcPct val="0"/>
              </a:spcAft>
              <a:defRPr sz="4400">
                <a:solidFill>
                  <a:schemeClr val="tx2"/>
                </a:solidFill>
                <a:latin typeface="Arial" pitchFamily="-109" charset="0"/>
              </a:defRPr>
            </a:lvl9pPr>
          </a:lstStyle>
          <a:p>
            <a:pPr defTabSz="380985">
              <a:defRPr/>
            </a:pPr>
            <a:r>
              <a:rPr lang="en-US" sz="3000" b="1" kern="0" dirty="0" err="1">
                <a:solidFill>
                  <a:srgbClr val="FFFF00"/>
                </a:solidFill>
                <a:latin typeface="Helvetica"/>
                <a:ea typeface="ＭＳ Ｐゴシック" charset="0"/>
                <a:cs typeface="Helvetica"/>
              </a:rPr>
              <a:t>Kenorland</a:t>
            </a:r>
            <a:r>
              <a:rPr lang="en-US" sz="3000" b="1" kern="0" dirty="0">
                <a:solidFill>
                  <a:srgbClr val="FFFF00"/>
                </a:solidFill>
                <a:latin typeface="Helvetica"/>
                <a:ea typeface="ＭＳ Ｐゴシック" charset="0"/>
                <a:cs typeface="Helvetica"/>
              </a:rPr>
              <a:t> (2.7–2.4 Ga)</a:t>
            </a:r>
          </a:p>
        </p:txBody>
      </p:sp>
      <p:pic>
        <p:nvPicPr>
          <p:cNvPr id="6" name="Picture 5">
            <a:extLst>
              <a:ext uri="{FF2B5EF4-FFF2-40B4-BE49-F238E27FC236}">
                <a16:creationId xmlns:a16="http://schemas.microsoft.com/office/drawing/2014/main" id="{B09A5C87-5E54-4B44-843B-D9583476E243}"/>
              </a:ext>
            </a:extLst>
          </p:cNvPr>
          <p:cNvPicPr>
            <a:picLocks noChangeAspect="1"/>
          </p:cNvPicPr>
          <p:nvPr/>
        </p:nvPicPr>
        <p:blipFill>
          <a:blip r:embed="rId3"/>
          <a:stretch>
            <a:fillRect/>
          </a:stretch>
        </p:blipFill>
        <p:spPr>
          <a:xfrm>
            <a:off x="5438987" y="1587500"/>
            <a:ext cx="2885863" cy="2159000"/>
          </a:xfrm>
          <a:prstGeom prst="rect">
            <a:avLst/>
          </a:prstGeom>
        </p:spPr>
      </p:pic>
      <p:pic>
        <p:nvPicPr>
          <p:cNvPr id="10" name="Picture 9">
            <a:extLst>
              <a:ext uri="{FF2B5EF4-FFF2-40B4-BE49-F238E27FC236}">
                <a16:creationId xmlns:a16="http://schemas.microsoft.com/office/drawing/2014/main" id="{46ACC183-89C4-F74E-B44E-7BF5AE10F831}"/>
              </a:ext>
            </a:extLst>
          </p:cNvPr>
          <p:cNvPicPr>
            <a:picLocks noChangeAspect="1"/>
          </p:cNvPicPr>
          <p:nvPr/>
        </p:nvPicPr>
        <p:blipFill>
          <a:blip r:embed="rId4"/>
          <a:stretch>
            <a:fillRect/>
          </a:stretch>
        </p:blipFill>
        <p:spPr>
          <a:xfrm>
            <a:off x="781707" y="1333500"/>
            <a:ext cx="2378185" cy="3175000"/>
          </a:xfrm>
          <a:prstGeom prst="rect">
            <a:avLst/>
          </a:prstGeom>
        </p:spPr>
      </p:pic>
      <p:pic>
        <p:nvPicPr>
          <p:cNvPr id="12" name="Picture 11">
            <a:extLst>
              <a:ext uri="{FF2B5EF4-FFF2-40B4-BE49-F238E27FC236}">
                <a16:creationId xmlns:a16="http://schemas.microsoft.com/office/drawing/2014/main" id="{ABC04B55-92AA-2744-8910-3CAD48CE1334}"/>
              </a:ext>
            </a:extLst>
          </p:cNvPr>
          <p:cNvPicPr>
            <a:picLocks noChangeAspect="1"/>
          </p:cNvPicPr>
          <p:nvPr/>
        </p:nvPicPr>
        <p:blipFill>
          <a:blip r:embed="rId5"/>
          <a:stretch>
            <a:fillRect/>
          </a:stretch>
        </p:blipFill>
        <p:spPr>
          <a:xfrm>
            <a:off x="3146753" y="1333500"/>
            <a:ext cx="2381250" cy="3175000"/>
          </a:xfrm>
          <a:prstGeom prst="rect">
            <a:avLst/>
          </a:prstGeom>
        </p:spPr>
      </p:pic>
    </p:spTree>
    <p:extLst>
      <p:ext uri="{BB962C8B-B14F-4D97-AF65-F5344CB8AC3E}">
        <p14:creationId xmlns:p14="http://schemas.microsoft.com/office/powerpoint/2010/main" val="15021515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F322FE-A1CF-884C-B599-70A79F7E20F9}"/>
              </a:ext>
            </a:extLst>
          </p:cNvPr>
          <p:cNvPicPr>
            <a:picLocks noChangeAspect="1"/>
          </p:cNvPicPr>
          <p:nvPr/>
        </p:nvPicPr>
        <p:blipFill>
          <a:blip r:embed="rId3"/>
          <a:stretch>
            <a:fillRect/>
          </a:stretch>
        </p:blipFill>
        <p:spPr>
          <a:xfrm>
            <a:off x="1016000" y="0"/>
            <a:ext cx="7085263" cy="5715000"/>
          </a:xfrm>
          <a:prstGeom prst="rect">
            <a:avLst/>
          </a:prstGeom>
        </p:spPr>
      </p:pic>
    </p:spTree>
    <p:extLst>
      <p:ext uri="{BB962C8B-B14F-4D97-AF65-F5344CB8AC3E}">
        <p14:creationId xmlns:p14="http://schemas.microsoft.com/office/powerpoint/2010/main" val="16501847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DC1457-D7B0-1542-B316-035E50F0ED62}"/>
              </a:ext>
            </a:extLst>
          </p:cNvPr>
          <p:cNvPicPr>
            <a:picLocks noChangeAspect="1"/>
          </p:cNvPicPr>
          <p:nvPr/>
        </p:nvPicPr>
        <p:blipFill>
          <a:blip r:embed="rId2"/>
          <a:stretch>
            <a:fillRect/>
          </a:stretch>
        </p:blipFill>
        <p:spPr>
          <a:xfrm>
            <a:off x="716953" y="98620"/>
            <a:ext cx="7620000" cy="5620115"/>
          </a:xfrm>
          <a:prstGeom prst="rect">
            <a:avLst/>
          </a:prstGeom>
        </p:spPr>
      </p:pic>
      <p:sp>
        <p:nvSpPr>
          <p:cNvPr id="4" name="TextBox 3">
            <a:extLst>
              <a:ext uri="{FF2B5EF4-FFF2-40B4-BE49-F238E27FC236}">
                <a16:creationId xmlns:a16="http://schemas.microsoft.com/office/drawing/2014/main" id="{C09E3267-8F6C-DA4E-B848-3DC202A73A49}"/>
              </a:ext>
            </a:extLst>
          </p:cNvPr>
          <p:cNvSpPr txBox="1"/>
          <p:nvPr/>
        </p:nvSpPr>
        <p:spPr>
          <a:xfrm>
            <a:off x="6629400" y="888937"/>
            <a:ext cx="2036135" cy="1938992"/>
          </a:xfrm>
          <a:prstGeom prst="rect">
            <a:avLst/>
          </a:prstGeom>
          <a:noFill/>
        </p:spPr>
        <p:txBody>
          <a:bodyPr wrap="none" rtlCol="0">
            <a:spAutoFit/>
          </a:bodyPr>
          <a:lstStyle/>
          <a:p>
            <a:pPr defTabSz="761970">
              <a:defRPr/>
            </a:pPr>
            <a:r>
              <a:rPr lang="en-US" sz="2000" dirty="0">
                <a:solidFill>
                  <a:srgbClr val="002060"/>
                </a:solidFill>
                <a:latin typeface="Arial" charset="0"/>
                <a:ea typeface="ＭＳ Ｐゴシック" charset="0"/>
              </a:rPr>
              <a:t>Snowball Earth </a:t>
            </a:r>
          </a:p>
          <a:p>
            <a:pPr defTabSz="761970">
              <a:defRPr/>
            </a:pPr>
            <a:r>
              <a:rPr lang="en-US" sz="2000" dirty="0">
                <a:solidFill>
                  <a:srgbClr val="002060"/>
                </a:solidFill>
                <a:latin typeface="Arial" charset="0"/>
                <a:ea typeface="ＭＳ Ｐゴシック" charset="0"/>
              </a:rPr>
              <a:t>can occur at </a:t>
            </a:r>
          </a:p>
          <a:p>
            <a:pPr defTabSz="761970">
              <a:defRPr/>
            </a:pPr>
            <a:r>
              <a:rPr lang="en-US" sz="2000" dirty="0">
                <a:solidFill>
                  <a:srgbClr val="002060"/>
                </a:solidFill>
                <a:latin typeface="Arial" charset="0"/>
                <a:ea typeface="ＭＳ Ｐゴシック" charset="0"/>
              </a:rPr>
              <a:t>higher methane </a:t>
            </a:r>
          </a:p>
          <a:p>
            <a:pPr defTabSz="761970">
              <a:defRPr/>
            </a:pPr>
            <a:r>
              <a:rPr lang="en-US" sz="2000" dirty="0">
                <a:solidFill>
                  <a:srgbClr val="002060"/>
                </a:solidFill>
                <a:latin typeface="Arial" charset="0"/>
                <a:ea typeface="ＭＳ Ｐゴシック" charset="0"/>
              </a:rPr>
              <a:t>concentrations</a:t>
            </a:r>
          </a:p>
          <a:p>
            <a:pPr defTabSz="761970">
              <a:defRPr/>
            </a:pPr>
            <a:r>
              <a:rPr lang="en-US" sz="2000" dirty="0">
                <a:solidFill>
                  <a:srgbClr val="002060"/>
                </a:solidFill>
                <a:latin typeface="Arial" charset="0"/>
                <a:ea typeface="ＭＳ Ｐゴシック" charset="0"/>
              </a:rPr>
              <a:t>due to latitudes</a:t>
            </a:r>
          </a:p>
          <a:p>
            <a:pPr defTabSz="761970">
              <a:defRPr/>
            </a:pPr>
            <a:r>
              <a:rPr lang="en-US" sz="2000" dirty="0">
                <a:solidFill>
                  <a:srgbClr val="002060"/>
                </a:solidFill>
                <a:latin typeface="Arial" charset="0"/>
                <a:ea typeface="ＭＳ Ｐゴシック" charset="0"/>
              </a:rPr>
              <a:t>of mountains.</a:t>
            </a:r>
          </a:p>
        </p:txBody>
      </p:sp>
      <p:cxnSp>
        <p:nvCxnSpPr>
          <p:cNvPr id="7" name="Straight Arrow Connector 6">
            <a:extLst>
              <a:ext uri="{FF2B5EF4-FFF2-40B4-BE49-F238E27FC236}">
                <a16:creationId xmlns:a16="http://schemas.microsoft.com/office/drawing/2014/main" id="{1EF65044-E623-3044-BDF0-6055494005CC}"/>
              </a:ext>
            </a:extLst>
          </p:cNvPr>
          <p:cNvCxnSpPr>
            <a:cxnSpLocks/>
          </p:cNvCxnSpPr>
          <p:nvPr/>
        </p:nvCxnSpPr>
        <p:spPr bwMode="auto">
          <a:xfrm flipH="1">
            <a:off x="5207000" y="2730500"/>
            <a:ext cx="1270000" cy="0"/>
          </a:xfrm>
          <a:prstGeom prst="straightConnector1">
            <a:avLst/>
          </a:prstGeom>
          <a:solidFill>
            <a:schemeClr val="accent1"/>
          </a:solidFill>
          <a:ln w="76200" cap="flat" cmpd="sng" algn="ctr">
            <a:solidFill>
              <a:srgbClr val="FF0000"/>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E01BC48A-4A82-A74D-9B87-BC0C46642132}"/>
              </a:ext>
            </a:extLst>
          </p:cNvPr>
          <p:cNvCxnSpPr>
            <a:cxnSpLocks/>
          </p:cNvCxnSpPr>
          <p:nvPr/>
        </p:nvCxnSpPr>
        <p:spPr bwMode="auto">
          <a:xfrm flipH="1">
            <a:off x="5207000" y="2159000"/>
            <a:ext cx="1270000" cy="0"/>
          </a:xfrm>
          <a:prstGeom prst="straightConnector1">
            <a:avLst/>
          </a:prstGeom>
          <a:solidFill>
            <a:schemeClr val="accent1"/>
          </a:solidFill>
          <a:ln w="76200" cap="flat" cmpd="sng" algn="ctr">
            <a:solidFill>
              <a:srgbClr val="FF0000"/>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27F73102-4794-B246-8701-79CCB54831DD}"/>
              </a:ext>
            </a:extLst>
          </p:cNvPr>
          <p:cNvCxnSpPr>
            <a:cxnSpLocks/>
          </p:cNvCxnSpPr>
          <p:nvPr/>
        </p:nvCxnSpPr>
        <p:spPr bwMode="auto">
          <a:xfrm flipH="1">
            <a:off x="5207000" y="1016000"/>
            <a:ext cx="1270000" cy="0"/>
          </a:xfrm>
          <a:prstGeom prst="straightConnector1">
            <a:avLst/>
          </a:prstGeom>
          <a:solidFill>
            <a:schemeClr val="accent1"/>
          </a:solidFill>
          <a:ln w="76200" cap="flat" cmpd="sng" algn="ctr">
            <a:solidFill>
              <a:srgbClr val="FF0000"/>
            </a:solidFill>
            <a:prstDash val="solid"/>
            <a:round/>
            <a:headEnd type="none" w="med" len="med"/>
            <a:tailEnd type="triangle"/>
          </a:ln>
          <a:effectLst/>
        </p:spPr>
      </p:cxnSp>
      <p:sp>
        <p:nvSpPr>
          <p:cNvPr id="2" name="TextBox 1">
            <a:extLst>
              <a:ext uri="{FF2B5EF4-FFF2-40B4-BE49-F238E27FC236}">
                <a16:creationId xmlns:a16="http://schemas.microsoft.com/office/drawing/2014/main" id="{3DF27B2A-7666-3D4E-8997-10442F5EBFFC}"/>
              </a:ext>
            </a:extLst>
          </p:cNvPr>
          <p:cNvSpPr txBox="1"/>
          <p:nvPr/>
        </p:nvSpPr>
        <p:spPr>
          <a:xfrm>
            <a:off x="2542264" y="4797872"/>
            <a:ext cx="2501006" cy="297454"/>
          </a:xfrm>
          <a:prstGeom prst="rect">
            <a:avLst/>
          </a:prstGeom>
          <a:solidFill>
            <a:schemeClr val="bg1"/>
          </a:solidFill>
        </p:spPr>
        <p:txBody>
          <a:bodyPr wrap="none" rtlCol="0">
            <a:spAutoFit/>
          </a:bodyPr>
          <a:lstStyle/>
          <a:p>
            <a:pPr defTabSz="761970"/>
            <a:r>
              <a:rPr lang="en-US" sz="1333" dirty="0">
                <a:solidFill>
                  <a:srgbClr val="000000"/>
                </a:solidFill>
                <a:latin typeface="Arial" charset="0"/>
                <a:ea typeface="ＭＳ Ｐゴシック" charset="0"/>
              </a:rPr>
              <a:t>methane concentration (</a:t>
            </a:r>
            <a:r>
              <a:rPr lang="en-US" sz="1333" dirty="0" err="1">
                <a:solidFill>
                  <a:srgbClr val="000000"/>
                </a:solidFill>
                <a:latin typeface="Arial" charset="0"/>
                <a:ea typeface="ＭＳ Ｐゴシック" charset="0"/>
              </a:rPr>
              <a:t>ppmv</a:t>
            </a:r>
            <a:r>
              <a:rPr lang="en-US" sz="1333" dirty="0">
                <a:solidFill>
                  <a:srgbClr val="000000"/>
                </a:solidFill>
                <a:latin typeface="Arial" charset="0"/>
                <a:ea typeface="ＭＳ Ｐゴシック" charset="0"/>
              </a:rPr>
              <a:t>)</a:t>
            </a:r>
          </a:p>
        </p:txBody>
      </p:sp>
      <p:sp>
        <p:nvSpPr>
          <p:cNvPr id="8" name="TextBox 7">
            <a:extLst>
              <a:ext uri="{FF2B5EF4-FFF2-40B4-BE49-F238E27FC236}">
                <a16:creationId xmlns:a16="http://schemas.microsoft.com/office/drawing/2014/main" id="{F82A2C4A-6D02-AA41-B3D0-B7756FFC7423}"/>
              </a:ext>
            </a:extLst>
          </p:cNvPr>
          <p:cNvSpPr txBox="1"/>
          <p:nvPr/>
        </p:nvSpPr>
        <p:spPr>
          <a:xfrm>
            <a:off x="952500" y="874936"/>
            <a:ext cx="423012" cy="297454"/>
          </a:xfrm>
          <a:prstGeom prst="rect">
            <a:avLst/>
          </a:prstGeom>
          <a:solidFill>
            <a:schemeClr val="bg1"/>
          </a:solidFill>
        </p:spPr>
        <p:txBody>
          <a:bodyPr wrap="square" rtlCol="0">
            <a:spAutoFit/>
          </a:bodyPr>
          <a:lstStyle/>
          <a:p>
            <a:pPr defTabSz="761970"/>
            <a:r>
              <a:rPr lang="en-US" sz="1333" dirty="0">
                <a:solidFill>
                  <a:srgbClr val="000000"/>
                </a:solidFill>
                <a:latin typeface="Arial" charset="0"/>
                <a:ea typeface="ＭＳ Ｐゴシック" charset="0"/>
              </a:rPr>
              <a:t>M0</a:t>
            </a:r>
          </a:p>
        </p:txBody>
      </p:sp>
      <p:sp>
        <p:nvSpPr>
          <p:cNvPr id="11" name="TextBox 10">
            <a:extLst>
              <a:ext uri="{FF2B5EF4-FFF2-40B4-BE49-F238E27FC236}">
                <a16:creationId xmlns:a16="http://schemas.microsoft.com/office/drawing/2014/main" id="{8C156C18-CF54-744D-AC66-CC6DF8AFA2C1}"/>
              </a:ext>
            </a:extLst>
          </p:cNvPr>
          <p:cNvSpPr txBox="1"/>
          <p:nvPr/>
        </p:nvSpPr>
        <p:spPr>
          <a:xfrm>
            <a:off x="889000" y="1397000"/>
            <a:ext cx="516488" cy="297454"/>
          </a:xfrm>
          <a:prstGeom prst="rect">
            <a:avLst/>
          </a:prstGeom>
          <a:solidFill>
            <a:schemeClr val="bg1"/>
          </a:solidFill>
        </p:spPr>
        <p:txBody>
          <a:bodyPr wrap="none" rtlCol="0">
            <a:spAutoFit/>
          </a:bodyPr>
          <a:lstStyle/>
          <a:p>
            <a:pPr defTabSz="761970"/>
            <a:r>
              <a:rPr lang="en-US" sz="1333" dirty="0">
                <a:solidFill>
                  <a:srgbClr val="000000"/>
                </a:solidFill>
                <a:latin typeface="Arial" charset="0"/>
                <a:ea typeface="ＭＳ Ｐゴシック" charset="0"/>
              </a:rPr>
              <a:t>M10</a:t>
            </a:r>
          </a:p>
        </p:txBody>
      </p:sp>
      <p:sp>
        <p:nvSpPr>
          <p:cNvPr id="12" name="TextBox 11">
            <a:extLst>
              <a:ext uri="{FF2B5EF4-FFF2-40B4-BE49-F238E27FC236}">
                <a16:creationId xmlns:a16="http://schemas.microsoft.com/office/drawing/2014/main" id="{9E3FDEE0-476B-1642-B9AC-9B57476A75D8}"/>
              </a:ext>
            </a:extLst>
          </p:cNvPr>
          <p:cNvSpPr txBox="1"/>
          <p:nvPr/>
        </p:nvSpPr>
        <p:spPr>
          <a:xfrm>
            <a:off x="889000" y="1963738"/>
            <a:ext cx="516488" cy="297454"/>
          </a:xfrm>
          <a:prstGeom prst="rect">
            <a:avLst/>
          </a:prstGeom>
          <a:solidFill>
            <a:schemeClr val="bg1"/>
          </a:solidFill>
        </p:spPr>
        <p:txBody>
          <a:bodyPr wrap="none" rtlCol="0">
            <a:spAutoFit/>
          </a:bodyPr>
          <a:lstStyle/>
          <a:p>
            <a:pPr defTabSz="761970"/>
            <a:r>
              <a:rPr lang="en-US" sz="1333" dirty="0">
                <a:solidFill>
                  <a:srgbClr val="000000"/>
                </a:solidFill>
                <a:latin typeface="Arial" charset="0"/>
                <a:ea typeface="ＭＳ Ｐゴシック" charset="0"/>
              </a:rPr>
              <a:t>M20</a:t>
            </a:r>
          </a:p>
        </p:txBody>
      </p:sp>
      <p:sp>
        <p:nvSpPr>
          <p:cNvPr id="13" name="TextBox 12">
            <a:extLst>
              <a:ext uri="{FF2B5EF4-FFF2-40B4-BE49-F238E27FC236}">
                <a16:creationId xmlns:a16="http://schemas.microsoft.com/office/drawing/2014/main" id="{50FF9332-72D1-3C42-B06E-CD2FA1AE0323}"/>
              </a:ext>
            </a:extLst>
          </p:cNvPr>
          <p:cNvSpPr txBox="1"/>
          <p:nvPr/>
        </p:nvSpPr>
        <p:spPr>
          <a:xfrm>
            <a:off x="889000" y="2530475"/>
            <a:ext cx="516488" cy="297454"/>
          </a:xfrm>
          <a:prstGeom prst="rect">
            <a:avLst/>
          </a:prstGeom>
          <a:solidFill>
            <a:schemeClr val="bg1"/>
          </a:solidFill>
        </p:spPr>
        <p:txBody>
          <a:bodyPr wrap="none" rtlCol="0">
            <a:spAutoFit/>
          </a:bodyPr>
          <a:lstStyle/>
          <a:p>
            <a:pPr defTabSz="761970"/>
            <a:r>
              <a:rPr lang="en-US" sz="1333" dirty="0">
                <a:solidFill>
                  <a:srgbClr val="000000"/>
                </a:solidFill>
                <a:latin typeface="Arial" charset="0"/>
                <a:ea typeface="ＭＳ Ｐゴシック" charset="0"/>
              </a:rPr>
              <a:t>M30</a:t>
            </a:r>
          </a:p>
        </p:txBody>
      </p:sp>
      <p:sp>
        <p:nvSpPr>
          <p:cNvPr id="14" name="TextBox 13">
            <a:extLst>
              <a:ext uri="{FF2B5EF4-FFF2-40B4-BE49-F238E27FC236}">
                <a16:creationId xmlns:a16="http://schemas.microsoft.com/office/drawing/2014/main" id="{04501178-6BD6-D640-BAA3-DDE5EF58CD89}"/>
              </a:ext>
            </a:extLst>
          </p:cNvPr>
          <p:cNvSpPr txBox="1"/>
          <p:nvPr/>
        </p:nvSpPr>
        <p:spPr>
          <a:xfrm>
            <a:off x="889000" y="3097213"/>
            <a:ext cx="516488" cy="297454"/>
          </a:xfrm>
          <a:prstGeom prst="rect">
            <a:avLst/>
          </a:prstGeom>
          <a:solidFill>
            <a:schemeClr val="bg1"/>
          </a:solidFill>
        </p:spPr>
        <p:txBody>
          <a:bodyPr wrap="none" rtlCol="0">
            <a:spAutoFit/>
          </a:bodyPr>
          <a:lstStyle/>
          <a:p>
            <a:pPr defTabSz="761970"/>
            <a:r>
              <a:rPr lang="en-US" sz="1333" dirty="0">
                <a:solidFill>
                  <a:srgbClr val="000000"/>
                </a:solidFill>
                <a:latin typeface="Arial" charset="0"/>
                <a:ea typeface="ＭＳ Ｐゴシック" charset="0"/>
              </a:rPr>
              <a:t>M40</a:t>
            </a:r>
          </a:p>
        </p:txBody>
      </p:sp>
      <p:sp>
        <p:nvSpPr>
          <p:cNvPr id="15" name="TextBox 14">
            <a:extLst>
              <a:ext uri="{FF2B5EF4-FFF2-40B4-BE49-F238E27FC236}">
                <a16:creationId xmlns:a16="http://schemas.microsoft.com/office/drawing/2014/main" id="{E3C2DB04-6C15-1844-8C38-6D1B53E0822A}"/>
              </a:ext>
            </a:extLst>
          </p:cNvPr>
          <p:cNvSpPr txBox="1"/>
          <p:nvPr/>
        </p:nvSpPr>
        <p:spPr>
          <a:xfrm>
            <a:off x="886679" y="3700172"/>
            <a:ext cx="516488" cy="297454"/>
          </a:xfrm>
          <a:prstGeom prst="rect">
            <a:avLst/>
          </a:prstGeom>
          <a:solidFill>
            <a:schemeClr val="bg1"/>
          </a:solidFill>
        </p:spPr>
        <p:txBody>
          <a:bodyPr wrap="none" rtlCol="0">
            <a:spAutoFit/>
          </a:bodyPr>
          <a:lstStyle/>
          <a:p>
            <a:pPr defTabSz="761970"/>
            <a:r>
              <a:rPr lang="en-US" sz="1333" dirty="0">
                <a:solidFill>
                  <a:srgbClr val="000000"/>
                </a:solidFill>
                <a:latin typeface="Arial" charset="0"/>
                <a:ea typeface="ＭＳ Ｐゴシック" charset="0"/>
              </a:rPr>
              <a:t>M50</a:t>
            </a:r>
          </a:p>
        </p:txBody>
      </p:sp>
      <p:sp>
        <p:nvSpPr>
          <p:cNvPr id="16" name="TextBox 15">
            <a:extLst>
              <a:ext uri="{FF2B5EF4-FFF2-40B4-BE49-F238E27FC236}">
                <a16:creationId xmlns:a16="http://schemas.microsoft.com/office/drawing/2014/main" id="{10EE23FD-159F-0B4D-AA5D-77334EC8B570}"/>
              </a:ext>
            </a:extLst>
          </p:cNvPr>
          <p:cNvSpPr txBox="1"/>
          <p:nvPr/>
        </p:nvSpPr>
        <p:spPr>
          <a:xfrm>
            <a:off x="814545" y="4249513"/>
            <a:ext cx="588751" cy="297454"/>
          </a:xfrm>
          <a:prstGeom prst="rect">
            <a:avLst/>
          </a:prstGeom>
          <a:solidFill>
            <a:schemeClr val="bg1"/>
          </a:solidFill>
        </p:spPr>
        <p:txBody>
          <a:bodyPr wrap="none" rtlCol="0">
            <a:spAutoFit/>
          </a:bodyPr>
          <a:lstStyle/>
          <a:p>
            <a:pPr defTabSz="761970"/>
            <a:r>
              <a:rPr lang="en-US" sz="1333" dirty="0">
                <a:solidFill>
                  <a:srgbClr val="000000"/>
                </a:solidFill>
                <a:latin typeface="Arial" charset="0"/>
                <a:ea typeface="ＭＳ Ｐゴシック" charset="0"/>
              </a:rPr>
              <a:t>FLAT</a:t>
            </a:r>
          </a:p>
        </p:txBody>
      </p:sp>
    </p:spTree>
    <p:extLst>
      <p:ext uri="{BB962C8B-B14F-4D97-AF65-F5344CB8AC3E}">
        <p14:creationId xmlns:p14="http://schemas.microsoft.com/office/powerpoint/2010/main" val="27969359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DC1457-D7B0-1542-B316-035E50F0ED62}"/>
              </a:ext>
            </a:extLst>
          </p:cNvPr>
          <p:cNvPicPr>
            <a:picLocks noChangeAspect="1"/>
          </p:cNvPicPr>
          <p:nvPr/>
        </p:nvPicPr>
        <p:blipFill>
          <a:blip r:embed="rId2"/>
          <a:stretch>
            <a:fillRect/>
          </a:stretch>
        </p:blipFill>
        <p:spPr>
          <a:xfrm>
            <a:off x="716953" y="98620"/>
            <a:ext cx="7620000" cy="5620115"/>
          </a:xfrm>
          <a:prstGeom prst="rect">
            <a:avLst/>
          </a:prstGeom>
        </p:spPr>
      </p:pic>
      <p:sp>
        <p:nvSpPr>
          <p:cNvPr id="8" name="Rectangle 7">
            <a:extLst>
              <a:ext uri="{FF2B5EF4-FFF2-40B4-BE49-F238E27FC236}">
                <a16:creationId xmlns:a16="http://schemas.microsoft.com/office/drawing/2014/main" id="{20D2C693-3898-504A-90F0-2629971986CA}"/>
              </a:ext>
            </a:extLst>
          </p:cNvPr>
          <p:cNvSpPr/>
          <p:nvPr/>
        </p:nvSpPr>
        <p:spPr>
          <a:xfrm>
            <a:off x="2857500" y="2413000"/>
            <a:ext cx="580760" cy="1206500"/>
          </a:xfrm>
          <a:prstGeom prst="rect">
            <a:avLst/>
          </a:prstGeom>
          <a:noFill/>
          <a:ln w="1270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69121" tIns="34561" rIns="69121" bIns="34561" anchor="ctr"/>
          <a:lstStyle/>
          <a:p>
            <a:pPr algn="ctr" defTabSz="761970">
              <a:defRPr/>
            </a:pPr>
            <a:endParaRPr lang="en-GB" sz="2000">
              <a:solidFill>
                <a:srgbClr val="FFFFFF"/>
              </a:solidFill>
              <a:latin typeface="Arial"/>
              <a:ea typeface="ＭＳ Ｐゴシック"/>
            </a:endParaRPr>
          </a:p>
        </p:txBody>
      </p:sp>
    </p:spTree>
    <p:extLst>
      <p:ext uri="{BB962C8B-B14F-4D97-AF65-F5344CB8AC3E}">
        <p14:creationId xmlns:p14="http://schemas.microsoft.com/office/powerpoint/2010/main" val="23189609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3FAB8CB-CD99-C14E-8B8A-0136E653D006}"/>
              </a:ext>
            </a:extLst>
          </p:cNvPr>
          <p:cNvPicPr>
            <a:picLocks noChangeAspect="1"/>
          </p:cNvPicPr>
          <p:nvPr/>
        </p:nvPicPr>
        <p:blipFill>
          <a:blip r:embed="rId2"/>
          <a:stretch>
            <a:fillRect/>
          </a:stretch>
        </p:blipFill>
        <p:spPr>
          <a:xfrm>
            <a:off x="778934" y="0"/>
            <a:ext cx="4524119" cy="5715000"/>
          </a:xfrm>
          <a:prstGeom prst="rect">
            <a:avLst/>
          </a:prstGeom>
        </p:spPr>
      </p:pic>
      <p:sp>
        <p:nvSpPr>
          <p:cNvPr id="5" name="Rectangle 2">
            <a:extLst>
              <a:ext uri="{FF2B5EF4-FFF2-40B4-BE49-F238E27FC236}">
                <a16:creationId xmlns:a16="http://schemas.microsoft.com/office/drawing/2014/main" id="{B2CCB72E-94E9-6A48-BF3F-904491709FA0}"/>
              </a:ext>
            </a:extLst>
          </p:cNvPr>
          <p:cNvSpPr txBox="1">
            <a:spLocks noChangeArrowheads="1"/>
          </p:cNvSpPr>
          <p:nvPr/>
        </p:nvSpPr>
        <p:spPr bwMode="auto">
          <a:xfrm>
            <a:off x="5282664" y="190500"/>
            <a:ext cx="3238500" cy="23495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76200" tIns="38100" rIns="76200" bIns="3810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pitchFamily="-109" charset="-128"/>
                <a:cs typeface="ＭＳ Ｐゴシック" pitchFamily="-109" charset="-128"/>
              </a:defRPr>
            </a:lvl1pPr>
            <a:lvl2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2pPr>
            <a:lvl3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3pPr>
            <a:lvl4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4pPr>
            <a:lvl5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5pPr>
            <a:lvl6pPr marL="457200" algn="ctr" rtl="0" eaLnBrk="0" fontAlgn="base" hangingPunct="0">
              <a:spcBef>
                <a:spcPct val="0"/>
              </a:spcBef>
              <a:spcAft>
                <a:spcPct val="0"/>
              </a:spcAft>
              <a:defRPr sz="4400">
                <a:solidFill>
                  <a:schemeClr val="tx2"/>
                </a:solidFill>
                <a:latin typeface="Arial" pitchFamily="-109" charset="0"/>
              </a:defRPr>
            </a:lvl6pPr>
            <a:lvl7pPr marL="914400" algn="ctr" rtl="0" eaLnBrk="0" fontAlgn="base" hangingPunct="0">
              <a:spcBef>
                <a:spcPct val="0"/>
              </a:spcBef>
              <a:spcAft>
                <a:spcPct val="0"/>
              </a:spcAft>
              <a:defRPr sz="4400">
                <a:solidFill>
                  <a:schemeClr val="tx2"/>
                </a:solidFill>
                <a:latin typeface="Arial" pitchFamily="-109" charset="0"/>
              </a:defRPr>
            </a:lvl7pPr>
            <a:lvl8pPr marL="1371600" algn="ctr" rtl="0" eaLnBrk="0" fontAlgn="base" hangingPunct="0">
              <a:spcBef>
                <a:spcPct val="0"/>
              </a:spcBef>
              <a:spcAft>
                <a:spcPct val="0"/>
              </a:spcAft>
              <a:defRPr sz="4400">
                <a:solidFill>
                  <a:schemeClr val="tx2"/>
                </a:solidFill>
                <a:latin typeface="Arial" pitchFamily="-109" charset="0"/>
              </a:defRPr>
            </a:lvl8pPr>
            <a:lvl9pPr marL="1828800" algn="ctr" rtl="0" eaLnBrk="0" fontAlgn="base" hangingPunct="0">
              <a:spcBef>
                <a:spcPct val="0"/>
              </a:spcBef>
              <a:spcAft>
                <a:spcPct val="0"/>
              </a:spcAft>
              <a:defRPr sz="4400">
                <a:solidFill>
                  <a:schemeClr val="tx2"/>
                </a:solidFill>
                <a:latin typeface="Arial" pitchFamily="-109" charset="0"/>
              </a:defRPr>
            </a:lvl9pPr>
          </a:lstStyle>
          <a:p>
            <a:pPr algn="l" defTabSz="761970">
              <a:defRPr/>
            </a:pPr>
            <a:r>
              <a:rPr lang="en-US" sz="2333" kern="0" dirty="0">
                <a:solidFill>
                  <a:srgbClr val="FF0000"/>
                </a:solidFill>
                <a:latin typeface="Helvetica"/>
                <a:ea typeface="ＭＳ Ｐゴシック" charset="0"/>
                <a:cs typeface="Helvetica"/>
              </a:rPr>
              <a:t>Even in these very coarse simulations, collapse to Snowball Earth happens quickly (within decades). </a:t>
            </a:r>
          </a:p>
        </p:txBody>
      </p:sp>
      <p:sp>
        <p:nvSpPr>
          <p:cNvPr id="6" name="Rectangle 2">
            <a:extLst>
              <a:ext uri="{FF2B5EF4-FFF2-40B4-BE49-F238E27FC236}">
                <a16:creationId xmlns:a16="http://schemas.microsoft.com/office/drawing/2014/main" id="{62956337-9330-CE41-A5DB-BCF15BB27C6D}"/>
              </a:ext>
            </a:extLst>
          </p:cNvPr>
          <p:cNvSpPr txBox="1">
            <a:spLocks noChangeArrowheads="1"/>
          </p:cNvSpPr>
          <p:nvPr/>
        </p:nvSpPr>
        <p:spPr bwMode="auto">
          <a:xfrm>
            <a:off x="5141310" y="3937000"/>
            <a:ext cx="3238500" cy="104446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76200" tIns="38100" rIns="76200" bIns="3810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pitchFamily="-109" charset="-128"/>
                <a:cs typeface="ＭＳ Ｐゴシック" pitchFamily="-109" charset="-128"/>
              </a:defRPr>
            </a:lvl1pPr>
            <a:lvl2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2pPr>
            <a:lvl3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3pPr>
            <a:lvl4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4pPr>
            <a:lvl5pPr algn="ctr" rtl="0" eaLnBrk="0" fontAlgn="base" hangingPunct="0">
              <a:spcBef>
                <a:spcPct val="0"/>
              </a:spcBef>
              <a:spcAft>
                <a:spcPct val="0"/>
              </a:spcAft>
              <a:defRPr sz="4400">
                <a:solidFill>
                  <a:schemeClr val="tx2"/>
                </a:solidFill>
                <a:latin typeface="Arial" pitchFamily="-109" charset="0"/>
                <a:ea typeface="ＭＳ Ｐゴシック" pitchFamily="-109" charset="-128"/>
                <a:cs typeface="ＭＳ Ｐゴシック" pitchFamily="-109" charset="-128"/>
              </a:defRPr>
            </a:lvl5pPr>
            <a:lvl6pPr marL="457200" algn="ctr" rtl="0" eaLnBrk="0" fontAlgn="base" hangingPunct="0">
              <a:spcBef>
                <a:spcPct val="0"/>
              </a:spcBef>
              <a:spcAft>
                <a:spcPct val="0"/>
              </a:spcAft>
              <a:defRPr sz="4400">
                <a:solidFill>
                  <a:schemeClr val="tx2"/>
                </a:solidFill>
                <a:latin typeface="Arial" pitchFamily="-109" charset="0"/>
              </a:defRPr>
            </a:lvl6pPr>
            <a:lvl7pPr marL="914400" algn="ctr" rtl="0" eaLnBrk="0" fontAlgn="base" hangingPunct="0">
              <a:spcBef>
                <a:spcPct val="0"/>
              </a:spcBef>
              <a:spcAft>
                <a:spcPct val="0"/>
              </a:spcAft>
              <a:defRPr sz="4400">
                <a:solidFill>
                  <a:schemeClr val="tx2"/>
                </a:solidFill>
                <a:latin typeface="Arial" pitchFamily="-109" charset="0"/>
              </a:defRPr>
            </a:lvl7pPr>
            <a:lvl8pPr marL="1371600" algn="ctr" rtl="0" eaLnBrk="0" fontAlgn="base" hangingPunct="0">
              <a:spcBef>
                <a:spcPct val="0"/>
              </a:spcBef>
              <a:spcAft>
                <a:spcPct val="0"/>
              </a:spcAft>
              <a:defRPr sz="4400">
                <a:solidFill>
                  <a:schemeClr val="tx2"/>
                </a:solidFill>
                <a:latin typeface="Arial" pitchFamily="-109" charset="0"/>
              </a:defRPr>
            </a:lvl8pPr>
            <a:lvl9pPr marL="1828800" algn="ctr" rtl="0" eaLnBrk="0" fontAlgn="base" hangingPunct="0">
              <a:spcBef>
                <a:spcPct val="0"/>
              </a:spcBef>
              <a:spcAft>
                <a:spcPct val="0"/>
              </a:spcAft>
              <a:defRPr sz="4400">
                <a:solidFill>
                  <a:schemeClr val="tx2"/>
                </a:solidFill>
                <a:latin typeface="Arial" pitchFamily="-109" charset="0"/>
              </a:defRPr>
            </a:lvl9pPr>
          </a:lstStyle>
          <a:p>
            <a:pPr algn="l" defTabSz="761970">
              <a:defRPr/>
            </a:pPr>
            <a:r>
              <a:rPr lang="en-US" sz="1667" kern="0" dirty="0">
                <a:solidFill>
                  <a:srgbClr val="002060"/>
                </a:solidFill>
                <a:latin typeface="Helvetica"/>
                <a:ea typeface="ＭＳ Ｐゴシック" charset="0"/>
                <a:cs typeface="Helvetica"/>
              </a:rPr>
              <a:t>Each line represents the July average every 10 years into the simulation.</a:t>
            </a:r>
          </a:p>
        </p:txBody>
      </p:sp>
      <p:pic>
        <p:nvPicPr>
          <p:cNvPr id="3" name="Picture 2">
            <a:extLst>
              <a:ext uri="{FF2B5EF4-FFF2-40B4-BE49-F238E27FC236}">
                <a16:creationId xmlns:a16="http://schemas.microsoft.com/office/drawing/2014/main" id="{ED64905F-082C-DB47-B105-54C387BCDB4D}"/>
              </a:ext>
            </a:extLst>
          </p:cNvPr>
          <p:cNvPicPr>
            <a:picLocks noChangeAspect="1"/>
          </p:cNvPicPr>
          <p:nvPr/>
        </p:nvPicPr>
        <p:blipFill>
          <a:blip r:embed="rId3"/>
          <a:stretch>
            <a:fillRect/>
          </a:stretch>
        </p:blipFill>
        <p:spPr>
          <a:xfrm>
            <a:off x="1523032" y="1546412"/>
            <a:ext cx="1112921" cy="285750"/>
          </a:xfrm>
          <a:prstGeom prst="rect">
            <a:avLst/>
          </a:prstGeom>
        </p:spPr>
      </p:pic>
      <p:pic>
        <p:nvPicPr>
          <p:cNvPr id="8" name="Picture 7">
            <a:extLst>
              <a:ext uri="{FF2B5EF4-FFF2-40B4-BE49-F238E27FC236}">
                <a16:creationId xmlns:a16="http://schemas.microsoft.com/office/drawing/2014/main" id="{CFEEEBB6-67CF-B747-90DB-10CD5BA07076}"/>
              </a:ext>
            </a:extLst>
          </p:cNvPr>
          <p:cNvPicPr>
            <a:picLocks noChangeAspect="1"/>
          </p:cNvPicPr>
          <p:nvPr/>
        </p:nvPicPr>
        <p:blipFill>
          <a:blip r:embed="rId4"/>
          <a:stretch>
            <a:fillRect/>
          </a:stretch>
        </p:blipFill>
        <p:spPr>
          <a:xfrm>
            <a:off x="3120510" y="1567579"/>
            <a:ext cx="1284432" cy="264583"/>
          </a:xfrm>
          <a:prstGeom prst="rect">
            <a:avLst/>
          </a:prstGeom>
        </p:spPr>
      </p:pic>
      <p:sp>
        <p:nvSpPr>
          <p:cNvPr id="9" name="TextBox 8">
            <a:extLst>
              <a:ext uri="{FF2B5EF4-FFF2-40B4-BE49-F238E27FC236}">
                <a16:creationId xmlns:a16="http://schemas.microsoft.com/office/drawing/2014/main" id="{5C89F2BD-6BEA-1648-AC20-B91EC254915D}"/>
              </a:ext>
            </a:extLst>
          </p:cNvPr>
          <p:cNvSpPr txBox="1"/>
          <p:nvPr/>
        </p:nvSpPr>
        <p:spPr>
          <a:xfrm>
            <a:off x="1096099" y="317500"/>
            <a:ext cx="403187" cy="400110"/>
          </a:xfrm>
          <a:prstGeom prst="rect">
            <a:avLst/>
          </a:prstGeom>
          <a:noFill/>
        </p:spPr>
        <p:txBody>
          <a:bodyPr wrap="none" rtlCol="0">
            <a:spAutoFit/>
          </a:bodyPr>
          <a:lstStyle/>
          <a:p>
            <a:pPr defTabSz="761970"/>
            <a:r>
              <a:rPr lang="en-US" sz="2000" i="1" dirty="0" err="1">
                <a:solidFill>
                  <a:srgbClr val="000000"/>
                </a:solidFill>
                <a:latin typeface="Arial" charset="0"/>
                <a:ea typeface="ＭＳ Ｐゴシック" charset="0"/>
              </a:rPr>
              <a:t>T</a:t>
            </a:r>
            <a:r>
              <a:rPr lang="en-US" sz="2000" i="1" baseline="-25000" dirty="0" err="1">
                <a:solidFill>
                  <a:srgbClr val="000000"/>
                </a:solidFill>
                <a:latin typeface="Arial" charset="0"/>
                <a:ea typeface="ＭＳ Ｐゴシック" charset="0"/>
              </a:rPr>
              <a:t>s</a:t>
            </a:r>
            <a:endParaRPr lang="en-US" sz="2000" i="1" baseline="-25000" dirty="0">
              <a:solidFill>
                <a:srgbClr val="000000"/>
              </a:solidFill>
              <a:latin typeface="Arial" charset="0"/>
              <a:ea typeface="ＭＳ Ｐゴシック" charset="0"/>
            </a:endParaRPr>
          </a:p>
        </p:txBody>
      </p:sp>
      <p:sp>
        <p:nvSpPr>
          <p:cNvPr id="10" name="TextBox 9">
            <a:extLst>
              <a:ext uri="{FF2B5EF4-FFF2-40B4-BE49-F238E27FC236}">
                <a16:creationId xmlns:a16="http://schemas.microsoft.com/office/drawing/2014/main" id="{FF0AD6F2-5065-BF4B-A264-219F311A2B7C}"/>
              </a:ext>
            </a:extLst>
          </p:cNvPr>
          <p:cNvSpPr txBox="1"/>
          <p:nvPr/>
        </p:nvSpPr>
        <p:spPr>
          <a:xfrm>
            <a:off x="1096099" y="1905000"/>
            <a:ext cx="883575" cy="400110"/>
          </a:xfrm>
          <a:prstGeom prst="rect">
            <a:avLst/>
          </a:prstGeom>
          <a:noFill/>
        </p:spPr>
        <p:txBody>
          <a:bodyPr wrap="none" rtlCol="0">
            <a:spAutoFit/>
          </a:bodyPr>
          <a:lstStyle/>
          <a:p>
            <a:pPr defTabSz="761970"/>
            <a:r>
              <a:rPr lang="en-US" sz="2000" dirty="0" err="1">
                <a:solidFill>
                  <a:srgbClr val="000000"/>
                </a:solidFill>
                <a:latin typeface="Arial" charset="0"/>
                <a:ea typeface="ＭＳ Ｐゴシック" charset="0"/>
              </a:rPr>
              <a:t>precip</a:t>
            </a:r>
            <a:endParaRPr lang="en-US" sz="2000" baseline="-25000" dirty="0">
              <a:solidFill>
                <a:srgbClr val="000000"/>
              </a:solidFill>
              <a:latin typeface="Arial" charset="0"/>
              <a:ea typeface="ＭＳ Ｐゴシック" charset="0"/>
            </a:endParaRPr>
          </a:p>
        </p:txBody>
      </p:sp>
      <p:sp>
        <p:nvSpPr>
          <p:cNvPr id="11" name="TextBox 10">
            <a:extLst>
              <a:ext uri="{FF2B5EF4-FFF2-40B4-BE49-F238E27FC236}">
                <a16:creationId xmlns:a16="http://schemas.microsoft.com/office/drawing/2014/main" id="{F4F0609F-E7C9-B144-BE6E-8E37EC4DCE9C}"/>
              </a:ext>
            </a:extLst>
          </p:cNvPr>
          <p:cNvSpPr txBox="1"/>
          <p:nvPr/>
        </p:nvSpPr>
        <p:spPr>
          <a:xfrm>
            <a:off x="1107305" y="3553205"/>
            <a:ext cx="784189" cy="400110"/>
          </a:xfrm>
          <a:prstGeom prst="rect">
            <a:avLst/>
          </a:prstGeom>
          <a:noFill/>
        </p:spPr>
        <p:txBody>
          <a:bodyPr wrap="none" rtlCol="0">
            <a:spAutoFit/>
          </a:bodyPr>
          <a:lstStyle/>
          <a:p>
            <a:pPr defTabSz="761970"/>
            <a:r>
              <a:rPr lang="en-US" sz="2000" dirty="0">
                <a:solidFill>
                  <a:srgbClr val="000000"/>
                </a:solidFill>
                <a:latin typeface="Arial" charset="0"/>
                <a:ea typeface="ＭＳ Ｐゴシック" charset="0"/>
              </a:rPr>
              <a:t>snow</a:t>
            </a:r>
            <a:endParaRPr lang="en-US" sz="2000" baseline="-25000" dirty="0">
              <a:solidFill>
                <a:srgbClr val="000000"/>
              </a:solidFill>
              <a:latin typeface="Arial" charset="0"/>
              <a:ea typeface="ＭＳ Ｐゴシック" charset="0"/>
            </a:endParaRPr>
          </a:p>
        </p:txBody>
      </p:sp>
      <p:pic>
        <p:nvPicPr>
          <p:cNvPr id="14" name="Picture 13">
            <a:extLst>
              <a:ext uri="{FF2B5EF4-FFF2-40B4-BE49-F238E27FC236}">
                <a16:creationId xmlns:a16="http://schemas.microsoft.com/office/drawing/2014/main" id="{61760E0E-794E-FB4A-83DE-9814DF61AEF5}"/>
              </a:ext>
            </a:extLst>
          </p:cNvPr>
          <p:cNvPicPr>
            <a:picLocks noChangeAspect="1"/>
          </p:cNvPicPr>
          <p:nvPr/>
        </p:nvPicPr>
        <p:blipFill>
          <a:blip r:embed="rId5"/>
          <a:stretch>
            <a:fillRect/>
          </a:stretch>
        </p:blipFill>
        <p:spPr>
          <a:xfrm>
            <a:off x="4446937" y="952500"/>
            <a:ext cx="650189" cy="3365500"/>
          </a:xfrm>
          <a:prstGeom prst="rect">
            <a:avLst/>
          </a:prstGeom>
        </p:spPr>
      </p:pic>
    </p:spTree>
    <p:extLst>
      <p:ext uri="{BB962C8B-B14F-4D97-AF65-F5344CB8AC3E}">
        <p14:creationId xmlns:p14="http://schemas.microsoft.com/office/powerpoint/2010/main" val="22846219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F322FE-A1CF-884C-B599-70A79F7E20F9}"/>
              </a:ext>
            </a:extLst>
          </p:cNvPr>
          <p:cNvPicPr>
            <a:picLocks noChangeAspect="1"/>
          </p:cNvPicPr>
          <p:nvPr/>
        </p:nvPicPr>
        <p:blipFill>
          <a:blip r:embed="rId3"/>
          <a:stretch>
            <a:fillRect/>
          </a:stretch>
        </p:blipFill>
        <p:spPr>
          <a:xfrm>
            <a:off x="1016000" y="0"/>
            <a:ext cx="7085263" cy="5715000"/>
          </a:xfrm>
          <a:prstGeom prst="rect">
            <a:avLst/>
          </a:prstGeom>
        </p:spPr>
      </p:pic>
    </p:spTree>
    <p:extLst>
      <p:ext uri="{BB962C8B-B14F-4D97-AF65-F5344CB8AC3E}">
        <p14:creationId xmlns:p14="http://schemas.microsoft.com/office/powerpoint/2010/main" val="40121427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AF322FE-A1CF-884C-B599-70A79F7E20F9}"/>
              </a:ext>
            </a:extLst>
          </p:cNvPr>
          <p:cNvPicPr>
            <a:picLocks noChangeAspect="1"/>
          </p:cNvPicPr>
          <p:nvPr/>
        </p:nvPicPr>
        <p:blipFill>
          <a:blip r:embed="rId3"/>
          <a:stretch>
            <a:fillRect/>
          </a:stretch>
        </p:blipFill>
        <p:spPr>
          <a:xfrm>
            <a:off x="1016000" y="0"/>
            <a:ext cx="7085263" cy="5715000"/>
          </a:xfrm>
          <a:prstGeom prst="rect">
            <a:avLst/>
          </a:prstGeom>
        </p:spPr>
      </p:pic>
      <p:sp>
        <p:nvSpPr>
          <p:cNvPr id="2" name="Rectangle 1">
            <a:extLst>
              <a:ext uri="{FF2B5EF4-FFF2-40B4-BE49-F238E27FC236}">
                <a16:creationId xmlns:a16="http://schemas.microsoft.com/office/drawing/2014/main" id="{8FD92B0C-EC75-614E-8874-AFE5A797DB56}"/>
              </a:ext>
            </a:extLst>
          </p:cNvPr>
          <p:cNvSpPr/>
          <p:nvPr/>
        </p:nvSpPr>
        <p:spPr bwMode="auto">
          <a:xfrm>
            <a:off x="5969000" y="2095500"/>
            <a:ext cx="571500" cy="127000"/>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76200" tIns="38100" rIns="76200" bIns="38100" numCol="1" rtlCol="0" anchor="t" anchorCtr="0" compatLnSpc="1">
            <a:prstTxWarp prst="textNoShape">
              <a:avLst/>
            </a:prstTxWarp>
          </a:bodyPr>
          <a:lstStyle/>
          <a:p>
            <a:pPr defTabSz="761970"/>
            <a:endParaRPr lang="en-US" sz="2000">
              <a:solidFill>
                <a:srgbClr val="000000"/>
              </a:solidFill>
              <a:latin typeface="Arial" charset="0"/>
              <a:ea typeface="ＭＳ Ｐゴシック" charset="0"/>
              <a:cs typeface="ＭＳ Ｐゴシック" charset="0"/>
            </a:endParaRPr>
          </a:p>
        </p:txBody>
      </p:sp>
      <p:sp>
        <p:nvSpPr>
          <p:cNvPr id="4" name="Rectangle 3">
            <a:extLst>
              <a:ext uri="{FF2B5EF4-FFF2-40B4-BE49-F238E27FC236}">
                <a16:creationId xmlns:a16="http://schemas.microsoft.com/office/drawing/2014/main" id="{69CF9472-D0DB-1045-AA7A-F5E5C27BAC4B}"/>
              </a:ext>
            </a:extLst>
          </p:cNvPr>
          <p:cNvSpPr/>
          <p:nvPr/>
        </p:nvSpPr>
        <p:spPr bwMode="auto">
          <a:xfrm>
            <a:off x="5969000" y="762000"/>
            <a:ext cx="571500" cy="127000"/>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76200" tIns="38100" rIns="76200" bIns="38100" numCol="1" rtlCol="0" anchor="t" anchorCtr="0" compatLnSpc="1">
            <a:prstTxWarp prst="textNoShape">
              <a:avLst/>
            </a:prstTxWarp>
          </a:bodyPr>
          <a:lstStyle/>
          <a:p>
            <a:pPr defTabSz="761970"/>
            <a:endParaRPr lang="en-US" sz="2000">
              <a:solidFill>
                <a:srgbClr val="000000"/>
              </a:solidFill>
              <a:latin typeface="Arial" charset="0"/>
              <a:ea typeface="ＭＳ Ｐゴシック" charset="0"/>
              <a:cs typeface="ＭＳ Ｐゴシック" charset="0"/>
            </a:endParaRPr>
          </a:p>
        </p:txBody>
      </p:sp>
      <p:sp>
        <p:nvSpPr>
          <p:cNvPr id="6" name="Rectangle 5">
            <a:extLst>
              <a:ext uri="{FF2B5EF4-FFF2-40B4-BE49-F238E27FC236}">
                <a16:creationId xmlns:a16="http://schemas.microsoft.com/office/drawing/2014/main" id="{5FBB3503-6160-E943-9D13-FE3106A84A17}"/>
              </a:ext>
            </a:extLst>
          </p:cNvPr>
          <p:cNvSpPr/>
          <p:nvPr/>
        </p:nvSpPr>
        <p:spPr bwMode="auto">
          <a:xfrm>
            <a:off x="5969000" y="2603500"/>
            <a:ext cx="571500" cy="127000"/>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76200" tIns="38100" rIns="76200" bIns="38100" numCol="1" rtlCol="0" anchor="t" anchorCtr="0" compatLnSpc="1">
            <a:prstTxWarp prst="textNoShape">
              <a:avLst/>
            </a:prstTxWarp>
          </a:bodyPr>
          <a:lstStyle/>
          <a:p>
            <a:pPr defTabSz="761970"/>
            <a:endParaRPr lang="en-US" sz="2000">
              <a:solidFill>
                <a:srgbClr val="000000"/>
              </a:solidFill>
              <a:latin typeface="Arial" charset="0"/>
              <a:ea typeface="ＭＳ Ｐゴシック" charset="0"/>
              <a:cs typeface="ＭＳ Ｐゴシック" charset="0"/>
            </a:endParaRPr>
          </a:p>
        </p:txBody>
      </p:sp>
      <p:sp>
        <p:nvSpPr>
          <p:cNvPr id="7" name="Rectangle 6">
            <a:extLst>
              <a:ext uri="{FF2B5EF4-FFF2-40B4-BE49-F238E27FC236}">
                <a16:creationId xmlns:a16="http://schemas.microsoft.com/office/drawing/2014/main" id="{DF4EEC78-1AA1-C54D-9E2B-D79A3C0914CF}"/>
              </a:ext>
            </a:extLst>
          </p:cNvPr>
          <p:cNvSpPr/>
          <p:nvPr/>
        </p:nvSpPr>
        <p:spPr bwMode="auto">
          <a:xfrm>
            <a:off x="5969000" y="911412"/>
            <a:ext cx="571500" cy="127000"/>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76200" tIns="38100" rIns="76200" bIns="38100" numCol="1" rtlCol="0" anchor="t" anchorCtr="0" compatLnSpc="1">
            <a:prstTxWarp prst="textNoShape">
              <a:avLst/>
            </a:prstTxWarp>
          </a:bodyPr>
          <a:lstStyle/>
          <a:p>
            <a:pPr defTabSz="761970"/>
            <a:endParaRPr lang="en-US" sz="2000">
              <a:solidFill>
                <a:srgbClr val="000000"/>
              </a:solidFill>
              <a:latin typeface="Arial" charset="0"/>
              <a:ea typeface="ＭＳ Ｐゴシック" charset="0"/>
              <a:cs typeface="ＭＳ Ｐゴシック" charset="0"/>
            </a:endParaRPr>
          </a:p>
        </p:txBody>
      </p:sp>
      <p:sp>
        <p:nvSpPr>
          <p:cNvPr id="8" name="Rectangle 7">
            <a:extLst>
              <a:ext uri="{FF2B5EF4-FFF2-40B4-BE49-F238E27FC236}">
                <a16:creationId xmlns:a16="http://schemas.microsoft.com/office/drawing/2014/main" id="{C7D18A3F-1DB6-2748-926F-28E4948A4300}"/>
              </a:ext>
            </a:extLst>
          </p:cNvPr>
          <p:cNvSpPr/>
          <p:nvPr/>
        </p:nvSpPr>
        <p:spPr bwMode="auto">
          <a:xfrm>
            <a:off x="2857500" y="784412"/>
            <a:ext cx="571500" cy="231588"/>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76200" tIns="38100" rIns="76200" bIns="38100" numCol="1" rtlCol="0" anchor="t" anchorCtr="0" compatLnSpc="1">
            <a:prstTxWarp prst="textNoShape">
              <a:avLst/>
            </a:prstTxWarp>
          </a:bodyPr>
          <a:lstStyle/>
          <a:p>
            <a:pPr defTabSz="761970"/>
            <a:endParaRPr lang="en-US" sz="2000">
              <a:solidFill>
                <a:srgbClr val="000000"/>
              </a:solidFill>
              <a:latin typeface="Arial" charset="0"/>
              <a:ea typeface="ＭＳ Ｐゴシック" charset="0"/>
              <a:cs typeface="ＭＳ Ｐゴシック" charset="0"/>
            </a:endParaRPr>
          </a:p>
        </p:txBody>
      </p:sp>
      <p:sp>
        <p:nvSpPr>
          <p:cNvPr id="9" name="Rectangle 8">
            <a:extLst>
              <a:ext uri="{FF2B5EF4-FFF2-40B4-BE49-F238E27FC236}">
                <a16:creationId xmlns:a16="http://schemas.microsoft.com/office/drawing/2014/main" id="{BF1F3497-1BE2-FD4C-B542-FEAFE6F1F71C}"/>
              </a:ext>
            </a:extLst>
          </p:cNvPr>
          <p:cNvSpPr/>
          <p:nvPr/>
        </p:nvSpPr>
        <p:spPr bwMode="auto">
          <a:xfrm>
            <a:off x="5969000" y="3492500"/>
            <a:ext cx="571500" cy="127000"/>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76200" tIns="38100" rIns="76200" bIns="38100" numCol="1" rtlCol="0" anchor="t" anchorCtr="0" compatLnSpc="1">
            <a:prstTxWarp prst="textNoShape">
              <a:avLst/>
            </a:prstTxWarp>
          </a:bodyPr>
          <a:lstStyle/>
          <a:p>
            <a:pPr defTabSz="761970"/>
            <a:endParaRPr lang="en-US" sz="2000">
              <a:solidFill>
                <a:srgbClr val="000000"/>
              </a:solidFill>
              <a:latin typeface="Arial" charset="0"/>
              <a:ea typeface="ＭＳ Ｐゴシック" charset="0"/>
              <a:cs typeface="ＭＳ Ｐゴシック" charset="0"/>
            </a:endParaRPr>
          </a:p>
        </p:txBody>
      </p:sp>
      <p:sp>
        <p:nvSpPr>
          <p:cNvPr id="10" name="Rectangle 9">
            <a:extLst>
              <a:ext uri="{FF2B5EF4-FFF2-40B4-BE49-F238E27FC236}">
                <a16:creationId xmlns:a16="http://schemas.microsoft.com/office/drawing/2014/main" id="{811F8BFA-E57A-544A-A684-1007D12EEFC3}"/>
              </a:ext>
            </a:extLst>
          </p:cNvPr>
          <p:cNvSpPr/>
          <p:nvPr/>
        </p:nvSpPr>
        <p:spPr bwMode="auto">
          <a:xfrm>
            <a:off x="5969000" y="4318000"/>
            <a:ext cx="571500" cy="127000"/>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76200" tIns="38100" rIns="76200" bIns="38100" numCol="1" rtlCol="0" anchor="t" anchorCtr="0" compatLnSpc="1">
            <a:prstTxWarp prst="textNoShape">
              <a:avLst/>
            </a:prstTxWarp>
          </a:bodyPr>
          <a:lstStyle/>
          <a:p>
            <a:pPr defTabSz="761970"/>
            <a:endParaRPr lang="en-US" sz="2000">
              <a:solidFill>
                <a:srgbClr val="000000"/>
              </a:solidFill>
              <a:latin typeface="Arial" charset="0"/>
              <a:ea typeface="ＭＳ Ｐゴシック" charset="0"/>
              <a:cs typeface="ＭＳ Ｐゴシック" charset="0"/>
            </a:endParaRPr>
          </a:p>
        </p:txBody>
      </p:sp>
      <p:sp>
        <p:nvSpPr>
          <p:cNvPr id="11" name="Rectangle 10">
            <a:extLst>
              <a:ext uri="{FF2B5EF4-FFF2-40B4-BE49-F238E27FC236}">
                <a16:creationId xmlns:a16="http://schemas.microsoft.com/office/drawing/2014/main" id="{E9B38380-BA1B-B94A-84FB-0D8278F9EA41}"/>
              </a:ext>
            </a:extLst>
          </p:cNvPr>
          <p:cNvSpPr/>
          <p:nvPr/>
        </p:nvSpPr>
        <p:spPr bwMode="auto">
          <a:xfrm>
            <a:off x="2857500" y="3570788"/>
            <a:ext cx="571500" cy="127000"/>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76200" tIns="38100" rIns="76200" bIns="38100" numCol="1" rtlCol="0" anchor="t" anchorCtr="0" compatLnSpc="1">
            <a:prstTxWarp prst="textNoShape">
              <a:avLst/>
            </a:prstTxWarp>
          </a:bodyPr>
          <a:lstStyle/>
          <a:p>
            <a:pPr defTabSz="761970"/>
            <a:endParaRPr lang="en-US" sz="2000">
              <a:solidFill>
                <a:srgbClr val="000000"/>
              </a:solidFill>
              <a:latin typeface="Arial" charset="0"/>
              <a:ea typeface="ＭＳ Ｐゴシック" charset="0"/>
              <a:cs typeface="ＭＳ Ｐゴシック" charset="0"/>
            </a:endParaRPr>
          </a:p>
        </p:txBody>
      </p:sp>
      <p:sp>
        <p:nvSpPr>
          <p:cNvPr id="12" name="Rectangle 11">
            <a:extLst>
              <a:ext uri="{FF2B5EF4-FFF2-40B4-BE49-F238E27FC236}">
                <a16:creationId xmlns:a16="http://schemas.microsoft.com/office/drawing/2014/main" id="{30533BBC-3EA1-F248-AFFA-34432183FA58}"/>
              </a:ext>
            </a:extLst>
          </p:cNvPr>
          <p:cNvSpPr/>
          <p:nvPr/>
        </p:nvSpPr>
        <p:spPr bwMode="auto">
          <a:xfrm>
            <a:off x="2846192" y="4248411"/>
            <a:ext cx="571500" cy="127000"/>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76200" tIns="38100" rIns="76200" bIns="38100" numCol="1" rtlCol="0" anchor="t" anchorCtr="0" compatLnSpc="1">
            <a:prstTxWarp prst="textNoShape">
              <a:avLst/>
            </a:prstTxWarp>
          </a:bodyPr>
          <a:lstStyle/>
          <a:p>
            <a:pPr defTabSz="761970"/>
            <a:endParaRPr lang="en-US" sz="2000">
              <a:solidFill>
                <a:srgbClr val="000000"/>
              </a:solidFill>
              <a:latin typeface="Arial" charset="0"/>
              <a:ea typeface="ＭＳ Ｐゴシック" charset="0"/>
              <a:cs typeface="ＭＳ Ｐゴシック" charset="0"/>
            </a:endParaRPr>
          </a:p>
        </p:txBody>
      </p:sp>
      <p:sp>
        <p:nvSpPr>
          <p:cNvPr id="13" name="Rectangle 12">
            <a:extLst>
              <a:ext uri="{FF2B5EF4-FFF2-40B4-BE49-F238E27FC236}">
                <a16:creationId xmlns:a16="http://schemas.microsoft.com/office/drawing/2014/main" id="{8F6BCF72-1A66-9143-985D-EBC85B68395F}"/>
              </a:ext>
            </a:extLst>
          </p:cNvPr>
          <p:cNvSpPr/>
          <p:nvPr/>
        </p:nvSpPr>
        <p:spPr bwMode="auto">
          <a:xfrm>
            <a:off x="2857500" y="2553918"/>
            <a:ext cx="571500" cy="127000"/>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76200" tIns="38100" rIns="76200" bIns="38100" numCol="1" rtlCol="0" anchor="t" anchorCtr="0" compatLnSpc="1">
            <a:prstTxWarp prst="textNoShape">
              <a:avLst/>
            </a:prstTxWarp>
          </a:bodyPr>
          <a:lstStyle/>
          <a:p>
            <a:pPr defTabSz="761970"/>
            <a:endParaRPr lang="en-US" sz="2000">
              <a:solidFill>
                <a:srgbClr val="000000"/>
              </a:solidFill>
              <a:latin typeface="Arial" charset="0"/>
              <a:ea typeface="ＭＳ Ｐゴシック" charset="0"/>
              <a:cs typeface="ＭＳ Ｐゴシック" charset="0"/>
            </a:endParaRPr>
          </a:p>
        </p:txBody>
      </p:sp>
      <p:sp>
        <p:nvSpPr>
          <p:cNvPr id="14" name="Rectangle 13">
            <a:extLst>
              <a:ext uri="{FF2B5EF4-FFF2-40B4-BE49-F238E27FC236}">
                <a16:creationId xmlns:a16="http://schemas.microsoft.com/office/drawing/2014/main" id="{EA300118-21FE-364F-97EB-20801575862D}"/>
              </a:ext>
            </a:extLst>
          </p:cNvPr>
          <p:cNvSpPr/>
          <p:nvPr/>
        </p:nvSpPr>
        <p:spPr bwMode="auto">
          <a:xfrm>
            <a:off x="2857500" y="2205538"/>
            <a:ext cx="571500" cy="127000"/>
          </a:xfrm>
          <a:prstGeom prst="rect">
            <a:avLst/>
          </a:prstGeom>
          <a:solidFill>
            <a:schemeClr val="bg1"/>
          </a:solidFill>
          <a:ln w="9525" cap="flat" cmpd="sng" algn="ctr">
            <a:solidFill>
              <a:schemeClr val="bg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76200" tIns="38100" rIns="76200" bIns="38100" numCol="1" rtlCol="0" anchor="t" anchorCtr="0" compatLnSpc="1">
            <a:prstTxWarp prst="textNoShape">
              <a:avLst/>
            </a:prstTxWarp>
          </a:bodyPr>
          <a:lstStyle/>
          <a:p>
            <a:pPr defTabSz="761970"/>
            <a:endParaRPr lang="en-US" sz="2000">
              <a:solidFill>
                <a:srgbClr val="000000"/>
              </a:solidFill>
              <a:latin typeface="Arial" charset="0"/>
              <a:ea typeface="ＭＳ Ｐゴシック" charset="0"/>
              <a:cs typeface="ＭＳ Ｐゴシック" charset="0"/>
            </a:endParaRPr>
          </a:p>
        </p:txBody>
      </p:sp>
      <p:sp>
        <p:nvSpPr>
          <p:cNvPr id="3" name="TextBox 2">
            <a:extLst>
              <a:ext uri="{FF2B5EF4-FFF2-40B4-BE49-F238E27FC236}">
                <a16:creationId xmlns:a16="http://schemas.microsoft.com/office/drawing/2014/main" id="{D6275FA5-180C-EC40-8B12-84D354C5288B}"/>
              </a:ext>
            </a:extLst>
          </p:cNvPr>
          <p:cNvSpPr txBox="1"/>
          <p:nvPr/>
        </p:nvSpPr>
        <p:spPr>
          <a:xfrm>
            <a:off x="3048000" y="4797251"/>
            <a:ext cx="3831946" cy="707886"/>
          </a:xfrm>
          <a:prstGeom prst="rect">
            <a:avLst/>
          </a:prstGeom>
          <a:solidFill>
            <a:schemeClr val="bg1"/>
          </a:solidFill>
          <a:ln>
            <a:solidFill>
              <a:srgbClr val="FF0000"/>
            </a:solidFill>
          </a:ln>
        </p:spPr>
        <p:txBody>
          <a:bodyPr wrap="none" rtlCol="0">
            <a:spAutoFit/>
          </a:bodyPr>
          <a:lstStyle/>
          <a:p>
            <a:pPr defTabSz="761970"/>
            <a:r>
              <a:rPr lang="en-US" sz="2000" dirty="0">
                <a:solidFill>
                  <a:srgbClr val="FF0000"/>
                </a:solidFill>
                <a:latin typeface="Arial" charset="0"/>
                <a:ea typeface="ＭＳ Ｐゴシック" charset="0"/>
              </a:rPr>
              <a:t>Terrain is flattened and replaced</a:t>
            </a:r>
          </a:p>
          <a:p>
            <a:pPr defTabSz="761970"/>
            <a:r>
              <a:rPr lang="en-US" sz="2000" dirty="0">
                <a:solidFill>
                  <a:srgbClr val="FF0000"/>
                </a:solidFill>
                <a:latin typeface="Arial" charset="0"/>
                <a:ea typeface="ＭＳ Ｐゴシック" charset="0"/>
              </a:rPr>
              <a:t>with the albedo of ice.</a:t>
            </a:r>
          </a:p>
        </p:txBody>
      </p:sp>
    </p:spTree>
    <p:extLst>
      <p:ext uri="{BB962C8B-B14F-4D97-AF65-F5344CB8AC3E}">
        <p14:creationId xmlns:p14="http://schemas.microsoft.com/office/powerpoint/2010/main" val="10838263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DC1457-D7B0-1542-B316-035E50F0ED62}"/>
              </a:ext>
            </a:extLst>
          </p:cNvPr>
          <p:cNvPicPr>
            <a:picLocks noChangeAspect="1"/>
          </p:cNvPicPr>
          <p:nvPr/>
        </p:nvPicPr>
        <p:blipFill>
          <a:blip r:embed="rId2"/>
          <a:stretch>
            <a:fillRect/>
          </a:stretch>
        </p:blipFill>
        <p:spPr>
          <a:xfrm>
            <a:off x="716953" y="98620"/>
            <a:ext cx="7620000" cy="5620115"/>
          </a:xfrm>
          <a:prstGeom prst="rect">
            <a:avLst/>
          </a:prstGeom>
        </p:spPr>
      </p:pic>
      <p:sp>
        <p:nvSpPr>
          <p:cNvPr id="8" name="Rectangle 7">
            <a:extLst>
              <a:ext uri="{FF2B5EF4-FFF2-40B4-BE49-F238E27FC236}">
                <a16:creationId xmlns:a16="http://schemas.microsoft.com/office/drawing/2014/main" id="{20D2C693-3898-504A-90F0-2629971986CA}"/>
              </a:ext>
            </a:extLst>
          </p:cNvPr>
          <p:cNvSpPr/>
          <p:nvPr/>
        </p:nvSpPr>
        <p:spPr>
          <a:xfrm>
            <a:off x="4826000" y="825500"/>
            <a:ext cx="580760" cy="3810000"/>
          </a:xfrm>
          <a:prstGeom prst="rect">
            <a:avLst/>
          </a:prstGeom>
          <a:noFill/>
          <a:ln w="1270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69121" tIns="34561" rIns="69121" bIns="34561" anchor="ctr"/>
          <a:lstStyle/>
          <a:p>
            <a:pPr algn="ctr" defTabSz="761970">
              <a:defRPr/>
            </a:pPr>
            <a:endParaRPr lang="en-GB" sz="2000">
              <a:solidFill>
                <a:srgbClr val="FFFFFF"/>
              </a:solidFill>
              <a:latin typeface="Arial"/>
              <a:ea typeface="ＭＳ Ｐゴシック"/>
            </a:endParaRPr>
          </a:p>
        </p:txBody>
      </p:sp>
    </p:spTree>
    <p:extLst>
      <p:ext uri="{BB962C8B-B14F-4D97-AF65-F5344CB8AC3E}">
        <p14:creationId xmlns:p14="http://schemas.microsoft.com/office/powerpoint/2010/main" val="258364603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DC1457-D7B0-1542-B316-035E50F0ED62}"/>
              </a:ext>
            </a:extLst>
          </p:cNvPr>
          <p:cNvPicPr>
            <a:picLocks noChangeAspect="1"/>
          </p:cNvPicPr>
          <p:nvPr/>
        </p:nvPicPr>
        <p:blipFill>
          <a:blip r:embed="rId2"/>
          <a:stretch>
            <a:fillRect/>
          </a:stretch>
        </p:blipFill>
        <p:spPr>
          <a:xfrm>
            <a:off x="762000" y="94885"/>
            <a:ext cx="7620000" cy="5620115"/>
          </a:xfrm>
          <a:prstGeom prst="rect">
            <a:avLst/>
          </a:prstGeom>
        </p:spPr>
      </p:pic>
      <p:pic>
        <p:nvPicPr>
          <p:cNvPr id="4" name="Picture 3">
            <a:extLst>
              <a:ext uri="{FF2B5EF4-FFF2-40B4-BE49-F238E27FC236}">
                <a16:creationId xmlns:a16="http://schemas.microsoft.com/office/drawing/2014/main" id="{EDC3514E-1F09-7E42-B885-A8B146BBFB24}"/>
              </a:ext>
            </a:extLst>
          </p:cNvPr>
          <p:cNvPicPr>
            <a:picLocks noChangeAspect="1"/>
          </p:cNvPicPr>
          <p:nvPr/>
        </p:nvPicPr>
        <p:blipFill>
          <a:blip r:embed="rId3"/>
          <a:stretch>
            <a:fillRect/>
          </a:stretch>
        </p:blipFill>
        <p:spPr>
          <a:xfrm>
            <a:off x="4986330" y="825500"/>
            <a:ext cx="347670" cy="343596"/>
          </a:xfrm>
          <a:prstGeom prst="rect">
            <a:avLst/>
          </a:prstGeom>
        </p:spPr>
      </p:pic>
      <p:pic>
        <p:nvPicPr>
          <p:cNvPr id="6" name="Picture 5">
            <a:extLst>
              <a:ext uri="{FF2B5EF4-FFF2-40B4-BE49-F238E27FC236}">
                <a16:creationId xmlns:a16="http://schemas.microsoft.com/office/drawing/2014/main" id="{9F53CFFA-C534-2245-94ED-23A57732B279}"/>
              </a:ext>
            </a:extLst>
          </p:cNvPr>
          <p:cNvPicPr>
            <a:picLocks noChangeAspect="1"/>
          </p:cNvPicPr>
          <p:nvPr/>
        </p:nvPicPr>
        <p:blipFill>
          <a:blip r:embed="rId3"/>
          <a:stretch>
            <a:fillRect/>
          </a:stretch>
        </p:blipFill>
        <p:spPr>
          <a:xfrm>
            <a:off x="4986330" y="1413809"/>
            <a:ext cx="347670" cy="343596"/>
          </a:xfrm>
          <a:prstGeom prst="rect">
            <a:avLst/>
          </a:prstGeom>
        </p:spPr>
      </p:pic>
      <p:pic>
        <p:nvPicPr>
          <p:cNvPr id="7" name="Picture 6">
            <a:extLst>
              <a:ext uri="{FF2B5EF4-FFF2-40B4-BE49-F238E27FC236}">
                <a16:creationId xmlns:a16="http://schemas.microsoft.com/office/drawing/2014/main" id="{D3D1DB31-B4B4-6A46-AC5E-544EE07287C5}"/>
              </a:ext>
            </a:extLst>
          </p:cNvPr>
          <p:cNvPicPr>
            <a:picLocks noChangeAspect="1"/>
          </p:cNvPicPr>
          <p:nvPr/>
        </p:nvPicPr>
        <p:blipFill>
          <a:blip r:embed="rId3"/>
          <a:stretch>
            <a:fillRect/>
          </a:stretch>
        </p:blipFill>
        <p:spPr>
          <a:xfrm>
            <a:off x="4995166" y="1988788"/>
            <a:ext cx="347670" cy="343596"/>
          </a:xfrm>
          <a:prstGeom prst="rect">
            <a:avLst/>
          </a:prstGeom>
        </p:spPr>
      </p:pic>
      <p:cxnSp>
        <p:nvCxnSpPr>
          <p:cNvPr id="9" name="Straight Arrow Connector 8">
            <a:extLst>
              <a:ext uri="{FF2B5EF4-FFF2-40B4-BE49-F238E27FC236}">
                <a16:creationId xmlns:a16="http://schemas.microsoft.com/office/drawing/2014/main" id="{0933739E-4165-BB42-B41A-34674128F74B}"/>
              </a:ext>
            </a:extLst>
          </p:cNvPr>
          <p:cNvCxnSpPr>
            <a:cxnSpLocks/>
          </p:cNvCxnSpPr>
          <p:nvPr/>
        </p:nvCxnSpPr>
        <p:spPr bwMode="auto">
          <a:xfrm flipH="1">
            <a:off x="5461000" y="2160585"/>
            <a:ext cx="1270000" cy="0"/>
          </a:xfrm>
          <a:prstGeom prst="straightConnector1">
            <a:avLst/>
          </a:prstGeom>
          <a:solidFill>
            <a:schemeClr val="accent1"/>
          </a:solidFill>
          <a:ln w="76200" cap="flat" cmpd="sng" algn="ctr">
            <a:solidFill>
              <a:srgbClr val="FF0000"/>
            </a:solidFill>
            <a:prstDash val="solid"/>
            <a:round/>
            <a:headEnd type="none" w="med" len="med"/>
            <a:tailEnd type="triangle"/>
          </a:ln>
          <a:effectLst/>
        </p:spPr>
      </p:cxnSp>
      <p:cxnSp>
        <p:nvCxnSpPr>
          <p:cNvPr id="10" name="Straight Arrow Connector 9">
            <a:extLst>
              <a:ext uri="{FF2B5EF4-FFF2-40B4-BE49-F238E27FC236}">
                <a16:creationId xmlns:a16="http://schemas.microsoft.com/office/drawing/2014/main" id="{F1773BE2-16DE-6549-9F95-E8B21712C09C}"/>
              </a:ext>
            </a:extLst>
          </p:cNvPr>
          <p:cNvCxnSpPr>
            <a:cxnSpLocks/>
          </p:cNvCxnSpPr>
          <p:nvPr/>
        </p:nvCxnSpPr>
        <p:spPr bwMode="auto">
          <a:xfrm flipH="1">
            <a:off x="5461000" y="1583866"/>
            <a:ext cx="1270000" cy="0"/>
          </a:xfrm>
          <a:prstGeom prst="straightConnector1">
            <a:avLst/>
          </a:prstGeom>
          <a:solidFill>
            <a:schemeClr val="accent1"/>
          </a:solidFill>
          <a:ln w="76200" cap="flat" cmpd="sng" algn="ctr">
            <a:solidFill>
              <a:srgbClr val="FF0000"/>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9F0C169E-5D80-4045-A1FE-6145A54A2116}"/>
              </a:ext>
            </a:extLst>
          </p:cNvPr>
          <p:cNvCxnSpPr>
            <a:cxnSpLocks/>
          </p:cNvCxnSpPr>
          <p:nvPr/>
        </p:nvCxnSpPr>
        <p:spPr bwMode="auto">
          <a:xfrm flipH="1">
            <a:off x="5461000" y="1016000"/>
            <a:ext cx="1270000" cy="0"/>
          </a:xfrm>
          <a:prstGeom prst="straightConnector1">
            <a:avLst/>
          </a:prstGeom>
          <a:solidFill>
            <a:schemeClr val="accent1"/>
          </a:solidFill>
          <a:ln w="76200" cap="flat" cmpd="sng" algn="ctr">
            <a:solidFill>
              <a:srgbClr val="FF0000"/>
            </a:solidFill>
            <a:prstDash val="solid"/>
            <a:round/>
            <a:headEnd type="none" w="med" len="med"/>
            <a:tailEnd type="triangle"/>
          </a:ln>
          <a:effectLst/>
        </p:spPr>
      </p:cxnSp>
      <p:sp>
        <p:nvSpPr>
          <p:cNvPr id="8" name="Rectangle 7">
            <a:extLst>
              <a:ext uri="{FF2B5EF4-FFF2-40B4-BE49-F238E27FC236}">
                <a16:creationId xmlns:a16="http://schemas.microsoft.com/office/drawing/2014/main" id="{20D2C693-3898-504A-90F0-2629971986CA}"/>
              </a:ext>
            </a:extLst>
          </p:cNvPr>
          <p:cNvSpPr/>
          <p:nvPr/>
        </p:nvSpPr>
        <p:spPr>
          <a:xfrm>
            <a:off x="4826000" y="825500"/>
            <a:ext cx="580760" cy="3810000"/>
          </a:xfrm>
          <a:prstGeom prst="rect">
            <a:avLst/>
          </a:prstGeom>
          <a:noFill/>
          <a:ln w="1270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69121" tIns="34561" rIns="69121" bIns="34561" anchor="ctr"/>
          <a:lstStyle/>
          <a:p>
            <a:pPr algn="ctr" defTabSz="761970">
              <a:defRPr/>
            </a:pPr>
            <a:endParaRPr lang="en-GB" sz="2000">
              <a:solidFill>
                <a:srgbClr val="FFFFFF"/>
              </a:solidFill>
              <a:latin typeface="Arial"/>
              <a:ea typeface="ＭＳ Ｐゴシック"/>
            </a:endParaRPr>
          </a:p>
        </p:txBody>
      </p:sp>
    </p:spTree>
    <p:extLst>
      <p:ext uri="{BB962C8B-B14F-4D97-AF65-F5344CB8AC3E}">
        <p14:creationId xmlns:p14="http://schemas.microsoft.com/office/powerpoint/2010/main" val="19624012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5">
            <a:lumMod val="25000"/>
          </a:schemeClr>
        </a:solidFill>
        <a:effectLst/>
      </p:bgPr>
    </p:bg>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a:xfrm>
            <a:off x="825500" y="127000"/>
            <a:ext cx="7429500" cy="952500"/>
          </a:xfrm>
        </p:spPr>
        <p:txBody>
          <a:bodyPr/>
          <a:lstStyle/>
          <a:p>
            <a:pPr algn="l" eaLnBrk="1" hangingPunct="1">
              <a:defRPr/>
            </a:pPr>
            <a:r>
              <a:rPr lang="en-US" sz="2667" dirty="0">
                <a:solidFill>
                  <a:srgbClr val="FAFF19"/>
                </a:solidFill>
                <a:effectLst>
                  <a:outerShdw blurRad="38100" dist="38100" dir="2700000" algn="tl">
                    <a:srgbClr val="000000"/>
                  </a:outerShdw>
                </a:effectLst>
              </a:rPr>
              <a:t>The formation of a Snowball Earth was sensitive to the location of the mountains on </a:t>
            </a:r>
            <a:r>
              <a:rPr lang="en-US" sz="2667" dirty="0" err="1">
                <a:solidFill>
                  <a:srgbClr val="FAFF19"/>
                </a:solidFill>
                <a:effectLst>
                  <a:outerShdw blurRad="38100" dist="38100" dir="2700000" algn="tl">
                    <a:srgbClr val="000000"/>
                  </a:outerShdw>
                </a:effectLst>
              </a:rPr>
              <a:t>Kenorland</a:t>
            </a:r>
            <a:r>
              <a:rPr lang="en-US" sz="2667" dirty="0">
                <a:solidFill>
                  <a:srgbClr val="FAFF19"/>
                </a:solidFill>
                <a:effectLst>
                  <a:outerShdw blurRad="38100" dist="38100" dir="2700000" algn="tl">
                    <a:srgbClr val="000000"/>
                  </a:outerShdw>
                </a:effectLst>
              </a:rPr>
              <a:t>.</a:t>
            </a:r>
          </a:p>
        </p:txBody>
      </p:sp>
      <p:sp>
        <p:nvSpPr>
          <p:cNvPr id="4" name="Rectangle 3"/>
          <p:cNvSpPr txBox="1">
            <a:spLocks noChangeArrowheads="1"/>
          </p:cNvSpPr>
          <p:nvPr/>
        </p:nvSpPr>
        <p:spPr bwMode="auto">
          <a:xfrm>
            <a:off x="1016000" y="1524000"/>
            <a:ext cx="7239000" cy="387350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FAA26D3D-D897-4be2-8F04-BA451C77F1D7}">
              <ma14:placeholderFlag xmlns="" xmlns:ma14="http://schemas.microsoft.com/office/mac/drawingml/2011/main" val="1"/>
            </a:ext>
          </a:extLst>
        </p:spPr>
        <p:txBody>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ea typeface="+mn-ea"/>
              </a:defRPr>
            </a:lvl2pPr>
            <a:lvl3pPr marL="1143000" indent="-228600" algn="l" rtl="0" fontAlgn="base">
              <a:spcBef>
                <a:spcPct val="20000"/>
              </a:spcBef>
              <a:spcAft>
                <a:spcPct val="0"/>
              </a:spcAft>
              <a:buChar char="•"/>
              <a:defRPr sz="2400">
                <a:solidFill>
                  <a:schemeClr val="tx1"/>
                </a:solidFill>
                <a:latin typeface="+mn-lt"/>
                <a:ea typeface="+mn-ea"/>
              </a:defRPr>
            </a:lvl3pPr>
            <a:lvl4pPr marL="1600200" indent="-228600" algn="l" rtl="0" fontAlgn="base">
              <a:spcBef>
                <a:spcPct val="20000"/>
              </a:spcBef>
              <a:spcAft>
                <a:spcPct val="0"/>
              </a:spcAft>
              <a:buChar char="–"/>
              <a:defRPr sz="2000">
                <a:solidFill>
                  <a:schemeClr val="tx1"/>
                </a:solidFill>
                <a:latin typeface="+mn-lt"/>
                <a:ea typeface="+mn-ea"/>
              </a:defRPr>
            </a:lvl4pPr>
            <a:lvl5pPr marL="2057400" indent="-228600" algn="l" rtl="0" fontAlgn="base">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285739" indent="-285739" defTabSz="761970">
              <a:lnSpc>
                <a:spcPct val="90000"/>
              </a:lnSpc>
              <a:defRPr/>
            </a:pPr>
            <a:r>
              <a:rPr lang="en-US" sz="2333" dirty="0">
                <a:solidFill>
                  <a:srgbClr val="FFFFFF"/>
                </a:solidFill>
                <a:effectLst>
                  <a:outerShdw blurRad="38100" dist="38100" dir="2700000" algn="tl">
                    <a:srgbClr val="000000"/>
                  </a:outerShdw>
                </a:effectLst>
                <a:latin typeface="Arial"/>
                <a:ea typeface="ＭＳ Ｐゴシック"/>
              </a:rPr>
              <a:t>Simulations fixed carbon dioxide, but varied methane and mountain ranges.</a:t>
            </a:r>
          </a:p>
          <a:p>
            <a:pPr marL="285739" indent="-285739" defTabSz="761970">
              <a:lnSpc>
                <a:spcPct val="90000"/>
              </a:lnSpc>
              <a:defRPr/>
            </a:pPr>
            <a:endParaRPr lang="en-US" sz="2333" dirty="0">
              <a:solidFill>
                <a:srgbClr val="FFFFFF"/>
              </a:solidFill>
              <a:effectLst>
                <a:outerShdw blurRad="38100" dist="38100" dir="2700000" algn="tl">
                  <a:srgbClr val="000000"/>
                </a:outerShdw>
              </a:effectLst>
              <a:latin typeface="Arial"/>
              <a:ea typeface="ＭＳ Ｐゴシック"/>
            </a:endParaRPr>
          </a:p>
          <a:p>
            <a:pPr marL="285739" indent="-285739" defTabSz="761970">
              <a:lnSpc>
                <a:spcPct val="90000"/>
              </a:lnSpc>
              <a:defRPr/>
            </a:pPr>
            <a:r>
              <a:rPr lang="en-US" sz="2333" dirty="0">
                <a:solidFill>
                  <a:srgbClr val="FFFFFF"/>
                </a:solidFill>
                <a:effectLst>
                  <a:outerShdw blurRad="38100" dist="38100" dir="2700000" algn="tl">
                    <a:srgbClr val="000000"/>
                  </a:outerShdw>
                </a:effectLst>
                <a:latin typeface="Arial"/>
                <a:ea typeface="ＭＳ Ｐゴシック"/>
              </a:rPr>
              <a:t>Mountains at 30</a:t>
            </a:r>
            <a:r>
              <a:rPr lang="en-US" sz="2333" dirty="0">
                <a:solidFill>
                  <a:srgbClr val="FFFFFF"/>
                </a:solidFill>
                <a:effectLst>
                  <a:outerShdw blurRad="38100" dist="38100" dir="2700000" algn="tl">
                    <a:srgbClr val="000000"/>
                  </a:outerShdw>
                </a:effectLst>
                <a:latin typeface="Arial Unicode MS" panose="020B0604020202020204" pitchFamily="34" charset="-128"/>
                <a:ea typeface="Arial Unicode MS" panose="020B0604020202020204" pitchFamily="34" charset="-128"/>
                <a:cs typeface="Arial Unicode MS" panose="020B0604020202020204" pitchFamily="34" charset="-128"/>
              </a:rPr>
              <a:t>°</a:t>
            </a:r>
            <a:r>
              <a:rPr lang="en-US" sz="2333" dirty="0">
                <a:solidFill>
                  <a:srgbClr val="FFFFFF"/>
                </a:solidFill>
                <a:effectLst>
                  <a:outerShdw blurRad="38100" dist="38100" dir="2700000" algn="tl">
                    <a:srgbClr val="000000"/>
                  </a:outerShdw>
                </a:effectLst>
                <a:latin typeface="Arial"/>
                <a:ea typeface="ＭＳ Ｐゴシック"/>
              </a:rPr>
              <a:t>N/S are most conducive to forming Snowball Earths, even at higher methane concentrations.</a:t>
            </a:r>
          </a:p>
          <a:p>
            <a:pPr marL="285739" indent="-285739" defTabSz="761970">
              <a:lnSpc>
                <a:spcPct val="90000"/>
              </a:lnSpc>
              <a:defRPr/>
            </a:pPr>
            <a:endParaRPr lang="en-US" sz="2333" dirty="0">
              <a:solidFill>
                <a:srgbClr val="FFFFFF"/>
              </a:solidFill>
              <a:effectLst>
                <a:outerShdw blurRad="38100" dist="38100" dir="2700000" algn="tl">
                  <a:srgbClr val="000000"/>
                </a:outerShdw>
              </a:effectLst>
              <a:latin typeface="Arial"/>
              <a:ea typeface="ＭＳ Ｐゴシック"/>
            </a:endParaRPr>
          </a:p>
          <a:p>
            <a:pPr marL="285739" indent="-285739" defTabSz="761970">
              <a:lnSpc>
                <a:spcPct val="90000"/>
              </a:lnSpc>
              <a:defRPr/>
            </a:pPr>
            <a:r>
              <a:rPr lang="en-US" sz="2333" dirty="0">
                <a:solidFill>
                  <a:srgbClr val="FFFFFF"/>
                </a:solidFill>
                <a:effectLst>
                  <a:outerShdw blurRad="38100" dist="38100" dir="2700000" algn="tl">
                    <a:srgbClr val="000000"/>
                  </a:outerShdw>
                </a:effectLst>
                <a:latin typeface="Arial"/>
                <a:ea typeface="ＭＳ Ｐゴシック"/>
              </a:rPr>
              <a:t>Increasing albedo is more conducive than mountains at low latitudes to Snowball Earths.</a:t>
            </a:r>
            <a:endParaRPr lang="en-US" sz="2333" dirty="0">
              <a:solidFill>
                <a:srgbClr val="FFFFFF"/>
              </a:solidFill>
              <a:effectLst>
                <a:outerShdw blurRad="38100" dist="38100" dir="2700000" algn="tl">
                  <a:srgbClr val="000000"/>
                </a:outerShdw>
              </a:effectLst>
              <a:latin typeface="Arial"/>
              <a:ea typeface="ＭＳ Ｐゴシック"/>
              <a:cs typeface="ＭＳ Ｐゴシック"/>
            </a:endParaRPr>
          </a:p>
          <a:p>
            <a:pPr marL="0" indent="0" defTabSz="761970">
              <a:lnSpc>
                <a:spcPct val="90000"/>
              </a:lnSpc>
              <a:buNone/>
              <a:defRPr/>
            </a:pPr>
            <a:endParaRPr lang="en-US" sz="1500" dirty="0">
              <a:solidFill>
                <a:srgbClr val="FFFFFF"/>
              </a:solidFill>
              <a:effectLst>
                <a:outerShdw blurRad="38100" dist="38100" dir="2700000" algn="tl">
                  <a:srgbClr val="000000"/>
                </a:outerShdw>
              </a:effectLst>
              <a:latin typeface="Arial"/>
              <a:ea typeface="ＭＳ Ｐゴシック"/>
              <a:cs typeface="ＭＳ Ｐゴシック"/>
            </a:endParaRPr>
          </a:p>
        </p:txBody>
      </p:sp>
    </p:spTree>
    <p:extLst>
      <p:ext uri="{BB962C8B-B14F-4D97-AF65-F5344CB8AC3E}">
        <p14:creationId xmlns:p14="http://schemas.microsoft.com/office/powerpoint/2010/main" val="712034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129026" name="Picture 3" descr="Picture 5.png">
            <a:extLst>
              <a:ext uri="{FF2B5EF4-FFF2-40B4-BE49-F238E27FC236}">
                <a16:creationId xmlns:a16="http://schemas.microsoft.com/office/drawing/2014/main" id="{AA24DC4B-DF86-1C4B-AFF1-5DB1378C276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78000" y="762000"/>
            <a:ext cx="5588000" cy="42029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2CEA8DBC-FE4A-B348-A2D7-466F87068A7E}"/>
              </a:ext>
            </a:extLst>
          </p:cNvPr>
          <p:cNvSpPr/>
          <p:nvPr/>
        </p:nvSpPr>
        <p:spPr>
          <a:xfrm>
            <a:off x="2730500" y="127000"/>
            <a:ext cx="3799417" cy="502766"/>
          </a:xfrm>
          <a:prstGeom prst="rect">
            <a:avLst/>
          </a:prstGeom>
        </p:spPr>
        <p:txBody>
          <a:bodyPr>
            <a:spAutoFit/>
          </a:bodyPr>
          <a:lstStyle/>
          <a:p>
            <a:pPr algn="ctr" defTabSz="761970">
              <a:defRPr/>
            </a:pPr>
            <a:r>
              <a:rPr lang="en-US" sz="2667" dirty="0" err="1">
                <a:solidFill>
                  <a:srgbClr val="FFFF00"/>
                </a:solidFill>
                <a:effectLst>
                  <a:outerShdw blurRad="50800" dist="38100" dir="2700000" algn="tl" rotWithShape="0">
                    <a:prstClr val="black">
                      <a:alpha val="40000"/>
                    </a:prstClr>
                  </a:outerShdw>
                </a:effectLst>
                <a:latin typeface="Arial" charset="0"/>
                <a:ea typeface="ＭＳ Ｐゴシック" charset="0"/>
                <a:cs typeface="ＭＳ Ｐゴシック" charset="0"/>
              </a:rPr>
              <a:t>buildyourownearth.com</a:t>
            </a:r>
            <a:endParaRPr lang="en-US" sz="2667" dirty="0">
              <a:solidFill>
                <a:srgbClr val="FFFFFF"/>
              </a:solidFill>
              <a:effectLst>
                <a:outerShdw blurRad="50800" dist="38100" dir="2700000" algn="tl" rotWithShape="0">
                  <a:prstClr val="black">
                    <a:alpha val="40000"/>
                  </a:prstClr>
                </a:outerShdw>
              </a:effectLst>
              <a:latin typeface="Arial" charset="0"/>
              <a:ea typeface="ＭＳ Ｐゴシック" charset="0"/>
              <a:cs typeface="ＭＳ Ｐゴシック" charset="0"/>
            </a:endParaRPr>
          </a:p>
        </p:txBody>
      </p:sp>
      <p:sp>
        <p:nvSpPr>
          <p:cNvPr id="6" name="Rectangle 5">
            <a:extLst>
              <a:ext uri="{FF2B5EF4-FFF2-40B4-BE49-F238E27FC236}">
                <a16:creationId xmlns:a16="http://schemas.microsoft.com/office/drawing/2014/main" id="{C20B3399-F9B4-2445-A19A-99EAFD30A709}"/>
              </a:ext>
            </a:extLst>
          </p:cNvPr>
          <p:cNvSpPr/>
          <p:nvPr/>
        </p:nvSpPr>
        <p:spPr>
          <a:xfrm>
            <a:off x="762000" y="4889500"/>
            <a:ext cx="7620000" cy="861967"/>
          </a:xfrm>
          <a:prstGeom prst="rect">
            <a:avLst/>
          </a:prstGeom>
        </p:spPr>
        <p:txBody>
          <a:bodyPr>
            <a:spAutoFit/>
          </a:bodyPr>
          <a:lstStyle/>
          <a:p>
            <a:pPr algn="r" defTabSz="761970">
              <a:defRPr/>
            </a:pPr>
            <a:r>
              <a:rPr lang="en-US" sz="1667" dirty="0">
                <a:solidFill>
                  <a:srgbClr val="FFFF00"/>
                </a:solidFill>
                <a:effectLst>
                  <a:outerShdw blurRad="50800" dist="38100" dir="2700000" algn="tl" rotWithShape="0">
                    <a:prstClr val="black">
                      <a:alpha val="40000"/>
                    </a:prstClr>
                  </a:outerShdw>
                </a:effectLst>
                <a:latin typeface="Arial" charset="0"/>
                <a:ea typeface="ＭＳ Ｐゴシック" charset="0"/>
                <a:cs typeface="ＭＳ Ｐゴシック" charset="0"/>
              </a:rPr>
              <a:t>Built in collaboration with </a:t>
            </a:r>
          </a:p>
          <a:p>
            <a:pPr algn="r" defTabSz="761970">
              <a:defRPr/>
            </a:pPr>
            <a:r>
              <a:rPr lang="en-US" sz="1667" dirty="0">
                <a:solidFill>
                  <a:srgbClr val="FFFFFF"/>
                </a:solidFill>
                <a:effectLst>
                  <a:outerShdw blurRad="50800" dist="38100" dir="2700000" algn="tl" rotWithShape="0">
                    <a:prstClr val="black">
                      <a:alpha val="40000"/>
                    </a:prstClr>
                  </a:outerShdw>
                </a:effectLst>
                <a:latin typeface="Arial" charset="0"/>
                <a:ea typeface="ＭＳ Ｐゴシック" charset="0"/>
                <a:cs typeface="ＭＳ Ｐゴシック" charset="0"/>
              </a:rPr>
              <a:t>Stuart Anderson and Sharon Gardner </a:t>
            </a:r>
          </a:p>
          <a:p>
            <a:pPr algn="r" defTabSz="761970">
              <a:defRPr/>
            </a:pPr>
            <a:r>
              <a:rPr lang="en-US" sz="1667" dirty="0">
                <a:solidFill>
                  <a:srgbClr val="FFFF00"/>
                </a:solidFill>
                <a:effectLst>
                  <a:outerShdw blurRad="50800" dist="38100" dir="2700000" algn="tl" rotWithShape="0">
                    <a:prstClr val="black">
                      <a:alpha val="40000"/>
                    </a:prstClr>
                  </a:outerShdw>
                </a:effectLst>
                <a:latin typeface="Arial" charset="0"/>
                <a:ea typeface="ＭＳ Ｐゴシック" charset="0"/>
                <a:cs typeface="ＭＳ Ｐゴシック" charset="0"/>
              </a:rPr>
              <a:t>EPS eLearning Team</a:t>
            </a:r>
            <a:endParaRPr lang="en-US" sz="1667" dirty="0">
              <a:solidFill>
                <a:srgbClr val="FFFFFF"/>
              </a:solidFill>
              <a:effectLst>
                <a:outerShdw blurRad="50800" dist="38100" dir="2700000" algn="tl" rotWithShape="0">
                  <a:prstClr val="black">
                    <a:alpha val="40000"/>
                  </a:prstClr>
                </a:outerShdw>
              </a:effectLst>
              <a:latin typeface="Arial" charset="0"/>
              <a:ea typeface="ＭＳ Ｐゴシック" charset="0"/>
              <a:cs typeface="ＭＳ Ｐゴシック" charset="0"/>
            </a:endParaRPr>
          </a:p>
        </p:txBody>
      </p:sp>
    </p:spTree>
    <p:extLst>
      <p:ext uri="{BB962C8B-B14F-4D97-AF65-F5344CB8AC3E}">
        <p14:creationId xmlns:p14="http://schemas.microsoft.com/office/powerpoint/2010/main" val="9690813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06A70F0-0BEB-5343-A355-C2617C502D02}"/>
              </a:ext>
            </a:extLst>
          </p:cNvPr>
          <p:cNvSpPr txBox="1">
            <a:spLocks noChangeArrowheads="1"/>
          </p:cNvSpPr>
          <p:nvPr/>
        </p:nvSpPr>
        <p:spPr bwMode="auto">
          <a:xfrm>
            <a:off x="3878262" y="342900"/>
            <a:ext cx="5757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0°</a:t>
            </a:r>
          </a:p>
        </p:txBody>
      </p:sp>
      <p:grpSp>
        <p:nvGrpSpPr>
          <p:cNvPr id="14" name="Group 13">
            <a:extLst>
              <a:ext uri="{FF2B5EF4-FFF2-40B4-BE49-F238E27FC236}">
                <a16:creationId xmlns:a16="http://schemas.microsoft.com/office/drawing/2014/main" id="{51CE8F36-55C6-9E45-9944-849F9DADCA56}"/>
              </a:ext>
            </a:extLst>
          </p:cNvPr>
          <p:cNvGrpSpPr/>
          <p:nvPr/>
        </p:nvGrpSpPr>
        <p:grpSpPr>
          <a:xfrm>
            <a:off x="-1" y="0"/>
            <a:ext cx="2595155" cy="5704114"/>
            <a:chOff x="-1" y="0"/>
            <a:chExt cx="3429002" cy="6927850"/>
          </a:xfrm>
        </p:grpSpPr>
        <p:pic>
          <p:nvPicPr>
            <p:cNvPr id="7" name="Picture 6">
              <a:extLst>
                <a:ext uri="{FF2B5EF4-FFF2-40B4-BE49-F238E27FC236}">
                  <a16:creationId xmlns:a16="http://schemas.microsoft.com/office/drawing/2014/main" id="{8E05130F-691D-894D-9775-C7208B862F0B}"/>
                </a:ext>
              </a:extLst>
            </p:cNvPr>
            <p:cNvPicPr>
              <a:picLocks noChangeAspect="1"/>
            </p:cNvPicPr>
            <p:nvPr/>
          </p:nvPicPr>
          <p:blipFill>
            <a:blip r:embed="rId2"/>
            <a:stretch>
              <a:fillRect/>
            </a:stretch>
          </p:blipFill>
          <p:spPr>
            <a:xfrm>
              <a:off x="0" y="0"/>
              <a:ext cx="3429000" cy="2357437"/>
            </a:xfrm>
            <a:prstGeom prst="rect">
              <a:avLst/>
            </a:prstGeom>
          </p:spPr>
        </p:pic>
        <p:pic>
          <p:nvPicPr>
            <p:cNvPr id="9" name="Picture 8">
              <a:extLst>
                <a:ext uri="{FF2B5EF4-FFF2-40B4-BE49-F238E27FC236}">
                  <a16:creationId xmlns:a16="http://schemas.microsoft.com/office/drawing/2014/main" id="{D399ED09-247D-6446-A5E5-1DA37781F5AA}"/>
                </a:ext>
              </a:extLst>
            </p:cNvPr>
            <p:cNvPicPr>
              <a:picLocks noChangeAspect="1"/>
            </p:cNvPicPr>
            <p:nvPr/>
          </p:nvPicPr>
          <p:blipFill>
            <a:blip r:embed="rId3"/>
            <a:stretch>
              <a:fillRect/>
            </a:stretch>
          </p:blipFill>
          <p:spPr>
            <a:xfrm>
              <a:off x="0" y="1562100"/>
              <a:ext cx="3429000" cy="2357437"/>
            </a:xfrm>
            <a:prstGeom prst="rect">
              <a:avLst/>
            </a:prstGeom>
          </p:spPr>
        </p:pic>
        <p:pic>
          <p:nvPicPr>
            <p:cNvPr id="11" name="Picture 10">
              <a:extLst>
                <a:ext uri="{FF2B5EF4-FFF2-40B4-BE49-F238E27FC236}">
                  <a16:creationId xmlns:a16="http://schemas.microsoft.com/office/drawing/2014/main" id="{99792E59-5863-D14C-84B8-0DF7F8D4702C}"/>
                </a:ext>
              </a:extLst>
            </p:cNvPr>
            <p:cNvPicPr>
              <a:picLocks noChangeAspect="1"/>
            </p:cNvPicPr>
            <p:nvPr/>
          </p:nvPicPr>
          <p:blipFill>
            <a:blip r:embed="rId4"/>
            <a:stretch>
              <a:fillRect/>
            </a:stretch>
          </p:blipFill>
          <p:spPr>
            <a:xfrm>
              <a:off x="1" y="3086100"/>
              <a:ext cx="3429000" cy="2357437"/>
            </a:xfrm>
            <a:prstGeom prst="rect">
              <a:avLst/>
            </a:prstGeom>
          </p:spPr>
        </p:pic>
        <p:pic>
          <p:nvPicPr>
            <p:cNvPr id="13" name="Picture 12">
              <a:extLst>
                <a:ext uri="{FF2B5EF4-FFF2-40B4-BE49-F238E27FC236}">
                  <a16:creationId xmlns:a16="http://schemas.microsoft.com/office/drawing/2014/main" id="{183CEB51-28A6-8C44-82F1-9C8B44449C6E}"/>
                </a:ext>
              </a:extLst>
            </p:cNvPr>
            <p:cNvPicPr>
              <a:picLocks noChangeAspect="1"/>
            </p:cNvPicPr>
            <p:nvPr/>
          </p:nvPicPr>
          <p:blipFill>
            <a:blip r:embed="rId5"/>
            <a:stretch>
              <a:fillRect/>
            </a:stretch>
          </p:blipFill>
          <p:spPr>
            <a:xfrm>
              <a:off x="-1" y="4570412"/>
              <a:ext cx="3429001" cy="2357438"/>
            </a:xfrm>
            <a:prstGeom prst="rect">
              <a:avLst/>
            </a:prstGeom>
          </p:spPr>
        </p:pic>
      </p:grpSp>
      <p:sp>
        <p:nvSpPr>
          <p:cNvPr id="15" name="TextBox 14">
            <a:extLst>
              <a:ext uri="{FF2B5EF4-FFF2-40B4-BE49-F238E27FC236}">
                <a16:creationId xmlns:a16="http://schemas.microsoft.com/office/drawing/2014/main" id="{12064761-27BE-C143-B9F1-C36FD503B8D8}"/>
              </a:ext>
            </a:extLst>
          </p:cNvPr>
          <p:cNvSpPr txBox="1">
            <a:spLocks noChangeArrowheads="1"/>
          </p:cNvSpPr>
          <p:nvPr/>
        </p:nvSpPr>
        <p:spPr bwMode="auto">
          <a:xfrm>
            <a:off x="3885308" y="1605797"/>
            <a:ext cx="137249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23.44°</a:t>
            </a:r>
          </a:p>
        </p:txBody>
      </p:sp>
      <p:sp>
        <p:nvSpPr>
          <p:cNvPr id="16" name="TextBox 15">
            <a:extLst>
              <a:ext uri="{FF2B5EF4-FFF2-40B4-BE49-F238E27FC236}">
                <a16:creationId xmlns:a16="http://schemas.microsoft.com/office/drawing/2014/main" id="{F71A29B0-6731-2644-9A34-AC50382AAAE5}"/>
              </a:ext>
            </a:extLst>
          </p:cNvPr>
          <p:cNvSpPr txBox="1">
            <a:spLocks noChangeArrowheads="1"/>
          </p:cNvSpPr>
          <p:nvPr/>
        </p:nvSpPr>
        <p:spPr bwMode="auto">
          <a:xfrm>
            <a:off x="3885308" y="2868694"/>
            <a:ext cx="8034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60°</a:t>
            </a:r>
          </a:p>
        </p:txBody>
      </p:sp>
      <p:sp>
        <p:nvSpPr>
          <p:cNvPr id="17" name="TextBox 16">
            <a:extLst>
              <a:ext uri="{FF2B5EF4-FFF2-40B4-BE49-F238E27FC236}">
                <a16:creationId xmlns:a16="http://schemas.microsoft.com/office/drawing/2014/main" id="{7D41079D-7992-3740-B845-E5F9C6E901D8}"/>
              </a:ext>
            </a:extLst>
          </p:cNvPr>
          <p:cNvSpPr txBox="1">
            <a:spLocks noChangeArrowheads="1"/>
          </p:cNvSpPr>
          <p:nvPr/>
        </p:nvSpPr>
        <p:spPr bwMode="auto">
          <a:xfrm>
            <a:off x="3885308" y="4076604"/>
            <a:ext cx="8034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90°</a:t>
            </a:r>
          </a:p>
        </p:txBody>
      </p:sp>
      <p:grpSp>
        <p:nvGrpSpPr>
          <p:cNvPr id="26" name="Group 25">
            <a:extLst>
              <a:ext uri="{FF2B5EF4-FFF2-40B4-BE49-F238E27FC236}">
                <a16:creationId xmlns:a16="http://schemas.microsoft.com/office/drawing/2014/main" id="{BEADCE4E-2D8A-EF48-AC1D-81CA96AE4FE9}"/>
              </a:ext>
            </a:extLst>
          </p:cNvPr>
          <p:cNvGrpSpPr/>
          <p:nvPr/>
        </p:nvGrpSpPr>
        <p:grpSpPr>
          <a:xfrm>
            <a:off x="6316800" y="8424"/>
            <a:ext cx="2827200" cy="5750869"/>
            <a:chOff x="6320700" y="0"/>
            <a:chExt cx="2827200" cy="5750869"/>
          </a:xfrm>
        </p:grpSpPr>
        <p:pic>
          <p:nvPicPr>
            <p:cNvPr id="19" name="Picture 18">
              <a:extLst>
                <a:ext uri="{FF2B5EF4-FFF2-40B4-BE49-F238E27FC236}">
                  <a16:creationId xmlns:a16="http://schemas.microsoft.com/office/drawing/2014/main" id="{F2BAF9C1-448C-EB41-940C-0E8991FC2500}"/>
                </a:ext>
              </a:extLst>
            </p:cNvPr>
            <p:cNvPicPr>
              <a:picLocks noChangeAspect="1"/>
            </p:cNvPicPr>
            <p:nvPr/>
          </p:nvPicPr>
          <p:blipFill>
            <a:blip r:embed="rId6"/>
            <a:stretch>
              <a:fillRect/>
            </a:stretch>
          </p:blipFill>
          <p:spPr>
            <a:xfrm>
              <a:off x="6324600" y="0"/>
              <a:ext cx="2819400" cy="1938338"/>
            </a:xfrm>
            <a:prstGeom prst="rect">
              <a:avLst/>
            </a:prstGeom>
          </p:spPr>
        </p:pic>
        <p:pic>
          <p:nvPicPr>
            <p:cNvPr id="21" name="Picture 20">
              <a:extLst>
                <a:ext uri="{FF2B5EF4-FFF2-40B4-BE49-F238E27FC236}">
                  <a16:creationId xmlns:a16="http://schemas.microsoft.com/office/drawing/2014/main" id="{9A8DCE40-94B0-DE40-90EB-A7D5537E11AB}"/>
                </a:ext>
              </a:extLst>
            </p:cNvPr>
            <p:cNvPicPr>
              <a:picLocks noChangeAspect="1"/>
            </p:cNvPicPr>
            <p:nvPr/>
          </p:nvPicPr>
          <p:blipFill>
            <a:blip r:embed="rId7"/>
            <a:stretch>
              <a:fillRect/>
            </a:stretch>
          </p:blipFill>
          <p:spPr>
            <a:xfrm>
              <a:off x="6324600" y="1271619"/>
              <a:ext cx="2823300" cy="1941019"/>
            </a:xfrm>
            <a:prstGeom prst="rect">
              <a:avLst/>
            </a:prstGeom>
          </p:spPr>
        </p:pic>
        <p:pic>
          <p:nvPicPr>
            <p:cNvPr id="23" name="Picture 22">
              <a:extLst>
                <a:ext uri="{FF2B5EF4-FFF2-40B4-BE49-F238E27FC236}">
                  <a16:creationId xmlns:a16="http://schemas.microsoft.com/office/drawing/2014/main" id="{20E3ABC0-F654-9D4F-A6D1-D5EDAB1B9AA5}"/>
                </a:ext>
              </a:extLst>
            </p:cNvPr>
            <p:cNvPicPr>
              <a:picLocks noChangeAspect="1"/>
            </p:cNvPicPr>
            <p:nvPr/>
          </p:nvPicPr>
          <p:blipFill>
            <a:blip r:embed="rId8"/>
            <a:stretch>
              <a:fillRect/>
            </a:stretch>
          </p:blipFill>
          <p:spPr>
            <a:xfrm>
              <a:off x="6320700" y="2540971"/>
              <a:ext cx="2823300" cy="1941019"/>
            </a:xfrm>
            <a:prstGeom prst="rect">
              <a:avLst/>
            </a:prstGeom>
          </p:spPr>
        </p:pic>
        <p:pic>
          <p:nvPicPr>
            <p:cNvPr id="25" name="Picture 24">
              <a:extLst>
                <a:ext uri="{FF2B5EF4-FFF2-40B4-BE49-F238E27FC236}">
                  <a16:creationId xmlns:a16="http://schemas.microsoft.com/office/drawing/2014/main" id="{8BC260AD-B657-2B4E-8D33-4E0AC1BE9122}"/>
                </a:ext>
              </a:extLst>
            </p:cNvPr>
            <p:cNvPicPr>
              <a:picLocks noChangeAspect="1"/>
            </p:cNvPicPr>
            <p:nvPr/>
          </p:nvPicPr>
          <p:blipFill>
            <a:blip r:embed="rId9"/>
            <a:stretch>
              <a:fillRect/>
            </a:stretch>
          </p:blipFill>
          <p:spPr>
            <a:xfrm>
              <a:off x="6328585" y="3815271"/>
              <a:ext cx="2815415" cy="1935598"/>
            </a:xfrm>
            <a:prstGeom prst="rect">
              <a:avLst/>
            </a:prstGeom>
          </p:spPr>
        </p:pic>
      </p:grpSp>
      <p:sp>
        <p:nvSpPr>
          <p:cNvPr id="2" name="Rectangle 1">
            <a:extLst>
              <a:ext uri="{FF2B5EF4-FFF2-40B4-BE49-F238E27FC236}">
                <a16:creationId xmlns:a16="http://schemas.microsoft.com/office/drawing/2014/main" id="{AD2D9A3F-C0F5-6E42-8E4B-EACDD1668E98}"/>
              </a:ext>
            </a:extLst>
          </p:cNvPr>
          <p:cNvSpPr/>
          <p:nvPr/>
        </p:nvSpPr>
        <p:spPr>
          <a:xfrm>
            <a:off x="-8187" y="2628900"/>
            <a:ext cx="2650603" cy="3060856"/>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7E9D0FBD-9FEB-A04D-B20D-550B1CBB219D}"/>
              </a:ext>
            </a:extLst>
          </p:cNvPr>
          <p:cNvSpPr/>
          <p:nvPr/>
        </p:nvSpPr>
        <p:spPr>
          <a:xfrm>
            <a:off x="6257987" y="2540971"/>
            <a:ext cx="3038413" cy="4472575"/>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16D27CE-B5A0-094E-A4F8-65FF99F5DB68}"/>
              </a:ext>
            </a:extLst>
          </p:cNvPr>
          <p:cNvSpPr/>
          <p:nvPr/>
        </p:nvSpPr>
        <p:spPr>
          <a:xfrm>
            <a:off x="-12087" y="14264"/>
            <a:ext cx="2650603" cy="1265779"/>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7868C8A1-DA92-8147-8568-F6F00464ECC4}"/>
              </a:ext>
            </a:extLst>
          </p:cNvPr>
          <p:cNvSpPr/>
          <p:nvPr/>
        </p:nvSpPr>
        <p:spPr>
          <a:xfrm>
            <a:off x="6019801" y="0"/>
            <a:ext cx="3124200" cy="1265779"/>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645736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06A70F0-0BEB-5343-A355-C2617C502D02}"/>
              </a:ext>
            </a:extLst>
          </p:cNvPr>
          <p:cNvSpPr txBox="1">
            <a:spLocks noChangeArrowheads="1"/>
          </p:cNvSpPr>
          <p:nvPr/>
        </p:nvSpPr>
        <p:spPr bwMode="auto">
          <a:xfrm>
            <a:off x="3878262" y="342900"/>
            <a:ext cx="5757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0°</a:t>
            </a:r>
          </a:p>
        </p:txBody>
      </p:sp>
      <p:grpSp>
        <p:nvGrpSpPr>
          <p:cNvPr id="14" name="Group 13">
            <a:extLst>
              <a:ext uri="{FF2B5EF4-FFF2-40B4-BE49-F238E27FC236}">
                <a16:creationId xmlns:a16="http://schemas.microsoft.com/office/drawing/2014/main" id="{51CE8F36-55C6-9E45-9944-849F9DADCA56}"/>
              </a:ext>
            </a:extLst>
          </p:cNvPr>
          <p:cNvGrpSpPr/>
          <p:nvPr/>
        </p:nvGrpSpPr>
        <p:grpSpPr>
          <a:xfrm>
            <a:off x="-1" y="0"/>
            <a:ext cx="2595155" cy="5704114"/>
            <a:chOff x="-1" y="0"/>
            <a:chExt cx="3429002" cy="6927850"/>
          </a:xfrm>
        </p:grpSpPr>
        <p:pic>
          <p:nvPicPr>
            <p:cNvPr id="7" name="Picture 6">
              <a:extLst>
                <a:ext uri="{FF2B5EF4-FFF2-40B4-BE49-F238E27FC236}">
                  <a16:creationId xmlns:a16="http://schemas.microsoft.com/office/drawing/2014/main" id="{8E05130F-691D-894D-9775-C7208B862F0B}"/>
                </a:ext>
              </a:extLst>
            </p:cNvPr>
            <p:cNvPicPr>
              <a:picLocks noChangeAspect="1"/>
            </p:cNvPicPr>
            <p:nvPr/>
          </p:nvPicPr>
          <p:blipFill>
            <a:blip r:embed="rId2"/>
            <a:stretch>
              <a:fillRect/>
            </a:stretch>
          </p:blipFill>
          <p:spPr>
            <a:xfrm>
              <a:off x="0" y="0"/>
              <a:ext cx="3429000" cy="2357437"/>
            </a:xfrm>
            <a:prstGeom prst="rect">
              <a:avLst/>
            </a:prstGeom>
          </p:spPr>
        </p:pic>
        <p:pic>
          <p:nvPicPr>
            <p:cNvPr id="9" name="Picture 8">
              <a:extLst>
                <a:ext uri="{FF2B5EF4-FFF2-40B4-BE49-F238E27FC236}">
                  <a16:creationId xmlns:a16="http://schemas.microsoft.com/office/drawing/2014/main" id="{D399ED09-247D-6446-A5E5-1DA37781F5AA}"/>
                </a:ext>
              </a:extLst>
            </p:cNvPr>
            <p:cNvPicPr>
              <a:picLocks noChangeAspect="1"/>
            </p:cNvPicPr>
            <p:nvPr/>
          </p:nvPicPr>
          <p:blipFill>
            <a:blip r:embed="rId3"/>
            <a:stretch>
              <a:fillRect/>
            </a:stretch>
          </p:blipFill>
          <p:spPr>
            <a:xfrm>
              <a:off x="0" y="1562100"/>
              <a:ext cx="3429000" cy="2357437"/>
            </a:xfrm>
            <a:prstGeom prst="rect">
              <a:avLst/>
            </a:prstGeom>
          </p:spPr>
        </p:pic>
        <p:pic>
          <p:nvPicPr>
            <p:cNvPr id="11" name="Picture 10">
              <a:extLst>
                <a:ext uri="{FF2B5EF4-FFF2-40B4-BE49-F238E27FC236}">
                  <a16:creationId xmlns:a16="http://schemas.microsoft.com/office/drawing/2014/main" id="{99792E59-5863-D14C-84B8-0DF7F8D4702C}"/>
                </a:ext>
              </a:extLst>
            </p:cNvPr>
            <p:cNvPicPr>
              <a:picLocks noChangeAspect="1"/>
            </p:cNvPicPr>
            <p:nvPr/>
          </p:nvPicPr>
          <p:blipFill>
            <a:blip r:embed="rId4"/>
            <a:stretch>
              <a:fillRect/>
            </a:stretch>
          </p:blipFill>
          <p:spPr>
            <a:xfrm>
              <a:off x="1" y="3086100"/>
              <a:ext cx="3429000" cy="2357437"/>
            </a:xfrm>
            <a:prstGeom prst="rect">
              <a:avLst/>
            </a:prstGeom>
          </p:spPr>
        </p:pic>
        <p:pic>
          <p:nvPicPr>
            <p:cNvPr id="13" name="Picture 12">
              <a:extLst>
                <a:ext uri="{FF2B5EF4-FFF2-40B4-BE49-F238E27FC236}">
                  <a16:creationId xmlns:a16="http://schemas.microsoft.com/office/drawing/2014/main" id="{183CEB51-28A6-8C44-82F1-9C8B44449C6E}"/>
                </a:ext>
              </a:extLst>
            </p:cNvPr>
            <p:cNvPicPr>
              <a:picLocks noChangeAspect="1"/>
            </p:cNvPicPr>
            <p:nvPr/>
          </p:nvPicPr>
          <p:blipFill>
            <a:blip r:embed="rId5"/>
            <a:stretch>
              <a:fillRect/>
            </a:stretch>
          </p:blipFill>
          <p:spPr>
            <a:xfrm>
              <a:off x="-1" y="4570412"/>
              <a:ext cx="3429001" cy="2357438"/>
            </a:xfrm>
            <a:prstGeom prst="rect">
              <a:avLst/>
            </a:prstGeom>
          </p:spPr>
        </p:pic>
      </p:grpSp>
      <p:sp>
        <p:nvSpPr>
          <p:cNvPr id="15" name="TextBox 14">
            <a:extLst>
              <a:ext uri="{FF2B5EF4-FFF2-40B4-BE49-F238E27FC236}">
                <a16:creationId xmlns:a16="http://schemas.microsoft.com/office/drawing/2014/main" id="{12064761-27BE-C143-B9F1-C36FD503B8D8}"/>
              </a:ext>
            </a:extLst>
          </p:cNvPr>
          <p:cNvSpPr txBox="1">
            <a:spLocks noChangeArrowheads="1"/>
          </p:cNvSpPr>
          <p:nvPr/>
        </p:nvSpPr>
        <p:spPr bwMode="auto">
          <a:xfrm>
            <a:off x="3885308" y="1605797"/>
            <a:ext cx="137249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23.44°</a:t>
            </a:r>
          </a:p>
        </p:txBody>
      </p:sp>
      <p:sp>
        <p:nvSpPr>
          <p:cNvPr id="16" name="TextBox 15">
            <a:extLst>
              <a:ext uri="{FF2B5EF4-FFF2-40B4-BE49-F238E27FC236}">
                <a16:creationId xmlns:a16="http://schemas.microsoft.com/office/drawing/2014/main" id="{F71A29B0-6731-2644-9A34-AC50382AAAE5}"/>
              </a:ext>
            </a:extLst>
          </p:cNvPr>
          <p:cNvSpPr txBox="1">
            <a:spLocks noChangeArrowheads="1"/>
          </p:cNvSpPr>
          <p:nvPr/>
        </p:nvSpPr>
        <p:spPr bwMode="auto">
          <a:xfrm>
            <a:off x="3885308" y="2868694"/>
            <a:ext cx="8034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60°</a:t>
            </a:r>
          </a:p>
        </p:txBody>
      </p:sp>
      <p:sp>
        <p:nvSpPr>
          <p:cNvPr id="17" name="TextBox 16">
            <a:extLst>
              <a:ext uri="{FF2B5EF4-FFF2-40B4-BE49-F238E27FC236}">
                <a16:creationId xmlns:a16="http://schemas.microsoft.com/office/drawing/2014/main" id="{7D41079D-7992-3740-B845-E5F9C6E901D8}"/>
              </a:ext>
            </a:extLst>
          </p:cNvPr>
          <p:cNvSpPr txBox="1">
            <a:spLocks noChangeArrowheads="1"/>
          </p:cNvSpPr>
          <p:nvPr/>
        </p:nvSpPr>
        <p:spPr bwMode="auto">
          <a:xfrm>
            <a:off x="3885308" y="4076604"/>
            <a:ext cx="8034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90°</a:t>
            </a:r>
          </a:p>
        </p:txBody>
      </p:sp>
      <p:grpSp>
        <p:nvGrpSpPr>
          <p:cNvPr id="26" name="Group 25">
            <a:extLst>
              <a:ext uri="{FF2B5EF4-FFF2-40B4-BE49-F238E27FC236}">
                <a16:creationId xmlns:a16="http://schemas.microsoft.com/office/drawing/2014/main" id="{BEADCE4E-2D8A-EF48-AC1D-81CA96AE4FE9}"/>
              </a:ext>
            </a:extLst>
          </p:cNvPr>
          <p:cNvGrpSpPr/>
          <p:nvPr/>
        </p:nvGrpSpPr>
        <p:grpSpPr>
          <a:xfrm>
            <a:off x="6316800" y="8424"/>
            <a:ext cx="2827200" cy="5750869"/>
            <a:chOff x="6320700" y="0"/>
            <a:chExt cx="2827200" cy="5750869"/>
          </a:xfrm>
        </p:grpSpPr>
        <p:pic>
          <p:nvPicPr>
            <p:cNvPr id="19" name="Picture 18">
              <a:extLst>
                <a:ext uri="{FF2B5EF4-FFF2-40B4-BE49-F238E27FC236}">
                  <a16:creationId xmlns:a16="http://schemas.microsoft.com/office/drawing/2014/main" id="{F2BAF9C1-448C-EB41-940C-0E8991FC2500}"/>
                </a:ext>
              </a:extLst>
            </p:cNvPr>
            <p:cNvPicPr>
              <a:picLocks noChangeAspect="1"/>
            </p:cNvPicPr>
            <p:nvPr/>
          </p:nvPicPr>
          <p:blipFill>
            <a:blip r:embed="rId6"/>
            <a:stretch>
              <a:fillRect/>
            </a:stretch>
          </p:blipFill>
          <p:spPr>
            <a:xfrm>
              <a:off x="6324600" y="0"/>
              <a:ext cx="2819400" cy="1938338"/>
            </a:xfrm>
            <a:prstGeom prst="rect">
              <a:avLst/>
            </a:prstGeom>
          </p:spPr>
        </p:pic>
        <p:pic>
          <p:nvPicPr>
            <p:cNvPr id="21" name="Picture 20">
              <a:extLst>
                <a:ext uri="{FF2B5EF4-FFF2-40B4-BE49-F238E27FC236}">
                  <a16:creationId xmlns:a16="http://schemas.microsoft.com/office/drawing/2014/main" id="{9A8DCE40-94B0-DE40-90EB-A7D5537E11AB}"/>
                </a:ext>
              </a:extLst>
            </p:cNvPr>
            <p:cNvPicPr>
              <a:picLocks noChangeAspect="1"/>
            </p:cNvPicPr>
            <p:nvPr/>
          </p:nvPicPr>
          <p:blipFill>
            <a:blip r:embed="rId7"/>
            <a:stretch>
              <a:fillRect/>
            </a:stretch>
          </p:blipFill>
          <p:spPr>
            <a:xfrm>
              <a:off x="6324600" y="1271619"/>
              <a:ext cx="2823300" cy="1941019"/>
            </a:xfrm>
            <a:prstGeom prst="rect">
              <a:avLst/>
            </a:prstGeom>
          </p:spPr>
        </p:pic>
        <p:pic>
          <p:nvPicPr>
            <p:cNvPr id="23" name="Picture 22">
              <a:extLst>
                <a:ext uri="{FF2B5EF4-FFF2-40B4-BE49-F238E27FC236}">
                  <a16:creationId xmlns:a16="http://schemas.microsoft.com/office/drawing/2014/main" id="{20E3ABC0-F654-9D4F-A6D1-D5EDAB1B9AA5}"/>
                </a:ext>
              </a:extLst>
            </p:cNvPr>
            <p:cNvPicPr>
              <a:picLocks noChangeAspect="1"/>
            </p:cNvPicPr>
            <p:nvPr/>
          </p:nvPicPr>
          <p:blipFill>
            <a:blip r:embed="rId8"/>
            <a:stretch>
              <a:fillRect/>
            </a:stretch>
          </p:blipFill>
          <p:spPr>
            <a:xfrm>
              <a:off x="6320700" y="2540971"/>
              <a:ext cx="2823300" cy="1941019"/>
            </a:xfrm>
            <a:prstGeom prst="rect">
              <a:avLst/>
            </a:prstGeom>
          </p:spPr>
        </p:pic>
        <p:pic>
          <p:nvPicPr>
            <p:cNvPr id="25" name="Picture 24">
              <a:extLst>
                <a:ext uri="{FF2B5EF4-FFF2-40B4-BE49-F238E27FC236}">
                  <a16:creationId xmlns:a16="http://schemas.microsoft.com/office/drawing/2014/main" id="{8BC260AD-B657-2B4E-8D33-4E0AC1BE9122}"/>
                </a:ext>
              </a:extLst>
            </p:cNvPr>
            <p:cNvPicPr>
              <a:picLocks noChangeAspect="1"/>
            </p:cNvPicPr>
            <p:nvPr/>
          </p:nvPicPr>
          <p:blipFill>
            <a:blip r:embed="rId9"/>
            <a:stretch>
              <a:fillRect/>
            </a:stretch>
          </p:blipFill>
          <p:spPr>
            <a:xfrm>
              <a:off x="6328585" y="3815271"/>
              <a:ext cx="2815415" cy="1935598"/>
            </a:xfrm>
            <a:prstGeom prst="rect">
              <a:avLst/>
            </a:prstGeom>
          </p:spPr>
        </p:pic>
      </p:grpSp>
    </p:spTree>
    <p:extLst>
      <p:ext uri="{BB962C8B-B14F-4D97-AF65-F5344CB8AC3E}">
        <p14:creationId xmlns:p14="http://schemas.microsoft.com/office/powerpoint/2010/main" val="32771059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06A70F0-0BEB-5343-A355-C2617C502D02}"/>
              </a:ext>
            </a:extLst>
          </p:cNvPr>
          <p:cNvSpPr txBox="1">
            <a:spLocks noChangeArrowheads="1"/>
          </p:cNvSpPr>
          <p:nvPr/>
        </p:nvSpPr>
        <p:spPr bwMode="auto">
          <a:xfrm>
            <a:off x="3878262" y="342900"/>
            <a:ext cx="57579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0°</a:t>
            </a:r>
          </a:p>
        </p:txBody>
      </p:sp>
      <p:grpSp>
        <p:nvGrpSpPr>
          <p:cNvPr id="14" name="Group 13">
            <a:extLst>
              <a:ext uri="{FF2B5EF4-FFF2-40B4-BE49-F238E27FC236}">
                <a16:creationId xmlns:a16="http://schemas.microsoft.com/office/drawing/2014/main" id="{51CE8F36-55C6-9E45-9944-849F9DADCA56}"/>
              </a:ext>
            </a:extLst>
          </p:cNvPr>
          <p:cNvGrpSpPr/>
          <p:nvPr/>
        </p:nvGrpSpPr>
        <p:grpSpPr>
          <a:xfrm>
            <a:off x="-1" y="0"/>
            <a:ext cx="2595155" cy="5704114"/>
            <a:chOff x="-1" y="0"/>
            <a:chExt cx="3429002" cy="6927850"/>
          </a:xfrm>
        </p:grpSpPr>
        <p:pic>
          <p:nvPicPr>
            <p:cNvPr id="7" name="Picture 6">
              <a:extLst>
                <a:ext uri="{FF2B5EF4-FFF2-40B4-BE49-F238E27FC236}">
                  <a16:creationId xmlns:a16="http://schemas.microsoft.com/office/drawing/2014/main" id="{8E05130F-691D-894D-9775-C7208B862F0B}"/>
                </a:ext>
              </a:extLst>
            </p:cNvPr>
            <p:cNvPicPr>
              <a:picLocks noChangeAspect="1"/>
            </p:cNvPicPr>
            <p:nvPr/>
          </p:nvPicPr>
          <p:blipFill>
            <a:blip r:embed="rId2"/>
            <a:stretch>
              <a:fillRect/>
            </a:stretch>
          </p:blipFill>
          <p:spPr>
            <a:xfrm>
              <a:off x="0" y="0"/>
              <a:ext cx="3429000" cy="2357437"/>
            </a:xfrm>
            <a:prstGeom prst="rect">
              <a:avLst/>
            </a:prstGeom>
          </p:spPr>
        </p:pic>
        <p:pic>
          <p:nvPicPr>
            <p:cNvPr id="9" name="Picture 8">
              <a:extLst>
                <a:ext uri="{FF2B5EF4-FFF2-40B4-BE49-F238E27FC236}">
                  <a16:creationId xmlns:a16="http://schemas.microsoft.com/office/drawing/2014/main" id="{D399ED09-247D-6446-A5E5-1DA37781F5AA}"/>
                </a:ext>
              </a:extLst>
            </p:cNvPr>
            <p:cNvPicPr>
              <a:picLocks noChangeAspect="1"/>
            </p:cNvPicPr>
            <p:nvPr/>
          </p:nvPicPr>
          <p:blipFill>
            <a:blip r:embed="rId3"/>
            <a:stretch>
              <a:fillRect/>
            </a:stretch>
          </p:blipFill>
          <p:spPr>
            <a:xfrm>
              <a:off x="0" y="1562100"/>
              <a:ext cx="3429000" cy="2357437"/>
            </a:xfrm>
            <a:prstGeom prst="rect">
              <a:avLst/>
            </a:prstGeom>
          </p:spPr>
        </p:pic>
        <p:pic>
          <p:nvPicPr>
            <p:cNvPr id="11" name="Picture 10">
              <a:extLst>
                <a:ext uri="{FF2B5EF4-FFF2-40B4-BE49-F238E27FC236}">
                  <a16:creationId xmlns:a16="http://schemas.microsoft.com/office/drawing/2014/main" id="{99792E59-5863-D14C-84B8-0DF7F8D4702C}"/>
                </a:ext>
              </a:extLst>
            </p:cNvPr>
            <p:cNvPicPr>
              <a:picLocks noChangeAspect="1"/>
            </p:cNvPicPr>
            <p:nvPr/>
          </p:nvPicPr>
          <p:blipFill>
            <a:blip r:embed="rId4"/>
            <a:stretch>
              <a:fillRect/>
            </a:stretch>
          </p:blipFill>
          <p:spPr>
            <a:xfrm>
              <a:off x="1" y="3086100"/>
              <a:ext cx="3429000" cy="2357437"/>
            </a:xfrm>
            <a:prstGeom prst="rect">
              <a:avLst/>
            </a:prstGeom>
          </p:spPr>
        </p:pic>
        <p:pic>
          <p:nvPicPr>
            <p:cNvPr id="13" name="Picture 12">
              <a:extLst>
                <a:ext uri="{FF2B5EF4-FFF2-40B4-BE49-F238E27FC236}">
                  <a16:creationId xmlns:a16="http://schemas.microsoft.com/office/drawing/2014/main" id="{183CEB51-28A6-8C44-82F1-9C8B44449C6E}"/>
                </a:ext>
              </a:extLst>
            </p:cNvPr>
            <p:cNvPicPr>
              <a:picLocks noChangeAspect="1"/>
            </p:cNvPicPr>
            <p:nvPr/>
          </p:nvPicPr>
          <p:blipFill>
            <a:blip r:embed="rId5"/>
            <a:stretch>
              <a:fillRect/>
            </a:stretch>
          </p:blipFill>
          <p:spPr>
            <a:xfrm>
              <a:off x="-1" y="4570412"/>
              <a:ext cx="3429001" cy="2357438"/>
            </a:xfrm>
            <a:prstGeom prst="rect">
              <a:avLst/>
            </a:prstGeom>
          </p:spPr>
        </p:pic>
      </p:grpSp>
      <p:sp>
        <p:nvSpPr>
          <p:cNvPr id="15" name="TextBox 14">
            <a:extLst>
              <a:ext uri="{FF2B5EF4-FFF2-40B4-BE49-F238E27FC236}">
                <a16:creationId xmlns:a16="http://schemas.microsoft.com/office/drawing/2014/main" id="{12064761-27BE-C143-B9F1-C36FD503B8D8}"/>
              </a:ext>
            </a:extLst>
          </p:cNvPr>
          <p:cNvSpPr txBox="1">
            <a:spLocks noChangeArrowheads="1"/>
          </p:cNvSpPr>
          <p:nvPr/>
        </p:nvSpPr>
        <p:spPr bwMode="auto">
          <a:xfrm>
            <a:off x="3885308" y="1605797"/>
            <a:ext cx="137249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23.44°</a:t>
            </a:r>
          </a:p>
        </p:txBody>
      </p:sp>
      <p:sp>
        <p:nvSpPr>
          <p:cNvPr id="16" name="TextBox 15">
            <a:extLst>
              <a:ext uri="{FF2B5EF4-FFF2-40B4-BE49-F238E27FC236}">
                <a16:creationId xmlns:a16="http://schemas.microsoft.com/office/drawing/2014/main" id="{F71A29B0-6731-2644-9A34-AC50382AAAE5}"/>
              </a:ext>
            </a:extLst>
          </p:cNvPr>
          <p:cNvSpPr txBox="1">
            <a:spLocks noChangeArrowheads="1"/>
          </p:cNvSpPr>
          <p:nvPr/>
        </p:nvSpPr>
        <p:spPr bwMode="auto">
          <a:xfrm>
            <a:off x="3885308" y="2868694"/>
            <a:ext cx="8034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60°</a:t>
            </a:r>
          </a:p>
        </p:txBody>
      </p:sp>
      <p:sp>
        <p:nvSpPr>
          <p:cNvPr id="17" name="TextBox 16">
            <a:extLst>
              <a:ext uri="{FF2B5EF4-FFF2-40B4-BE49-F238E27FC236}">
                <a16:creationId xmlns:a16="http://schemas.microsoft.com/office/drawing/2014/main" id="{7D41079D-7992-3740-B845-E5F9C6E901D8}"/>
              </a:ext>
            </a:extLst>
          </p:cNvPr>
          <p:cNvSpPr txBox="1">
            <a:spLocks noChangeArrowheads="1"/>
          </p:cNvSpPr>
          <p:nvPr/>
        </p:nvSpPr>
        <p:spPr bwMode="auto">
          <a:xfrm>
            <a:off x="3885308" y="4076604"/>
            <a:ext cx="80342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90°</a:t>
            </a:r>
          </a:p>
        </p:txBody>
      </p:sp>
      <p:grpSp>
        <p:nvGrpSpPr>
          <p:cNvPr id="26" name="Group 25">
            <a:extLst>
              <a:ext uri="{FF2B5EF4-FFF2-40B4-BE49-F238E27FC236}">
                <a16:creationId xmlns:a16="http://schemas.microsoft.com/office/drawing/2014/main" id="{BEADCE4E-2D8A-EF48-AC1D-81CA96AE4FE9}"/>
              </a:ext>
            </a:extLst>
          </p:cNvPr>
          <p:cNvGrpSpPr/>
          <p:nvPr/>
        </p:nvGrpSpPr>
        <p:grpSpPr>
          <a:xfrm>
            <a:off x="6316800" y="8424"/>
            <a:ext cx="2827200" cy="5750869"/>
            <a:chOff x="6320700" y="0"/>
            <a:chExt cx="2827200" cy="5750869"/>
          </a:xfrm>
        </p:grpSpPr>
        <p:pic>
          <p:nvPicPr>
            <p:cNvPr id="19" name="Picture 18">
              <a:extLst>
                <a:ext uri="{FF2B5EF4-FFF2-40B4-BE49-F238E27FC236}">
                  <a16:creationId xmlns:a16="http://schemas.microsoft.com/office/drawing/2014/main" id="{F2BAF9C1-448C-EB41-940C-0E8991FC2500}"/>
                </a:ext>
              </a:extLst>
            </p:cNvPr>
            <p:cNvPicPr>
              <a:picLocks noChangeAspect="1"/>
            </p:cNvPicPr>
            <p:nvPr/>
          </p:nvPicPr>
          <p:blipFill>
            <a:blip r:embed="rId6"/>
            <a:stretch>
              <a:fillRect/>
            </a:stretch>
          </p:blipFill>
          <p:spPr>
            <a:xfrm>
              <a:off x="6324600" y="0"/>
              <a:ext cx="2819400" cy="1938338"/>
            </a:xfrm>
            <a:prstGeom prst="rect">
              <a:avLst/>
            </a:prstGeom>
          </p:spPr>
        </p:pic>
        <p:pic>
          <p:nvPicPr>
            <p:cNvPr id="21" name="Picture 20">
              <a:extLst>
                <a:ext uri="{FF2B5EF4-FFF2-40B4-BE49-F238E27FC236}">
                  <a16:creationId xmlns:a16="http://schemas.microsoft.com/office/drawing/2014/main" id="{9A8DCE40-94B0-DE40-90EB-A7D5537E11AB}"/>
                </a:ext>
              </a:extLst>
            </p:cNvPr>
            <p:cNvPicPr>
              <a:picLocks noChangeAspect="1"/>
            </p:cNvPicPr>
            <p:nvPr/>
          </p:nvPicPr>
          <p:blipFill>
            <a:blip r:embed="rId7"/>
            <a:stretch>
              <a:fillRect/>
            </a:stretch>
          </p:blipFill>
          <p:spPr>
            <a:xfrm>
              <a:off x="6324600" y="1271619"/>
              <a:ext cx="2823300" cy="1941019"/>
            </a:xfrm>
            <a:prstGeom prst="rect">
              <a:avLst/>
            </a:prstGeom>
          </p:spPr>
        </p:pic>
        <p:pic>
          <p:nvPicPr>
            <p:cNvPr id="23" name="Picture 22">
              <a:extLst>
                <a:ext uri="{FF2B5EF4-FFF2-40B4-BE49-F238E27FC236}">
                  <a16:creationId xmlns:a16="http://schemas.microsoft.com/office/drawing/2014/main" id="{20E3ABC0-F654-9D4F-A6D1-D5EDAB1B9AA5}"/>
                </a:ext>
              </a:extLst>
            </p:cNvPr>
            <p:cNvPicPr>
              <a:picLocks noChangeAspect="1"/>
            </p:cNvPicPr>
            <p:nvPr/>
          </p:nvPicPr>
          <p:blipFill>
            <a:blip r:embed="rId8"/>
            <a:stretch>
              <a:fillRect/>
            </a:stretch>
          </p:blipFill>
          <p:spPr>
            <a:xfrm>
              <a:off x="6320700" y="2540971"/>
              <a:ext cx="2823300" cy="1941019"/>
            </a:xfrm>
            <a:prstGeom prst="rect">
              <a:avLst/>
            </a:prstGeom>
          </p:spPr>
        </p:pic>
        <p:pic>
          <p:nvPicPr>
            <p:cNvPr id="25" name="Picture 24">
              <a:extLst>
                <a:ext uri="{FF2B5EF4-FFF2-40B4-BE49-F238E27FC236}">
                  <a16:creationId xmlns:a16="http://schemas.microsoft.com/office/drawing/2014/main" id="{8BC260AD-B657-2B4E-8D33-4E0AC1BE9122}"/>
                </a:ext>
              </a:extLst>
            </p:cNvPr>
            <p:cNvPicPr>
              <a:picLocks noChangeAspect="1"/>
            </p:cNvPicPr>
            <p:nvPr/>
          </p:nvPicPr>
          <p:blipFill>
            <a:blip r:embed="rId9"/>
            <a:stretch>
              <a:fillRect/>
            </a:stretch>
          </p:blipFill>
          <p:spPr>
            <a:xfrm>
              <a:off x="6328585" y="3815271"/>
              <a:ext cx="2815415" cy="1935598"/>
            </a:xfrm>
            <a:prstGeom prst="rect">
              <a:avLst/>
            </a:prstGeom>
          </p:spPr>
        </p:pic>
      </p:grpSp>
      <p:sp>
        <p:nvSpPr>
          <p:cNvPr id="27" name="TextBox 26">
            <a:extLst>
              <a:ext uri="{FF2B5EF4-FFF2-40B4-BE49-F238E27FC236}">
                <a16:creationId xmlns:a16="http://schemas.microsoft.com/office/drawing/2014/main" id="{97AC15FB-0635-E447-BE77-0FA8CE277F38}"/>
              </a:ext>
            </a:extLst>
          </p:cNvPr>
          <p:cNvSpPr txBox="1">
            <a:spLocks noChangeArrowheads="1"/>
          </p:cNvSpPr>
          <p:nvPr/>
        </p:nvSpPr>
        <p:spPr bwMode="auto">
          <a:xfrm>
            <a:off x="2699434" y="3707271"/>
            <a:ext cx="3505200" cy="1323439"/>
          </a:xfrm>
          <a:prstGeom prst="rect">
            <a:avLst/>
          </a:prstGeom>
          <a:solidFill>
            <a:schemeClr val="tx1"/>
          </a:solidFill>
          <a:ln>
            <a:noFill/>
          </a:ln>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Westerly winds when temperature decreases toward the pole.  </a:t>
            </a:r>
          </a:p>
          <a:p>
            <a:pPr>
              <a:spcBef>
                <a:spcPct val="0"/>
              </a:spcBef>
              <a:buFontTx/>
              <a:buNone/>
            </a:pPr>
            <a:endParaRPr lang="en-US" altLang="en-US" sz="1600"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a:spcBef>
                <a:spcPct val="0"/>
              </a:spcBef>
              <a:buFontTx/>
              <a:buNone/>
            </a:pPr>
            <a:r>
              <a:rPr lang="en-US" altLang="en-US" sz="1600"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Easterly winds when temperature increases toward the pole.</a:t>
            </a:r>
          </a:p>
        </p:txBody>
      </p:sp>
      <p:sp>
        <p:nvSpPr>
          <p:cNvPr id="18" name="TextBox 17">
            <a:extLst>
              <a:ext uri="{FF2B5EF4-FFF2-40B4-BE49-F238E27FC236}">
                <a16:creationId xmlns:a16="http://schemas.microsoft.com/office/drawing/2014/main" id="{27FDDFFA-BBC0-4343-AB32-28708C5A0494}"/>
              </a:ext>
            </a:extLst>
          </p:cNvPr>
          <p:cNvSpPr txBox="1">
            <a:spLocks noChangeArrowheads="1"/>
          </p:cNvSpPr>
          <p:nvPr/>
        </p:nvSpPr>
        <p:spPr bwMode="auto">
          <a:xfrm>
            <a:off x="2699434" y="2387475"/>
            <a:ext cx="3505200" cy="584775"/>
          </a:xfrm>
          <a:prstGeom prst="rect">
            <a:avLst/>
          </a:prstGeom>
          <a:solidFill>
            <a:schemeClr val="tx1"/>
          </a:solidFill>
          <a:ln>
            <a:noFill/>
          </a:ln>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Polar jet streams separate warm</a:t>
            </a:r>
          </a:p>
          <a:p>
            <a:pPr>
              <a:spcBef>
                <a:spcPct val="0"/>
              </a:spcBef>
              <a:buFontTx/>
              <a:buNone/>
            </a:pPr>
            <a:r>
              <a:rPr lang="en-US" altLang="en-US" sz="1600"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from cold air.</a:t>
            </a:r>
          </a:p>
        </p:txBody>
      </p:sp>
      <p:sp>
        <p:nvSpPr>
          <p:cNvPr id="20" name="TextBox 19">
            <a:extLst>
              <a:ext uri="{FF2B5EF4-FFF2-40B4-BE49-F238E27FC236}">
                <a16:creationId xmlns:a16="http://schemas.microsoft.com/office/drawing/2014/main" id="{BD1258D0-B487-EB48-8B86-0DB9109EB8D5}"/>
              </a:ext>
            </a:extLst>
          </p:cNvPr>
          <p:cNvSpPr txBox="1">
            <a:spLocks noChangeArrowheads="1"/>
          </p:cNvSpPr>
          <p:nvPr/>
        </p:nvSpPr>
        <p:spPr bwMode="auto">
          <a:xfrm>
            <a:off x="2699434" y="889089"/>
            <a:ext cx="3505200" cy="584775"/>
          </a:xfrm>
          <a:prstGeom prst="rect">
            <a:avLst/>
          </a:prstGeom>
          <a:solidFill>
            <a:schemeClr val="tx1"/>
          </a:solidFill>
          <a:ln>
            <a:noFill/>
          </a:ln>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1600" dirty="0">
                <a:solidFill>
                  <a:schemeClr val="bg1"/>
                </a:solidFill>
                <a:latin typeface="Arial Unicode MS" panose="020B0604020202020204" pitchFamily="34" charset="-128"/>
                <a:ea typeface="Arial Unicode MS" panose="020B0604020202020204" pitchFamily="34" charset="-128"/>
                <a:cs typeface="Arial Unicode MS" panose="020B0604020202020204" pitchFamily="34" charset="-128"/>
              </a:rPr>
              <a:t>Highest temperatures follow the Sun.</a:t>
            </a:r>
          </a:p>
        </p:txBody>
      </p:sp>
    </p:spTree>
    <p:extLst>
      <p:ext uri="{BB962C8B-B14F-4D97-AF65-F5344CB8AC3E}">
        <p14:creationId xmlns:p14="http://schemas.microsoft.com/office/powerpoint/2010/main" val="13930137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E13FC95B-51B0-8543-A892-D4E23F32786F}"/>
              </a:ext>
            </a:extLst>
          </p:cNvPr>
          <p:cNvGrpSpPr/>
          <p:nvPr/>
        </p:nvGrpSpPr>
        <p:grpSpPr>
          <a:xfrm>
            <a:off x="0" y="7620"/>
            <a:ext cx="3287089" cy="5212080"/>
            <a:chOff x="0" y="7620"/>
            <a:chExt cx="3287089" cy="5212080"/>
          </a:xfrm>
        </p:grpSpPr>
        <p:pic>
          <p:nvPicPr>
            <p:cNvPr id="3" name="Picture 2">
              <a:extLst>
                <a:ext uri="{FF2B5EF4-FFF2-40B4-BE49-F238E27FC236}">
                  <a16:creationId xmlns:a16="http://schemas.microsoft.com/office/drawing/2014/main" id="{8A638E0B-2C4D-1643-9BC8-E3B094D7DC85}"/>
                </a:ext>
              </a:extLst>
            </p:cNvPr>
            <p:cNvPicPr>
              <a:picLocks noChangeAspect="1"/>
            </p:cNvPicPr>
            <p:nvPr/>
          </p:nvPicPr>
          <p:blipFill>
            <a:blip r:embed="rId2"/>
            <a:stretch>
              <a:fillRect/>
            </a:stretch>
          </p:blipFill>
          <p:spPr>
            <a:xfrm>
              <a:off x="0" y="7620"/>
              <a:ext cx="3287089" cy="2259874"/>
            </a:xfrm>
            <a:prstGeom prst="rect">
              <a:avLst/>
            </a:prstGeom>
          </p:spPr>
        </p:pic>
        <p:pic>
          <p:nvPicPr>
            <p:cNvPr id="5" name="Picture 4">
              <a:extLst>
                <a:ext uri="{FF2B5EF4-FFF2-40B4-BE49-F238E27FC236}">
                  <a16:creationId xmlns:a16="http://schemas.microsoft.com/office/drawing/2014/main" id="{EBDBA5A5-3489-6440-882E-1EB9785495A4}"/>
                </a:ext>
              </a:extLst>
            </p:cNvPr>
            <p:cNvPicPr>
              <a:picLocks noChangeAspect="1"/>
            </p:cNvPicPr>
            <p:nvPr/>
          </p:nvPicPr>
          <p:blipFill>
            <a:blip r:embed="rId3"/>
            <a:stretch>
              <a:fillRect/>
            </a:stretch>
          </p:blipFill>
          <p:spPr>
            <a:xfrm>
              <a:off x="0" y="1429294"/>
              <a:ext cx="3287089" cy="2259874"/>
            </a:xfrm>
            <a:prstGeom prst="rect">
              <a:avLst/>
            </a:prstGeom>
          </p:spPr>
        </p:pic>
        <p:pic>
          <p:nvPicPr>
            <p:cNvPr id="10" name="Picture 9">
              <a:extLst>
                <a:ext uri="{FF2B5EF4-FFF2-40B4-BE49-F238E27FC236}">
                  <a16:creationId xmlns:a16="http://schemas.microsoft.com/office/drawing/2014/main" id="{FDFF8714-A1A2-9148-9B0B-59D421286AE6}"/>
                </a:ext>
              </a:extLst>
            </p:cNvPr>
            <p:cNvPicPr>
              <a:picLocks noChangeAspect="1"/>
            </p:cNvPicPr>
            <p:nvPr/>
          </p:nvPicPr>
          <p:blipFill>
            <a:blip r:embed="rId4"/>
            <a:stretch>
              <a:fillRect/>
            </a:stretch>
          </p:blipFill>
          <p:spPr>
            <a:xfrm>
              <a:off x="0" y="2959826"/>
              <a:ext cx="3287089" cy="2259874"/>
            </a:xfrm>
            <a:prstGeom prst="rect">
              <a:avLst/>
            </a:prstGeom>
          </p:spPr>
        </p:pic>
      </p:grpSp>
      <p:grpSp>
        <p:nvGrpSpPr>
          <p:cNvPr id="32" name="Group 31">
            <a:extLst>
              <a:ext uri="{FF2B5EF4-FFF2-40B4-BE49-F238E27FC236}">
                <a16:creationId xmlns:a16="http://schemas.microsoft.com/office/drawing/2014/main" id="{61E1ABBC-D3B0-0C48-BE5D-F04B5F5F9F15}"/>
              </a:ext>
            </a:extLst>
          </p:cNvPr>
          <p:cNvGrpSpPr/>
          <p:nvPr/>
        </p:nvGrpSpPr>
        <p:grpSpPr>
          <a:xfrm>
            <a:off x="5939510" y="-14151"/>
            <a:ext cx="3202313" cy="5118916"/>
            <a:chOff x="3333865" y="31478"/>
            <a:chExt cx="3202313" cy="5118916"/>
          </a:xfrm>
        </p:grpSpPr>
        <p:pic>
          <p:nvPicPr>
            <p:cNvPr id="22" name="Picture 21">
              <a:extLst>
                <a:ext uri="{FF2B5EF4-FFF2-40B4-BE49-F238E27FC236}">
                  <a16:creationId xmlns:a16="http://schemas.microsoft.com/office/drawing/2014/main" id="{101147C7-4B85-EE4D-AAC4-EA6179F16976}"/>
                </a:ext>
              </a:extLst>
            </p:cNvPr>
            <p:cNvPicPr>
              <a:picLocks noChangeAspect="1"/>
            </p:cNvPicPr>
            <p:nvPr/>
          </p:nvPicPr>
          <p:blipFill>
            <a:blip r:embed="rId5"/>
            <a:stretch>
              <a:fillRect/>
            </a:stretch>
          </p:blipFill>
          <p:spPr>
            <a:xfrm>
              <a:off x="3352800" y="31478"/>
              <a:ext cx="3158836" cy="2171700"/>
            </a:xfrm>
            <a:prstGeom prst="rect">
              <a:avLst/>
            </a:prstGeom>
          </p:spPr>
        </p:pic>
        <p:pic>
          <p:nvPicPr>
            <p:cNvPr id="28" name="Picture 27">
              <a:extLst>
                <a:ext uri="{FF2B5EF4-FFF2-40B4-BE49-F238E27FC236}">
                  <a16:creationId xmlns:a16="http://schemas.microsoft.com/office/drawing/2014/main" id="{CD70627C-5636-9B49-A7E5-07499F088F18}"/>
                </a:ext>
              </a:extLst>
            </p:cNvPr>
            <p:cNvPicPr>
              <a:picLocks noChangeAspect="1"/>
            </p:cNvPicPr>
            <p:nvPr/>
          </p:nvPicPr>
          <p:blipFill>
            <a:blip r:embed="rId6"/>
            <a:stretch>
              <a:fillRect/>
            </a:stretch>
          </p:blipFill>
          <p:spPr>
            <a:xfrm>
              <a:off x="3346994" y="1453061"/>
              <a:ext cx="3189184" cy="2192564"/>
            </a:xfrm>
            <a:prstGeom prst="rect">
              <a:avLst/>
            </a:prstGeom>
          </p:spPr>
        </p:pic>
        <p:pic>
          <p:nvPicPr>
            <p:cNvPr id="30" name="Picture 29">
              <a:extLst>
                <a:ext uri="{FF2B5EF4-FFF2-40B4-BE49-F238E27FC236}">
                  <a16:creationId xmlns:a16="http://schemas.microsoft.com/office/drawing/2014/main" id="{6DDE239F-837B-074D-9F83-C33DBB166FDE}"/>
                </a:ext>
              </a:extLst>
            </p:cNvPr>
            <p:cNvPicPr>
              <a:picLocks noChangeAspect="1"/>
            </p:cNvPicPr>
            <p:nvPr/>
          </p:nvPicPr>
          <p:blipFill>
            <a:blip r:embed="rId7"/>
            <a:stretch>
              <a:fillRect/>
            </a:stretch>
          </p:blipFill>
          <p:spPr>
            <a:xfrm>
              <a:off x="3333865" y="2953294"/>
              <a:ext cx="3195782" cy="2197100"/>
            </a:xfrm>
            <a:prstGeom prst="rect">
              <a:avLst/>
            </a:prstGeom>
          </p:spPr>
        </p:pic>
      </p:grpSp>
      <p:sp>
        <p:nvSpPr>
          <p:cNvPr id="34" name="TextBox 33">
            <a:extLst>
              <a:ext uri="{FF2B5EF4-FFF2-40B4-BE49-F238E27FC236}">
                <a16:creationId xmlns:a16="http://schemas.microsoft.com/office/drawing/2014/main" id="{D7F1292C-B943-C445-B3A9-0FA5ECC5D821}"/>
              </a:ext>
            </a:extLst>
          </p:cNvPr>
          <p:cNvSpPr txBox="1">
            <a:spLocks noChangeArrowheads="1"/>
          </p:cNvSpPr>
          <p:nvPr/>
        </p:nvSpPr>
        <p:spPr bwMode="auto">
          <a:xfrm>
            <a:off x="3300218" y="501401"/>
            <a:ext cx="8707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2015</a:t>
            </a:r>
          </a:p>
        </p:txBody>
      </p:sp>
      <p:sp>
        <p:nvSpPr>
          <p:cNvPr id="35" name="TextBox 34">
            <a:extLst>
              <a:ext uri="{FF2B5EF4-FFF2-40B4-BE49-F238E27FC236}">
                <a16:creationId xmlns:a16="http://schemas.microsoft.com/office/drawing/2014/main" id="{C6E77637-54B2-3749-AFBB-EE899568D1AA}"/>
              </a:ext>
            </a:extLst>
          </p:cNvPr>
          <p:cNvSpPr txBox="1">
            <a:spLocks noChangeArrowheads="1"/>
          </p:cNvSpPr>
          <p:nvPr/>
        </p:nvSpPr>
        <p:spPr bwMode="auto">
          <a:xfrm>
            <a:off x="3282632" y="1779042"/>
            <a:ext cx="93807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20 ka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LGM</a:t>
            </a:r>
          </a:p>
        </p:txBody>
      </p:sp>
      <p:sp>
        <p:nvSpPr>
          <p:cNvPr id="36" name="TextBox 35">
            <a:extLst>
              <a:ext uri="{FF2B5EF4-FFF2-40B4-BE49-F238E27FC236}">
                <a16:creationId xmlns:a16="http://schemas.microsoft.com/office/drawing/2014/main" id="{5056AF6A-620C-1E44-8952-86E7EBDCC2B2}"/>
              </a:ext>
            </a:extLst>
          </p:cNvPr>
          <p:cNvSpPr txBox="1">
            <a:spLocks noChangeArrowheads="1"/>
          </p:cNvSpPr>
          <p:nvPr/>
        </p:nvSpPr>
        <p:spPr bwMode="auto">
          <a:xfrm>
            <a:off x="3255291" y="3426015"/>
            <a:ext cx="10406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65 Ma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K–T</a:t>
            </a:r>
          </a:p>
        </p:txBody>
      </p:sp>
      <p:sp>
        <p:nvSpPr>
          <p:cNvPr id="37" name="TextBox 36">
            <a:extLst>
              <a:ext uri="{FF2B5EF4-FFF2-40B4-BE49-F238E27FC236}">
                <a16:creationId xmlns:a16="http://schemas.microsoft.com/office/drawing/2014/main" id="{CF252AA7-6F5B-E74D-81A8-B377233A5CDA}"/>
              </a:ext>
            </a:extLst>
          </p:cNvPr>
          <p:cNvSpPr txBox="1">
            <a:spLocks noChangeArrowheads="1"/>
          </p:cNvSpPr>
          <p:nvPr/>
        </p:nvSpPr>
        <p:spPr bwMode="auto">
          <a:xfrm>
            <a:off x="4603089" y="306560"/>
            <a:ext cx="121219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170 Ma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Jura.</a:t>
            </a:r>
          </a:p>
        </p:txBody>
      </p:sp>
      <p:sp>
        <p:nvSpPr>
          <p:cNvPr id="38" name="TextBox 37">
            <a:extLst>
              <a:ext uri="{FF2B5EF4-FFF2-40B4-BE49-F238E27FC236}">
                <a16:creationId xmlns:a16="http://schemas.microsoft.com/office/drawing/2014/main" id="{A7F77340-0CFD-AC44-9768-6122A3C7FAE3}"/>
              </a:ext>
            </a:extLst>
          </p:cNvPr>
          <p:cNvSpPr txBox="1">
            <a:spLocks noChangeArrowheads="1"/>
          </p:cNvSpPr>
          <p:nvPr/>
        </p:nvSpPr>
        <p:spPr bwMode="auto">
          <a:xfrm>
            <a:off x="4603088" y="1779041"/>
            <a:ext cx="121219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300 Ma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Carb.</a:t>
            </a:r>
          </a:p>
        </p:txBody>
      </p:sp>
      <p:sp>
        <p:nvSpPr>
          <p:cNvPr id="39" name="TextBox 38">
            <a:extLst>
              <a:ext uri="{FF2B5EF4-FFF2-40B4-BE49-F238E27FC236}">
                <a16:creationId xmlns:a16="http://schemas.microsoft.com/office/drawing/2014/main" id="{FD5BFB01-A405-0449-8448-281273502398}"/>
              </a:ext>
            </a:extLst>
          </p:cNvPr>
          <p:cNvSpPr txBox="1">
            <a:spLocks noChangeArrowheads="1"/>
          </p:cNvSpPr>
          <p:nvPr/>
        </p:nvSpPr>
        <p:spPr bwMode="auto">
          <a:xfrm>
            <a:off x="4688850" y="3411864"/>
            <a:ext cx="121219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540 Ma</a:t>
            </a:r>
          </a:p>
          <a:p>
            <a:pPr>
              <a:spcBef>
                <a:spcPct val="0"/>
              </a:spcBef>
              <a:buFontTx/>
              <a:buNone/>
            </a:pPr>
            <a:r>
              <a:rPr lang="en-US" altLang="en-US" sz="2400" dirty="0" err="1">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Camb</a:t>
            </a: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a:t>
            </a:r>
          </a:p>
        </p:txBody>
      </p:sp>
      <p:sp>
        <p:nvSpPr>
          <p:cNvPr id="16" name="Rectangle 15">
            <a:extLst>
              <a:ext uri="{FF2B5EF4-FFF2-40B4-BE49-F238E27FC236}">
                <a16:creationId xmlns:a16="http://schemas.microsoft.com/office/drawing/2014/main" id="{5A8F6071-D2E7-EC4F-A465-A562F530FD87}"/>
              </a:ext>
            </a:extLst>
          </p:cNvPr>
          <p:cNvSpPr/>
          <p:nvPr/>
        </p:nvSpPr>
        <p:spPr>
          <a:xfrm>
            <a:off x="-13080" y="1498847"/>
            <a:ext cx="3313298" cy="4101853"/>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97D6281-51BF-2D4D-B808-69E08F0AED9C}"/>
              </a:ext>
            </a:extLst>
          </p:cNvPr>
          <p:cNvSpPr/>
          <p:nvPr/>
        </p:nvSpPr>
        <p:spPr>
          <a:xfrm>
            <a:off x="5901041" y="1432670"/>
            <a:ext cx="3905302" cy="4101853"/>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45740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E13FC95B-51B0-8543-A892-D4E23F32786F}"/>
              </a:ext>
            </a:extLst>
          </p:cNvPr>
          <p:cNvGrpSpPr/>
          <p:nvPr/>
        </p:nvGrpSpPr>
        <p:grpSpPr>
          <a:xfrm>
            <a:off x="0" y="7620"/>
            <a:ext cx="3287089" cy="5212080"/>
            <a:chOff x="0" y="7620"/>
            <a:chExt cx="3287089" cy="5212080"/>
          </a:xfrm>
        </p:grpSpPr>
        <p:pic>
          <p:nvPicPr>
            <p:cNvPr id="3" name="Picture 2">
              <a:extLst>
                <a:ext uri="{FF2B5EF4-FFF2-40B4-BE49-F238E27FC236}">
                  <a16:creationId xmlns:a16="http://schemas.microsoft.com/office/drawing/2014/main" id="{8A638E0B-2C4D-1643-9BC8-E3B094D7DC85}"/>
                </a:ext>
              </a:extLst>
            </p:cNvPr>
            <p:cNvPicPr>
              <a:picLocks noChangeAspect="1"/>
            </p:cNvPicPr>
            <p:nvPr/>
          </p:nvPicPr>
          <p:blipFill>
            <a:blip r:embed="rId2"/>
            <a:stretch>
              <a:fillRect/>
            </a:stretch>
          </p:blipFill>
          <p:spPr>
            <a:xfrm>
              <a:off x="0" y="7620"/>
              <a:ext cx="3287089" cy="2259874"/>
            </a:xfrm>
            <a:prstGeom prst="rect">
              <a:avLst/>
            </a:prstGeom>
          </p:spPr>
        </p:pic>
        <p:pic>
          <p:nvPicPr>
            <p:cNvPr id="5" name="Picture 4">
              <a:extLst>
                <a:ext uri="{FF2B5EF4-FFF2-40B4-BE49-F238E27FC236}">
                  <a16:creationId xmlns:a16="http://schemas.microsoft.com/office/drawing/2014/main" id="{EBDBA5A5-3489-6440-882E-1EB9785495A4}"/>
                </a:ext>
              </a:extLst>
            </p:cNvPr>
            <p:cNvPicPr>
              <a:picLocks noChangeAspect="1"/>
            </p:cNvPicPr>
            <p:nvPr/>
          </p:nvPicPr>
          <p:blipFill>
            <a:blip r:embed="rId3"/>
            <a:stretch>
              <a:fillRect/>
            </a:stretch>
          </p:blipFill>
          <p:spPr>
            <a:xfrm>
              <a:off x="0" y="1429294"/>
              <a:ext cx="3287089" cy="2259874"/>
            </a:xfrm>
            <a:prstGeom prst="rect">
              <a:avLst/>
            </a:prstGeom>
          </p:spPr>
        </p:pic>
        <p:pic>
          <p:nvPicPr>
            <p:cNvPr id="10" name="Picture 9">
              <a:extLst>
                <a:ext uri="{FF2B5EF4-FFF2-40B4-BE49-F238E27FC236}">
                  <a16:creationId xmlns:a16="http://schemas.microsoft.com/office/drawing/2014/main" id="{FDFF8714-A1A2-9148-9B0B-59D421286AE6}"/>
                </a:ext>
              </a:extLst>
            </p:cNvPr>
            <p:cNvPicPr>
              <a:picLocks noChangeAspect="1"/>
            </p:cNvPicPr>
            <p:nvPr/>
          </p:nvPicPr>
          <p:blipFill>
            <a:blip r:embed="rId4"/>
            <a:stretch>
              <a:fillRect/>
            </a:stretch>
          </p:blipFill>
          <p:spPr>
            <a:xfrm>
              <a:off x="0" y="2959826"/>
              <a:ext cx="3287089" cy="2259874"/>
            </a:xfrm>
            <a:prstGeom prst="rect">
              <a:avLst/>
            </a:prstGeom>
          </p:spPr>
        </p:pic>
      </p:grpSp>
      <p:grpSp>
        <p:nvGrpSpPr>
          <p:cNvPr id="32" name="Group 31">
            <a:extLst>
              <a:ext uri="{FF2B5EF4-FFF2-40B4-BE49-F238E27FC236}">
                <a16:creationId xmlns:a16="http://schemas.microsoft.com/office/drawing/2014/main" id="{61E1ABBC-D3B0-0C48-BE5D-F04B5F5F9F15}"/>
              </a:ext>
            </a:extLst>
          </p:cNvPr>
          <p:cNvGrpSpPr/>
          <p:nvPr/>
        </p:nvGrpSpPr>
        <p:grpSpPr>
          <a:xfrm>
            <a:off x="5939510" y="-14151"/>
            <a:ext cx="3202313" cy="5118916"/>
            <a:chOff x="3333865" y="31478"/>
            <a:chExt cx="3202313" cy="5118916"/>
          </a:xfrm>
        </p:grpSpPr>
        <p:pic>
          <p:nvPicPr>
            <p:cNvPr id="22" name="Picture 21">
              <a:extLst>
                <a:ext uri="{FF2B5EF4-FFF2-40B4-BE49-F238E27FC236}">
                  <a16:creationId xmlns:a16="http://schemas.microsoft.com/office/drawing/2014/main" id="{101147C7-4B85-EE4D-AAC4-EA6179F16976}"/>
                </a:ext>
              </a:extLst>
            </p:cNvPr>
            <p:cNvPicPr>
              <a:picLocks noChangeAspect="1"/>
            </p:cNvPicPr>
            <p:nvPr/>
          </p:nvPicPr>
          <p:blipFill>
            <a:blip r:embed="rId5"/>
            <a:stretch>
              <a:fillRect/>
            </a:stretch>
          </p:blipFill>
          <p:spPr>
            <a:xfrm>
              <a:off x="3352800" y="31478"/>
              <a:ext cx="3158836" cy="2171700"/>
            </a:xfrm>
            <a:prstGeom prst="rect">
              <a:avLst/>
            </a:prstGeom>
          </p:spPr>
        </p:pic>
        <p:pic>
          <p:nvPicPr>
            <p:cNvPr id="28" name="Picture 27">
              <a:extLst>
                <a:ext uri="{FF2B5EF4-FFF2-40B4-BE49-F238E27FC236}">
                  <a16:creationId xmlns:a16="http://schemas.microsoft.com/office/drawing/2014/main" id="{CD70627C-5636-9B49-A7E5-07499F088F18}"/>
                </a:ext>
              </a:extLst>
            </p:cNvPr>
            <p:cNvPicPr>
              <a:picLocks noChangeAspect="1"/>
            </p:cNvPicPr>
            <p:nvPr/>
          </p:nvPicPr>
          <p:blipFill>
            <a:blip r:embed="rId6"/>
            <a:stretch>
              <a:fillRect/>
            </a:stretch>
          </p:blipFill>
          <p:spPr>
            <a:xfrm>
              <a:off x="3346994" y="1453061"/>
              <a:ext cx="3189184" cy="2192564"/>
            </a:xfrm>
            <a:prstGeom prst="rect">
              <a:avLst/>
            </a:prstGeom>
          </p:spPr>
        </p:pic>
        <p:pic>
          <p:nvPicPr>
            <p:cNvPr id="30" name="Picture 29">
              <a:extLst>
                <a:ext uri="{FF2B5EF4-FFF2-40B4-BE49-F238E27FC236}">
                  <a16:creationId xmlns:a16="http://schemas.microsoft.com/office/drawing/2014/main" id="{6DDE239F-837B-074D-9F83-C33DBB166FDE}"/>
                </a:ext>
              </a:extLst>
            </p:cNvPr>
            <p:cNvPicPr>
              <a:picLocks noChangeAspect="1"/>
            </p:cNvPicPr>
            <p:nvPr/>
          </p:nvPicPr>
          <p:blipFill>
            <a:blip r:embed="rId7"/>
            <a:stretch>
              <a:fillRect/>
            </a:stretch>
          </p:blipFill>
          <p:spPr>
            <a:xfrm>
              <a:off x="3333865" y="2953294"/>
              <a:ext cx="3195782" cy="2197100"/>
            </a:xfrm>
            <a:prstGeom prst="rect">
              <a:avLst/>
            </a:prstGeom>
          </p:spPr>
        </p:pic>
      </p:grpSp>
      <p:sp>
        <p:nvSpPr>
          <p:cNvPr id="34" name="TextBox 33">
            <a:extLst>
              <a:ext uri="{FF2B5EF4-FFF2-40B4-BE49-F238E27FC236}">
                <a16:creationId xmlns:a16="http://schemas.microsoft.com/office/drawing/2014/main" id="{D7F1292C-B943-C445-B3A9-0FA5ECC5D821}"/>
              </a:ext>
            </a:extLst>
          </p:cNvPr>
          <p:cNvSpPr txBox="1">
            <a:spLocks noChangeArrowheads="1"/>
          </p:cNvSpPr>
          <p:nvPr/>
        </p:nvSpPr>
        <p:spPr bwMode="auto">
          <a:xfrm>
            <a:off x="3300218" y="501401"/>
            <a:ext cx="8707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2015</a:t>
            </a:r>
          </a:p>
        </p:txBody>
      </p:sp>
      <p:sp>
        <p:nvSpPr>
          <p:cNvPr id="35" name="TextBox 34">
            <a:extLst>
              <a:ext uri="{FF2B5EF4-FFF2-40B4-BE49-F238E27FC236}">
                <a16:creationId xmlns:a16="http://schemas.microsoft.com/office/drawing/2014/main" id="{C6E77637-54B2-3749-AFBB-EE899568D1AA}"/>
              </a:ext>
            </a:extLst>
          </p:cNvPr>
          <p:cNvSpPr txBox="1">
            <a:spLocks noChangeArrowheads="1"/>
          </p:cNvSpPr>
          <p:nvPr/>
        </p:nvSpPr>
        <p:spPr bwMode="auto">
          <a:xfrm>
            <a:off x="3282632" y="1779042"/>
            <a:ext cx="93807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20 ka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LGM</a:t>
            </a:r>
          </a:p>
        </p:txBody>
      </p:sp>
      <p:sp>
        <p:nvSpPr>
          <p:cNvPr id="36" name="TextBox 35">
            <a:extLst>
              <a:ext uri="{FF2B5EF4-FFF2-40B4-BE49-F238E27FC236}">
                <a16:creationId xmlns:a16="http://schemas.microsoft.com/office/drawing/2014/main" id="{5056AF6A-620C-1E44-8952-86E7EBDCC2B2}"/>
              </a:ext>
            </a:extLst>
          </p:cNvPr>
          <p:cNvSpPr txBox="1">
            <a:spLocks noChangeArrowheads="1"/>
          </p:cNvSpPr>
          <p:nvPr/>
        </p:nvSpPr>
        <p:spPr bwMode="auto">
          <a:xfrm>
            <a:off x="3255291" y="3426015"/>
            <a:ext cx="10406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65 Ma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K–T</a:t>
            </a:r>
          </a:p>
        </p:txBody>
      </p:sp>
      <p:sp>
        <p:nvSpPr>
          <p:cNvPr id="37" name="TextBox 36">
            <a:extLst>
              <a:ext uri="{FF2B5EF4-FFF2-40B4-BE49-F238E27FC236}">
                <a16:creationId xmlns:a16="http://schemas.microsoft.com/office/drawing/2014/main" id="{CF252AA7-6F5B-E74D-81A8-B377233A5CDA}"/>
              </a:ext>
            </a:extLst>
          </p:cNvPr>
          <p:cNvSpPr txBox="1">
            <a:spLocks noChangeArrowheads="1"/>
          </p:cNvSpPr>
          <p:nvPr/>
        </p:nvSpPr>
        <p:spPr bwMode="auto">
          <a:xfrm>
            <a:off x="4603089" y="306560"/>
            <a:ext cx="121219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170 Ma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Jura.</a:t>
            </a:r>
          </a:p>
        </p:txBody>
      </p:sp>
      <p:sp>
        <p:nvSpPr>
          <p:cNvPr id="38" name="TextBox 37">
            <a:extLst>
              <a:ext uri="{FF2B5EF4-FFF2-40B4-BE49-F238E27FC236}">
                <a16:creationId xmlns:a16="http://schemas.microsoft.com/office/drawing/2014/main" id="{A7F77340-0CFD-AC44-9768-6122A3C7FAE3}"/>
              </a:ext>
            </a:extLst>
          </p:cNvPr>
          <p:cNvSpPr txBox="1">
            <a:spLocks noChangeArrowheads="1"/>
          </p:cNvSpPr>
          <p:nvPr/>
        </p:nvSpPr>
        <p:spPr bwMode="auto">
          <a:xfrm>
            <a:off x="4603088" y="1779041"/>
            <a:ext cx="121219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300 Ma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Carb.</a:t>
            </a:r>
          </a:p>
        </p:txBody>
      </p:sp>
      <p:sp>
        <p:nvSpPr>
          <p:cNvPr id="39" name="TextBox 38">
            <a:extLst>
              <a:ext uri="{FF2B5EF4-FFF2-40B4-BE49-F238E27FC236}">
                <a16:creationId xmlns:a16="http://schemas.microsoft.com/office/drawing/2014/main" id="{FD5BFB01-A405-0449-8448-281273502398}"/>
              </a:ext>
            </a:extLst>
          </p:cNvPr>
          <p:cNvSpPr txBox="1">
            <a:spLocks noChangeArrowheads="1"/>
          </p:cNvSpPr>
          <p:nvPr/>
        </p:nvSpPr>
        <p:spPr bwMode="auto">
          <a:xfrm>
            <a:off x="4688850" y="3411864"/>
            <a:ext cx="121219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540 Ma</a:t>
            </a:r>
          </a:p>
          <a:p>
            <a:pPr>
              <a:spcBef>
                <a:spcPct val="0"/>
              </a:spcBef>
              <a:buFontTx/>
              <a:buNone/>
            </a:pPr>
            <a:r>
              <a:rPr lang="en-US" altLang="en-US" sz="2400" dirty="0" err="1">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Camb</a:t>
            </a: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a:t>
            </a:r>
          </a:p>
        </p:txBody>
      </p:sp>
    </p:spTree>
    <p:extLst>
      <p:ext uri="{BB962C8B-B14F-4D97-AF65-F5344CB8AC3E}">
        <p14:creationId xmlns:p14="http://schemas.microsoft.com/office/powerpoint/2010/main" val="6018156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E13FC95B-51B0-8543-A892-D4E23F32786F}"/>
              </a:ext>
            </a:extLst>
          </p:cNvPr>
          <p:cNvGrpSpPr/>
          <p:nvPr/>
        </p:nvGrpSpPr>
        <p:grpSpPr>
          <a:xfrm>
            <a:off x="0" y="7620"/>
            <a:ext cx="3287089" cy="5212080"/>
            <a:chOff x="0" y="7620"/>
            <a:chExt cx="3287089" cy="5212080"/>
          </a:xfrm>
        </p:grpSpPr>
        <p:pic>
          <p:nvPicPr>
            <p:cNvPr id="3" name="Picture 2">
              <a:extLst>
                <a:ext uri="{FF2B5EF4-FFF2-40B4-BE49-F238E27FC236}">
                  <a16:creationId xmlns:a16="http://schemas.microsoft.com/office/drawing/2014/main" id="{8A638E0B-2C4D-1643-9BC8-E3B094D7DC85}"/>
                </a:ext>
              </a:extLst>
            </p:cNvPr>
            <p:cNvPicPr>
              <a:picLocks noChangeAspect="1"/>
            </p:cNvPicPr>
            <p:nvPr/>
          </p:nvPicPr>
          <p:blipFill>
            <a:blip r:embed="rId2"/>
            <a:stretch>
              <a:fillRect/>
            </a:stretch>
          </p:blipFill>
          <p:spPr>
            <a:xfrm>
              <a:off x="0" y="7620"/>
              <a:ext cx="3287089" cy="2259874"/>
            </a:xfrm>
            <a:prstGeom prst="rect">
              <a:avLst/>
            </a:prstGeom>
          </p:spPr>
        </p:pic>
        <p:pic>
          <p:nvPicPr>
            <p:cNvPr id="5" name="Picture 4">
              <a:extLst>
                <a:ext uri="{FF2B5EF4-FFF2-40B4-BE49-F238E27FC236}">
                  <a16:creationId xmlns:a16="http://schemas.microsoft.com/office/drawing/2014/main" id="{EBDBA5A5-3489-6440-882E-1EB9785495A4}"/>
                </a:ext>
              </a:extLst>
            </p:cNvPr>
            <p:cNvPicPr>
              <a:picLocks noChangeAspect="1"/>
            </p:cNvPicPr>
            <p:nvPr/>
          </p:nvPicPr>
          <p:blipFill>
            <a:blip r:embed="rId3"/>
            <a:stretch>
              <a:fillRect/>
            </a:stretch>
          </p:blipFill>
          <p:spPr>
            <a:xfrm>
              <a:off x="0" y="1429294"/>
              <a:ext cx="3287089" cy="2259874"/>
            </a:xfrm>
            <a:prstGeom prst="rect">
              <a:avLst/>
            </a:prstGeom>
          </p:spPr>
        </p:pic>
        <p:pic>
          <p:nvPicPr>
            <p:cNvPr id="10" name="Picture 9">
              <a:extLst>
                <a:ext uri="{FF2B5EF4-FFF2-40B4-BE49-F238E27FC236}">
                  <a16:creationId xmlns:a16="http://schemas.microsoft.com/office/drawing/2014/main" id="{FDFF8714-A1A2-9148-9B0B-59D421286AE6}"/>
                </a:ext>
              </a:extLst>
            </p:cNvPr>
            <p:cNvPicPr>
              <a:picLocks noChangeAspect="1"/>
            </p:cNvPicPr>
            <p:nvPr/>
          </p:nvPicPr>
          <p:blipFill>
            <a:blip r:embed="rId4"/>
            <a:stretch>
              <a:fillRect/>
            </a:stretch>
          </p:blipFill>
          <p:spPr>
            <a:xfrm>
              <a:off x="0" y="2959826"/>
              <a:ext cx="3287089" cy="2259874"/>
            </a:xfrm>
            <a:prstGeom prst="rect">
              <a:avLst/>
            </a:prstGeom>
          </p:spPr>
        </p:pic>
      </p:grpSp>
      <p:grpSp>
        <p:nvGrpSpPr>
          <p:cNvPr id="32" name="Group 31">
            <a:extLst>
              <a:ext uri="{FF2B5EF4-FFF2-40B4-BE49-F238E27FC236}">
                <a16:creationId xmlns:a16="http://schemas.microsoft.com/office/drawing/2014/main" id="{61E1ABBC-D3B0-0C48-BE5D-F04B5F5F9F15}"/>
              </a:ext>
            </a:extLst>
          </p:cNvPr>
          <p:cNvGrpSpPr/>
          <p:nvPr/>
        </p:nvGrpSpPr>
        <p:grpSpPr>
          <a:xfrm>
            <a:off x="5939510" y="-14151"/>
            <a:ext cx="3202313" cy="5118916"/>
            <a:chOff x="3333865" y="31478"/>
            <a:chExt cx="3202313" cy="5118916"/>
          </a:xfrm>
        </p:grpSpPr>
        <p:pic>
          <p:nvPicPr>
            <p:cNvPr id="22" name="Picture 21">
              <a:extLst>
                <a:ext uri="{FF2B5EF4-FFF2-40B4-BE49-F238E27FC236}">
                  <a16:creationId xmlns:a16="http://schemas.microsoft.com/office/drawing/2014/main" id="{101147C7-4B85-EE4D-AAC4-EA6179F16976}"/>
                </a:ext>
              </a:extLst>
            </p:cNvPr>
            <p:cNvPicPr>
              <a:picLocks noChangeAspect="1"/>
            </p:cNvPicPr>
            <p:nvPr/>
          </p:nvPicPr>
          <p:blipFill>
            <a:blip r:embed="rId5"/>
            <a:stretch>
              <a:fillRect/>
            </a:stretch>
          </p:blipFill>
          <p:spPr>
            <a:xfrm>
              <a:off x="3352800" y="31478"/>
              <a:ext cx="3158836" cy="2171700"/>
            </a:xfrm>
            <a:prstGeom prst="rect">
              <a:avLst/>
            </a:prstGeom>
          </p:spPr>
        </p:pic>
        <p:pic>
          <p:nvPicPr>
            <p:cNvPr id="28" name="Picture 27">
              <a:extLst>
                <a:ext uri="{FF2B5EF4-FFF2-40B4-BE49-F238E27FC236}">
                  <a16:creationId xmlns:a16="http://schemas.microsoft.com/office/drawing/2014/main" id="{CD70627C-5636-9B49-A7E5-07499F088F18}"/>
                </a:ext>
              </a:extLst>
            </p:cNvPr>
            <p:cNvPicPr>
              <a:picLocks noChangeAspect="1"/>
            </p:cNvPicPr>
            <p:nvPr/>
          </p:nvPicPr>
          <p:blipFill>
            <a:blip r:embed="rId6"/>
            <a:stretch>
              <a:fillRect/>
            </a:stretch>
          </p:blipFill>
          <p:spPr>
            <a:xfrm>
              <a:off x="3346994" y="1453061"/>
              <a:ext cx="3189184" cy="2192564"/>
            </a:xfrm>
            <a:prstGeom prst="rect">
              <a:avLst/>
            </a:prstGeom>
          </p:spPr>
        </p:pic>
        <p:pic>
          <p:nvPicPr>
            <p:cNvPr id="30" name="Picture 29">
              <a:extLst>
                <a:ext uri="{FF2B5EF4-FFF2-40B4-BE49-F238E27FC236}">
                  <a16:creationId xmlns:a16="http://schemas.microsoft.com/office/drawing/2014/main" id="{6DDE239F-837B-074D-9F83-C33DBB166FDE}"/>
                </a:ext>
              </a:extLst>
            </p:cNvPr>
            <p:cNvPicPr>
              <a:picLocks noChangeAspect="1"/>
            </p:cNvPicPr>
            <p:nvPr/>
          </p:nvPicPr>
          <p:blipFill>
            <a:blip r:embed="rId7"/>
            <a:stretch>
              <a:fillRect/>
            </a:stretch>
          </p:blipFill>
          <p:spPr>
            <a:xfrm>
              <a:off x="3333865" y="2953294"/>
              <a:ext cx="3195782" cy="2197100"/>
            </a:xfrm>
            <a:prstGeom prst="rect">
              <a:avLst/>
            </a:prstGeom>
          </p:spPr>
        </p:pic>
      </p:grpSp>
      <p:sp>
        <p:nvSpPr>
          <p:cNvPr id="34" name="TextBox 33">
            <a:extLst>
              <a:ext uri="{FF2B5EF4-FFF2-40B4-BE49-F238E27FC236}">
                <a16:creationId xmlns:a16="http://schemas.microsoft.com/office/drawing/2014/main" id="{D7F1292C-B943-C445-B3A9-0FA5ECC5D821}"/>
              </a:ext>
            </a:extLst>
          </p:cNvPr>
          <p:cNvSpPr txBox="1">
            <a:spLocks noChangeArrowheads="1"/>
          </p:cNvSpPr>
          <p:nvPr/>
        </p:nvSpPr>
        <p:spPr bwMode="auto">
          <a:xfrm>
            <a:off x="3300218" y="501401"/>
            <a:ext cx="8707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2015</a:t>
            </a:r>
          </a:p>
        </p:txBody>
      </p:sp>
      <p:sp>
        <p:nvSpPr>
          <p:cNvPr id="35" name="TextBox 34">
            <a:extLst>
              <a:ext uri="{FF2B5EF4-FFF2-40B4-BE49-F238E27FC236}">
                <a16:creationId xmlns:a16="http://schemas.microsoft.com/office/drawing/2014/main" id="{C6E77637-54B2-3749-AFBB-EE899568D1AA}"/>
              </a:ext>
            </a:extLst>
          </p:cNvPr>
          <p:cNvSpPr txBox="1">
            <a:spLocks noChangeArrowheads="1"/>
          </p:cNvSpPr>
          <p:nvPr/>
        </p:nvSpPr>
        <p:spPr bwMode="auto">
          <a:xfrm>
            <a:off x="3282632" y="1779042"/>
            <a:ext cx="93807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20 ka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LGM</a:t>
            </a:r>
          </a:p>
        </p:txBody>
      </p:sp>
      <p:sp>
        <p:nvSpPr>
          <p:cNvPr id="36" name="TextBox 35">
            <a:extLst>
              <a:ext uri="{FF2B5EF4-FFF2-40B4-BE49-F238E27FC236}">
                <a16:creationId xmlns:a16="http://schemas.microsoft.com/office/drawing/2014/main" id="{5056AF6A-620C-1E44-8952-86E7EBDCC2B2}"/>
              </a:ext>
            </a:extLst>
          </p:cNvPr>
          <p:cNvSpPr txBox="1">
            <a:spLocks noChangeArrowheads="1"/>
          </p:cNvSpPr>
          <p:nvPr/>
        </p:nvSpPr>
        <p:spPr bwMode="auto">
          <a:xfrm>
            <a:off x="3255291" y="3426015"/>
            <a:ext cx="10406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65 Ma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K–T</a:t>
            </a:r>
          </a:p>
        </p:txBody>
      </p:sp>
      <p:sp>
        <p:nvSpPr>
          <p:cNvPr id="37" name="TextBox 36">
            <a:extLst>
              <a:ext uri="{FF2B5EF4-FFF2-40B4-BE49-F238E27FC236}">
                <a16:creationId xmlns:a16="http://schemas.microsoft.com/office/drawing/2014/main" id="{CF252AA7-6F5B-E74D-81A8-B377233A5CDA}"/>
              </a:ext>
            </a:extLst>
          </p:cNvPr>
          <p:cNvSpPr txBox="1">
            <a:spLocks noChangeArrowheads="1"/>
          </p:cNvSpPr>
          <p:nvPr/>
        </p:nvSpPr>
        <p:spPr bwMode="auto">
          <a:xfrm>
            <a:off x="4603089" y="306560"/>
            <a:ext cx="121219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170 Ma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Jura.</a:t>
            </a:r>
          </a:p>
        </p:txBody>
      </p:sp>
      <p:sp>
        <p:nvSpPr>
          <p:cNvPr id="38" name="TextBox 37">
            <a:extLst>
              <a:ext uri="{FF2B5EF4-FFF2-40B4-BE49-F238E27FC236}">
                <a16:creationId xmlns:a16="http://schemas.microsoft.com/office/drawing/2014/main" id="{A7F77340-0CFD-AC44-9768-6122A3C7FAE3}"/>
              </a:ext>
            </a:extLst>
          </p:cNvPr>
          <p:cNvSpPr txBox="1">
            <a:spLocks noChangeArrowheads="1"/>
          </p:cNvSpPr>
          <p:nvPr/>
        </p:nvSpPr>
        <p:spPr bwMode="auto">
          <a:xfrm>
            <a:off x="4603088" y="1779041"/>
            <a:ext cx="121219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300 Ma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Carb.</a:t>
            </a:r>
          </a:p>
        </p:txBody>
      </p:sp>
      <p:sp>
        <p:nvSpPr>
          <p:cNvPr id="39" name="TextBox 38">
            <a:extLst>
              <a:ext uri="{FF2B5EF4-FFF2-40B4-BE49-F238E27FC236}">
                <a16:creationId xmlns:a16="http://schemas.microsoft.com/office/drawing/2014/main" id="{FD5BFB01-A405-0449-8448-281273502398}"/>
              </a:ext>
            </a:extLst>
          </p:cNvPr>
          <p:cNvSpPr txBox="1">
            <a:spLocks noChangeArrowheads="1"/>
          </p:cNvSpPr>
          <p:nvPr/>
        </p:nvSpPr>
        <p:spPr bwMode="auto">
          <a:xfrm>
            <a:off x="4688850" y="3411864"/>
            <a:ext cx="121219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540 Ma</a:t>
            </a:r>
          </a:p>
          <a:p>
            <a:pPr>
              <a:spcBef>
                <a:spcPct val="0"/>
              </a:spcBef>
              <a:buFontTx/>
              <a:buNone/>
            </a:pPr>
            <a:r>
              <a:rPr lang="en-US" altLang="en-US" sz="2400" dirty="0" err="1">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Camb</a:t>
            </a: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a:t>
            </a:r>
          </a:p>
        </p:txBody>
      </p:sp>
      <p:pic>
        <p:nvPicPr>
          <p:cNvPr id="4" name="Picture 3">
            <a:extLst>
              <a:ext uri="{FF2B5EF4-FFF2-40B4-BE49-F238E27FC236}">
                <a16:creationId xmlns:a16="http://schemas.microsoft.com/office/drawing/2014/main" id="{2A3295D0-0245-0D4B-A55D-CE558D2832DE}"/>
              </a:ext>
            </a:extLst>
          </p:cNvPr>
          <p:cNvPicPr>
            <a:picLocks noChangeAspect="1"/>
          </p:cNvPicPr>
          <p:nvPr/>
        </p:nvPicPr>
        <p:blipFill>
          <a:blip r:embed="rId8"/>
          <a:stretch>
            <a:fillRect/>
          </a:stretch>
        </p:blipFill>
        <p:spPr>
          <a:xfrm>
            <a:off x="15240" y="-14151"/>
            <a:ext cx="3318756" cy="2281645"/>
          </a:xfrm>
          <a:prstGeom prst="rect">
            <a:avLst/>
          </a:prstGeom>
        </p:spPr>
      </p:pic>
      <p:pic>
        <p:nvPicPr>
          <p:cNvPr id="7" name="Picture 6">
            <a:extLst>
              <a:ext uri="{FF2B5EF4-FFF2-40B4-BE49-F238E27FC236}">
                <a16:creationId xmlns:a16="http://schemas.microsoft.com/office/drawing/2014/main" id="{4E05E254-9425-764F-991F-98E0D05A364B}"/>
              </a:ext>
            </a:extLst>
          </p:cNvPr>
          <p:cNvPicPr>
            <a:picLocks noChangeAspect="1"/>
          </p:cNvPicPr>
          <p:nvPr/>
        </p:nvPicPr>
        <p:blipFill>
          <a:blip r:embed="rId9"/>
          <a:stretch>
            <a:fillRect/>
          </a:stretch>
        </p:blipFill>
        <p:spPr>
          <a:xfrm>
            <a:off x="15240" y="1500051"/>
            <a:ext cx="3304508" cy="2271849"/>
          </a:xfrm>
          <a:prstGeom prst="rect">
            <a:avLst/>
          </a:prstGeom>
        </p:spPr>
      </p:pic>
      <p:pic>
        <p:nvPicPr>
          <p:cNvPr id="9" name="Picture 8">
            <a:extLst>
              <a:ext uri="{FF2B5EF4-FFF2-40B4-BE49-F238E27FC236}">
                <a16:creationId xmlns:a16="http://schemas.microsoft.com/office/drawing/2014/main" id="{1AD6ADF6-EC07-F741-897C-B309C7B0591C}"/>
              </a:ext>
            </a:extLst>
          </p:cNvPr>
          <p:cNvPicPr>
            <a:picLocks noChangeAspect="1"/>
          </p:cNvPicPr>
          <p:nvPr/>
        </p:nvPicPr>
        <p:blipFill>
          <a:blip r:embed="rId10"/>
          <a:stretch>
            <a:fillRect/>
          </a:stretch>
        </p:blipFill>
        <p:spPr>
          <a:xfrm>
            <a:off x="0" y="3022782"/>
            <a:ext cx="3306353" cy="2273118"/>
          </a:xfrm>
          <a:prstGeom prst="rect">
            <a:avLst/>
          </a:prstGeom>
        </p:spPr>
      </p:pic>
      <p:pic>
        <p:nvPicPr>
          <p:cNvPr id="12" name="Picture 11">
            <a:extLst>
              <a:ext uri="{FF2B5EF4-FFF2-40B4-BE49-F238E27FC236}">
                <a16:creationId xmlns:a16="http://schemas.microsoft.com/office/drawing/2014/main" id="{DCDD8FB7-6D17-5E4C-9AF7-085B1E787A31}"/>
              </a:ext>
            </a:extLst>
          </p:cNvPr>
          <p:cNvPicPr>
            <a:picLocks noChangeAspect="1"/>
          </p:cNvPicPr>
          <p:nvPr/>
        </p:nvPicPr>
        <p:blipFill>
          <a:blip r:embed="rId11"/>
          <a:stretch>
            <a:fillRect/>
          </a:stretch>
        </p:blipFill>
        <p:spPr>
          <a:xfrm>
            <a:off x="5980730" y="-17199"/>
            <a:ext cx="3163270" cy="2174748"/>
          </a:xfrm>
          <a:prstGeom prst="rect">
            <a:avLst/>
          </a:prstGeom>
        </p:spPr>
      </p:pic>
      <p:pic>
        <p:nvPicPr>
          <p:cNvPr id="14" name="Picture 13">
            <a:extLst>
              <a:ext uri="{FF2B5EF4-FFF2-40B4-BE49-F238E27FC236}">
                <a16:creationId xmlns:a16="http://schemas.microsoft.com/office/drawing/2014/main" id="{AD8B41F0-4AB9-4C4E-A1CA-62E6805C6872}"/>
              </a:ext>
            </a:extLst>
          </p:cNvPr>
          <p:cNvPicPr>
            <a:picLocks noChangeAspect="1"/>
          </p:cNvPicPr>
          <p:nvPr/>
        </p:nvPicPr>
        <p:blipFill>
          <a:blip r:embed="rId12"/>
          <a:stretch>
            <a:fillRect/>
          </a:stretch>
        </p:blipFill>
        <p:spPr>
          <a:xfrm>
            <a:off x="5960736" y="1409700"/>
            <a:ext cx="3201552" cy="2201067"/>
          </a:xfrm>
          <a:prstGeom prst="rect">
            <a:avLst/>
          </a:prstGeom>
        </p:spPr>
      </p:pic>
      <p:pic>
        <p:nvPicPr>
          <p:cNvPr id="16" name="Picture 15">
            <a:extLst>
              <a:ext uri="{FF2B5EF4-FFF2-40B4-BE49-F238E27FC236}">
                <a16:creationId xmlns:a16="http://schemas.microsoft.com/office/drawing/2014/main" id="{2FF6834D-CBBB-CB49-A339-91C48DCB73A1}"/>
              </a:ext>
            </a:extLst>
          </p:cNvPr>
          <p:cNvPicPr>
            <a:picLocks noChangeAspect="1"/>
          </p:cNvPicPr>
          <p:nvPr/>
        </p:nvPicPr>
        <p:blipFill>
          <a:blip r:embed="rId13"/>
          <a:stretch>
            <a:fillRect/>
          </a:stretch>
        </p:blipFill>
        <p:spPr>
          <a:xfrm>
            <a:off x="5937216" y="2926264"/>
            <a:ext cx="3225071" cy="2217236"/>
          </a:xfrm>
          <a:prstGeom prst="rect">
            <a:avLst/>
          </a:prstGeom>
        </p:spPr>
      </p:pic>
    </p:spTree>
    <p:extLst>
      <p:ext uri="{BB962C8B-B14F-4D97-AF65-F5344CB8AC3E}">
        <p14:creationId xmlns:p14="http://schemas.microsoft.com/office/powerpoint/2010/main" val="32083339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34" name="TextBox 33">
            <a:extLst>
              <a:ext uri="{FF2B5EF4-FFF2-40B4-BE49-F238E27FC236}">
                <a16:creationId xmlns:a16="http://schemas.microsoft.com/office/drawing/2014/main" id="{D7F1292C-B943-C445-B3A9-0FA5ECC5D821}"/>
              </a:ext>
            </a:extLst>
          </p:cNvPr>
          <p:cNvSpPr txBox="1">
            <a:spLocks noChangeArrowheads="1"/>
          </p:cNvSpPr>
          <p:nvPr/>
        </p:nvSpPr>
        <p:spPr bwMode="auto">
          <a:xfrm>
            <a:off x="3300218" y="501401"/>
            <a:ext cx="8707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2015</a:t>
            </a:r>
          </a:p>
        </p:txBody>
      </p:sp>
      <p:sp>
        <p:nvSpPr>
          <p:cNvPr id="35" name="TextBox 34">
            <a:extLst>
              <a:ext uri="{FF2B5EF4-FFF2-40B4-BE49-F238E27FC236}">
                <a16:creationId xmlns:a16="http://schemas.microsoft.com/office/drawing/2014/main" id="{C6E77637-54B2-3749-AFBB-EE899568D1AA}"/>
              </a:ext>
            </a:extLst>
          </p:cNvPr>
          <p:cNvSpPr txBox="1">
            <a:spLocks noChangeArrowheads="1"/>
          </p:cNvSpPr>
          <p:nvPr/>
        </p:nvSpPr>
        <p:spPr bwMode="auto">
          <a:xfrm>
            <a:off x="3282632" y="1779042"/>
            <a:ext cx="93807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20 ka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LGM</a:t>
            </a:r>
          </a:p>
        </p:txBody>
      </p:sp>
      <p:sp>
        <p:nvSpPr>
          <p:cNvPr id="36" name="TextBox 35">
            <a:extLst>
              <a:ext uri="{FF2B5EF4-FFF2-40B4-BE49-F238E27FC236}">
                <a16:creationId xmlns:a16="http://schemas.microsoft.com/office/drawing/2014/main" id="{5056AF6A-620C-1E44-8952-86E7EBDCC2B2}"/>
              </a:ext>
            </a:extLst>
          </p:cNvPr>
          <p:cNvSpPr txBox="1">
            <a:spLocks noChangeArrowheads="1"/>
          </p:cNvSpPr>
          <p:nvPr/>
        </p:nvSpPr>
        <p:spPr bwMode="auto">
          <a:xfrm>
            <a:off x="3255291" y="3426015"/>
            <a:ext cx="104067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65 Ma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K–T</a:t>
            </a:r>
          </a:p>
        </p:txBody>
      </p:sp>
      <p:sp>
        <p:nvSpPr>
          <p:cNvPr id="37" name="TextBox 36">
            <a:extLst>
              <a:ext uri="{FF2B5EF4-FFF2-40B4-BE49-F238E27FC236}">
                <a16:creationId xmlns:a16="http://schemas.microsoft.com/office/drawing/2014/main" id="{CF252AA7-6F5B-E74D-81A8-B377233A5CDA}"/>
              </a:ext>
            </a:extLst>
          </p:cNvPr>
          <p:cNvSpPr txBox="1">
            <a:spLocks noChangeArrowheads="1"/>
          </p:cNvSpPr>
          <p:nvPr/>
        </p:nvSpPr>
        <p:spPr bwMode="auto">
          <a:xfrm>
            <a:off x="4603089" y="306560"/>
            <a:ext cx="121219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170 Ma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Jura.</a:t>
            </a:r>
          </a:p>
        </p:txBody>
      </p:sp>
      <p:sp>
        <p:nvSpPr>
          <p:cNvPr id="38" name="TextBox 37">
            <a:extLst>
              <a:ext uri="{FF2B5EF4-FFF2-40B4-BE49-F238E27FC236}">
                <a16:creationId xmlns:a16="http://schemas.microsoft.com/office/drawing/2014/main" id="{A7F77340-0CFD-AC44-9768-6122A3C7FAE3}"/>
              </a:ext>
            </a:extLst>
          </p:cNvPr>
          <p:cNvSpPr txBox="1">
            <a:spLocks noChangeArrowheads="1"/>
          </p:cNvSpPr>
          <p:nvPr/>
        </p:nvSpPr>
        <p:spPr bwMode="auto">
          <a:xfrm>
            <a:off x="4603088" y="1779041"/>
            <a:ext cx="121219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300 Ma</a:t>
            </a:r>
          </a:p>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Carb.</a:t>
            </a:r>
          </a:p>
        </p:txBody>
      </p:sp>
      <p:sp>
        <p:nvSpPr>
          <p:cNvPr id="39" name="TextBox 38">
            <a:extLst>
              <a:ext uri="{FF2B5EF4-FFF2-40B4-BE49-F238E27FC236}">
                <a16:creationId xmlns:a16="http://schemas.microsoft.com/office/drawing/2014/main" id="{FD5BFB01-A405-0449-8448-281273502398}"/>
              </a:ext>
            </a:extLst>
          </p:cNvPr>
          <p:cNvSpPr txBox="1">
            <a:spLocks noChangeArrowheads="1"/>
          </p:cNvSpPr>
          <p:nvPr/>
        </p:nvSpPr>
        <p:spPr bwMode="auto">
          <a:xfrm>
            <a:off x="4688850" y="3411864"/>
            <a:ext cx="121219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a:spcBef>
                <a:spcPct val="0"/>
              </a:spcBef>
              <a:buFontTx/>
              <a:buNone/>
            </a:pP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540 Ma</a:t>
            </a:r>
          </a:p>
          <a:p>
            <a:pPr>
              <a:spcBef>
                <a:spcPct val="0"/>
              </a:spcBef>
              <a:buFontTx/>
              <a:buNone/>
            </a:pPr>
            <a:r>
              <a:rPr lang="en-US" altLang="en-US" sz="2400" dirty="0" err="1">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Camb</a:t>
            </a:r>
            <a:r>
              <a:rPr lang="en-US" altLang="en-US" sz="2400" dirty="0">
                <a:solidFill>
                  <a:srgbClr val="FFFF00"/>
                </a:solidFill>
                <a:latin typeface="Arial Unicode MS" panose="020B0604020202020204" pitchFamily="34" charset="-128"/>
                <a:ea typeface="Arial Unicode MS" panose="020B0604020202020204" pitchFamily="34" charset="-128"/>
                <a:cs typeface="Arial Unicode MS" panose="020B0604020202020204" pitchFamily="34" charset="-128"/>
              </a:rPr>
              <a:t>.</a:t>
            </a:r>
          </a:p>
        </p:txBody>
      </p:sp>
      <p:pic>
        <p:nvPicPr>
          <p:cNvPr id="42" name="Picture 41">
            <a:extLst>
              <a:ext uri="{FF2B5EF4-FFF2-40B4-BE49-F238E27FC236}">
                <a16:creationId xmlns:a16="http://schemas.microsoft.com/office/drawing/2014/main" id="{7AAC1888-76B7-C44E-BA98-1895D1EEBC5A}"/>
              </a:ext>
            </a:extLst>
          </p:cNvPr>
          <p:cNvPicPr>
            <a:picLocks noChangeAspect="1"/>
          </p:cNvPicPr>
          <p:nvPr/>
        </p:nvPicPr>
        <p:blipFill>
          <a:blip r:embed="rId2"/>
          <a:stretch>
            <a:fillRect/>
          </a:stretch>
        </p:blipFill>
        <p:spPr>
          <a:xfrm>
            <a:off x="-1" y="-1"/>
            <a:ext cx="3255291" cy="2238013"/>
          </a:xfrm>
          <a:prstGeom prst="rect">
            <a:avLst/>
          </a:prstGeom>
        </p:spPr>
      </p:pic>
      <p:pic>
        <p:nvPicPr>
          <p:cNvPr id="44" name="Picture 43">
            <a:extLst>
              <a:ext uri="{FF2B5EF4-FFF2-40B4-BE49-F238E27FC236}">
                <a16:creationId xmlns:a16="http://schemas.microsoft.com/office/drawing/2014/main" id="{FB819D44-7F5A-E64F-A7F3-7DA17A8010A0}"/>
              </a:ext>
            </a:extLst>
          </p:cNvPr>
          <p:cNvPicPr>
            <a:picLocks noChangeAspect="1"/>
          </p:cNvPicPr>
          <p:nvPr/>
        </p:nvPicPr>
        <p:blipFill>
          <a:blip r:embed="rId3"/>
          <a:stretch>
            <a:fillRect/>
          </a:stretch>
        </p:blipFill>
        <p:spPr>
          <a:xfrm>
            <a:off x="0" y="1485111"/>
            <a:ext cx="3216822" cy="2211565"/>
          </a:xfrm>
          <a:prstGeom prst="rect">
            <a:avLst/>
          </a:prstGeom>
        </p:spPr>
      </p:pic>
      <p:pic>
        <p:nvPicPr>
          <p:cNvPr id="46" name="Picture 45">
            <a:extLst>
              <a:ext uri="{FF2B5EF4-FFF2-40B4-BE49-F238E27FC236}">
                <a16:creationId xmlns:a16="http://schemas.microsoft.com/office/drawing/2014/main" id="{A21E8F25-AF88-504E-A21E-C6EE885394B4}"/>
              </a:ext>
            </a:extLst>
          </p:cNvPr>
          <p:cNvPicPr>
            <a:picLocks noChangeAspect="1"/>
          </p:cNvPicPr>
          <p:nvPr/>
        </p:nvPicPr>
        <p:blipFill>
          <a:blip r:embed="rId4"/>
          <a:stretch>
            <a:fillRect/>
          </a:stretch>
        </p:blipFill>
        <p:spPr>
          <a:xfrm>
            <a:off x="-2035" y="2942409"/>
            <a:ext cx="3257280" cy="2239380"/>
          </a:xfrm>
          <a:prstGeom prst="rect">
            <a:avLst/>
          </a:prstGeom>
        </p:spPr>
      </p:pic>
      <p:pic>
        <p:nvPicPr>
          <p:cNvPr id="48" name="Picture 47">
            <a:extLst>
              <a:ext uri="{FF2B5EF4-FFF2-40B4-BE49-F238E27FC236}">
                <a16:creationId xmlns:a16="http://schemas.microsoft.com/office/drawing/2014/main" id="{B7D5786F-9CC9-E14A-A6EB-66C004DC2214}"/>
              </a:ext>
            </a:extLst>
          </p:cNvPr>
          <p:cNvPicPr>
            <a:picLocks noChangeAspect="1"/>
          </p:cNvPicPr>
          <p:nvPr/>
        </p:nvPicPr>
        <p:blipFill>
          <a:blip r:embed="rId5"/>
          <a:stretch>
            <a:fillRect/>
          </a:stretch>
        </p:blipFill>
        <p:spPr>
          <a:xfrm>
            <a:off x="5815279" y="-24494"/>
            <a:ext cx="3328719" cy="2288494"/>
          </a:xfrm>
          <a:prstGeom prst="rect">
            <a:avLst/>
          </a:prstGeom>
        </p:spPr>
      </p:pic>
      <p:pic>
        <p:nvPicPr>
          <p:cNvPr id="50" name="Picture 49">
            <a:extLst>
              <a:ext uri="{FF2B5EF4-FFF2-40B4-BE49-F238E27FC236}">
                <a16:creationId xmlns:a16="http://schemas.microsoft.com/office/drawing/2014/main" id="{864CCE08-A82F-2C4A-AFE7-02BAE9B79468}"/>
              </a:ext>
            </a:extLst>
          </p:cNvPr>
          <p:cNvPicPr>
            <a:picLocks noChangeAspect="1"/>
          </p:cNvPicPr>
          <p:nvPr/>
        </p:nvPicPr>
        <p:blipFill>
          <a:blip r:embed="rId6"/>
          <a:stretch>
            <a:fillRect/>
          </a:stretch>
        </p:blipFill>
        <p:spPr>
          <a:xfrm>
            <a:off x="5818907" y="1521034"/>
            <a:ext cx="3325091" cy="2286000"/>
          </a:xfrm>
          <a:prstGeom prst="rect">
            <a:avLst/>
          </a:prstGeom>
        </p:spPr>
      </p:pic>
      <p:pic>
        <p:nvPicPr>
          <p:cNvPr id="52" name="Picture 51">
            <a:extLst>
              <a:ext uri="{FF2B5EF4-FFF2-40B4-BE49-F238E27FC236}">
                <a16:creationId xmlns:a16="http://schemas.microsoft.com/office/drawing/2014/main" id="{44028934-0AB4-ED42-B768-B534FE7C1D42}"/>
              </a:ext>
            </a:extLst>
          </p:cNvPr>
          <p:cNvPicPr>
            <a:picLocks noChangeAspect="1"/>
          </p:cNvPicPr>
          <p:nvPr/>
        </p:nvPicPr>
        <p:blipFill>
          <a:blip r:embed="rId7"/>
          <a:stretch>
            <a:fillRect/>
          </a:stretch>
        </p:blipFill>
        <p:spPr>
          <a:xfrm>
            <a:off x="5859507" y="3037812"/>
            <a:ext cx="3284492" cy="2258088"/>
          </a:xfrm>
          <a:prstGeom prst="rect">
            <a:avLst/>
          </a:prstGeom>
        </p:spPr>
      </p:pic>
    </p:spTree>
    <p:extLst>
      <p:ext uri="{BB962C8B-B14F-4D97-AF65-F5344CB8AC3E}">
        <p14:creationId xmlns:p14="http://schemas.microsoft.com/office/powerpoint/2010/main" val="32599666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27" name="TextBox 26">
            <a:extLst>
              <a:ext uri="{FF2B5EF4-FFF2-40B4-BE49-F238E27FC236}">
                <a16:creationId xmlns:a16="http://schemas.microsoft.com/office/drawing/2014/main" id="{97AC15FB-0635-E447-BE77-0FA8CE277F38}"/>
              </a:ext>
            </a:extLst>
          </p:cNvPr>
          <p:cNvSpPr txBox="1">
            <a:spLocks noChangeArrowheads="1"/>
          </p:cNvSpPr>
          <p:nvPr/>
        </p:nvSpPr>
        <p:spPr bwMode="auto">
          <a:xfrm>
            <a:off x="838200" y="495300"/>
            <a:ext cx="7447780" cy="4573560"/>
          </a:xfrm>
          <a:prstGeom prst="rect">
            <a:avLst/>
          </a:prstGeom>
          <a:noFill/>
          <a:ln>
            <a:noFill/>
          </a:ln>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lvl="0">
              <a:buNone/>
            </a:pPr>
            <a:r>
              <a:rPr lang="en-US" sz="2800" dirty="0">
                <a:solidFill>
                  <a:schemeClr val="bg1"/>
                </a:solidFill>
                <a:effectLst>
                  <a:outerShdw blurRad="50800" dist="38100" dir="2700000" algn="tl" rotWithShape="0">
                    <a:prstClr val="black">
                      <a:alpha val="40000"/>
                    </a:prstClr>
                  </a:outerShdw>
                </a:effectLst>
              </a:rPr>
              <a:t>Although the Earth has undergone </a:t>
            </a:r>
            <a:r>
              <a:rPr lang="en-US" sz="2800" dirty="0">
                <a:solidFill>
                  <a:srgbClr val="FFFF00"/>
                </a:solidFill>
                <a:effectLst>
                  <a:outerShdw blurRad="50800" dist="38100" dir="2700000" algn="tl" rotWithShape="0">
                    <a:prstClr val="black">
                      <a:alpha val="40000"/>
                    </a:prstClr>
                  </a:outerShdw>
                </a:effectLst>
              </a:rPr>
              <a:t>large changes over geologic time</a:t>
            </a:r>
            <a:r>
              <a:rPr lang="en-US" sz="2800" dirty="0">
                <a:solidFill>
                  <a:schemeClr val="bg1"/>
                </a:solidFill>
                <a:effectLst>
                  <a:outerShdw blurRad="50800" dist="38100" dir="2700000" algn="tl" rotWithShape="0">
                    <a:prstClr val="black">
                      <a:alpha val="40000"/>
                    </a:prstClr>
                  </a:outerShdw>
                </a:effectLst>
              </a:rPr>
              <a:t>, the patterns of moist tropics and dry subtropics with polar jet streams are relatively consistent. </a:t>
            </a:r>
          </a:p>
          <a:p>
            <a:pPr lvl="0">
              <a:buNone/>
            </a:pPr>
            <a:endParaRPr lang="en-US" sz="2800" dirty="0">
              <a:solidFill>
                <a:schemeClr val="bg1"/>
              </a:solidFill>
              <a:effectLst>
                <a:outerShdw blurRad="50800" dist="38100" dir="2700000" algn="tl" rotWithShape="0">
                  <a:prstClr val="black">
                    <a:alpha val="40000"/>
                  </a:prstClr>
                </a:outerShdw>
              </a:effectLst>
            </a:endParaRPr>
          </a:p>
          <a:p>
            <a:pPr lvl="0">
              <a:buNone/>
            </a:pPr>
            <a:r>
              <a:rPr lang="en-US" sz="2800" dirty="0">
                <a:solidFill>
                  <a:schemeClr val="bg1"/>
                </a:solidFill>
                <a:effectLst>
                  <a:outerShdw blurRad="50800" dist="38100" dir="2700000" algn="tl" rotWithShape="0">
                    <a:prstClr val="black">
                      <a:alpha val="40000"/>
                    </a:prstClr>
                  </a:outerShdw>
                </a:effectLst>
              </a:rPr>
              <a:t>Details about these features change and their locations may shift slightly on the planet, but </a:t>
            </a:r>
            <a:r>
              <a:rPr lang="en-US" sz="2800" dirty="0">
                <a:solidFill>
                  <a:srgbClr val="FFFF00"/>
                </a:solidFill>
                <a:effectLst>
                  <a:outerShdw blurRad="50800" dist="38100" dir="2700000" algn="tl" rotWithShape="0">
                    <a:prstClr val="black">
                      <a:alpha val="40000"/>
                    </a:prstClr>
                  </a:outerShdw>
                </a:effectLst>
              </a:rPr>
              <a:t>the planetary-scale circulation (Hadley cells, polar jet streams) is a consistent feature </a:t>
            </a:r>
            <a:r>
              <a:rPr lang="en-US" sz="2800" dirty="0">
                <a:solidFill>
                  <a:schemeClr val="bg1"/>
                </a:solidFill>
                <a:effectLst>
                  <a:outerShdw blurRad="50800" dist="38100" dir="2700000" algn="tl" rotWithShape="0">
                    <a:prstClr val="black">
                      <a:alpha val="40000"/>
                    </a:prstClr>
                  </a:outerShdw>
                </a:effectLst>
              </a:rPr>
              <a:t>throughout geologic time.</a:t>
            </a:r>
          </a:p>
        </p:txBody>
      </p:sp>
    </p:spTree>
    <p:extLst>
      <p:ext uri="{BB962C8B-B14F-4D97-AF65-F5344CB8AC3E}">
        <p14:creationId xmlns:p14="http://schemas.microsoft.com/office/powerpoint/2010/main" val="429343115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40290" name="Title 1">
            <a:extLst>
              <a:ext uri="{FF2B5EF4-FFF2-40B4-BE49-F238E27FC236}">
                <a16:creationId xmlns:a16="http://schemas.microsoft.com/office/drawing/2014/main" id="{8C4BF5D5-6013-7643-BB6E-23B662AA551B}"/>
              </a:ext>
            </a:extLst>
          </p:cNvPr>
          <p:cNvSpPr>
            <a:spLocks noGrp="1" noChangeArrowheads="1"/>
          </p:cNvSpPr>
          <p:nvPr>
            <p:ph type="title"/>
          </p:nvPr>
        </p:nvSpPr>
        <p:spPr/>
        <p:txBody>
          <a:bodyPr/>
          <a:lstStyle/>
          <a:p>
            <a:r>
              <a:rPr lang="en-US" altLang="en-US">
                <a:solidFill>
                  <a:srgbClr val="FFFF00"/>
                </a:solidFill>
                <a:ea typeface="ＭＳ Ｐゴシック" panose="020B0600070205080204" pitchFamily="34" charset="-128"/>
              </a:rPr>
              <a:t>Reading Around the Topic</a:t>
            </a:r>
          </a:p>
        </p:txBody>
      </p:sp>
      <p:sp>
        <p:nvSpPr>
          <p:cNvPr id="30722" name="Content Placeholder 2">
            <a:extLst>
              <a:ext uri="{FF2B5EF4-FFF2-40B4-BE49-F238E27FC236}">
                <a16:creationId xmlns:a16="http://schemas.microsoft.com/office/drawing/2014/main" id="{99B0D072-17FC-F540-8EE6-199FD232EB57}"/>
              </a:ext>
            </a:extLst>
          </p:cNvPr>
          <p:cNvSpPr>
            <a:spLocks noGrp="1" noChangeArrowheads="1"/>
          </p:cNvSpPr>
          <p:nvPr>
            <p:ph idx="1"/>
          </p:nvPr>
        </p:nvSpPr>
        <p:spPr/>
        <p:txBody>
          <a:bodyPr/>
          <a:lstStyle/>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a:p>
            <a:pPr marL="0" indent="0">
              <a:buFontTx/>
              <a:buNone/>
              <a:defRPr/>
            </a:pPr>
            <a:r>
              <a:rPr lang="en-US" altLang="en-US" sz="2333" dirty="0">
                <a:solidFill>
                  <a:schemeClr val="bg1"/>
                </a:solidFill>
                <a:ea typeface="ＭＳ Ｐゴシック" panose="020B0600070205080204" pitchFamily="34" charset="-128"/>
                <a:cs typeface="ＭＳ Ｐゴシック" panose="020B0600070205080204" pitchFamily="34" charset="-128"/>
              </a:rPr>
              <a:t>How Do Climate Models Work? (</a:t>
            </a:r>
            <a:r>
              <a:rPr lang="en-US" altLang="en-US" sz="2333" dirty="0" err="1">
                <a:solidFill>
                  <a:schemeClr val="bg1"/>
                </a:solidFill>
                <a:ea typeface="ＭＳ Ｐゴシック" panose="020B0600070205080204" pitchFamily="34" charset="-128"/>
                <a:cs typeface="ＭＳ Ｐゴシック" panose="020B0600070205080204" pitchFamily="34" charset="-128"/>
              </a:rPr>
              <a:t>CarbonBrief.org</a:t>
            </a:r>
            <a:r>
              <a:rPr lang="en-US" altLang="en-US" sz="2333" dirty="0">
                <a:solidFill>
                  <a:schemeClr val="bg1"/>
                </a:solidFill>
                <a:ea typeface="ＭＳ Ｐゴシック" panose="020B0600070205080204" pitchFamily="34" charset="-128"/>
                <a:cs typeface="ＭＳ Ｐゴシック" panose="020B0600070205080204" pitchFamily="34" charset="-128"/>
              </a:rPr>
              <a:t>)</a:t>
            </a: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p:txBody>
      </p:sp>
    </p:spTree>
    <p:extLst>
      <p:ext uri="{BB962C8B-B14F-4D97-AF65-F5344CB8AC3E}">
        <p14:creationId xmlns:p14="http://schemas.microsoft.com/office/powerpoint/2010/main" val="3464756203"/>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7030A0"/>
        </a:solidFill>
        <a:effectLst/>
      </p:bgPr>
    </p:bg>
    <p:spTree>
      <p:nvGrpSpPr>
        <p:cNvPr id="1" name=""/>
        <p:cNvGrpSpPr/>
        <p:nvPr/>
      </p:nvGrpSpPr>
      <p:grpSpPr>
        <a:xfrm>
          <a:off x="0" y="0"/>
          <a:ext cx="0" cy="0"/>
          <a:chOff x="0" y="0"/>
          <a:chExt cx="0" cy="0"/>
        </a:xfrm>
      </p:grpSpPr>
      <p:sp>
        <p:nvSpPr>
          <p:cNvPr id="139266" name="Title 1">
            <a:extLst>
              <a:ext uri="{FF2B5EF4-FFF2-40B4-BE49-F238E27FC236}">
                <a16:creationId xmlns:a16="http://schemas.microsoft.com/office/drawing/2014/main" id="{DAB33945-D1D7-5C45-8B04-933467DE51D1}"/>
              </a:ext>
            </a:extLst>
          </p:cNvPr>
          <p:cNvSpPr>
            <a:spLocks noGrp="1" noChangeArrowheads="1"/>
          </p:cNvSpPr>
          <p:nvPr>
            <p:ph type="title"/>
          </p:nvPr>
        </p:nvSpPr>
        <p:spPr>
          <a:xfrm>
            <a:off x="457200" y="73025"/>
            <a:ext cx="8229600" cy="952500"/>
          </a:xfrm>
        </p:spPr>
        <p:txBody>
          <a:bodyPr/>
          <a:lstStyle/>
          <a:p>
            <a:r>
              <a:rPr lang="en-US" altLang="en-US" dirty="0">
                <a:solidFill>
                  <a:srgbClr val="FFFF00"/>
                </a:solidFill>
                <a:ea typeface="ＭＳ Ｐゴシック" panose="020B0600070205080204" pitchFamily="34" charset="-128"/>
              </a:rPr>
              <a:t>Thought-Provoking Question</a:t>
            </a:r>
          </a:p>
        </p:txBody>
      </p:sp>
      <p:sp>
        <p:nvSpPr>
          <p:cNvPr id="30722" name="Content Placeholder 2">
            <a:extLst>
              <a:ext uri="{FF2B5EF4-FFF2-40B4-BE49-F238E27FC236}">
                <a16:creationId xmlns:a16="http://schemas.microsoft.com/office/drawing/2014/main" id="{99B0D072-17FC-F540-8EE6-199FD232EB57}"/>
              </a:ext>
            </a:extLst>
          </p:cNvPr>
          <p:cNvSpPr>
            <a:spLocks noGrp="1" noChangeArrowheads="1"/>
          </p:cNvSpPr>
          <p:nvPr>
            <p:ph idx="1"/>
          </p:nvPr>
        </p:nvSpPr>
        <p:spPr>
          <a:xfrm>
            <a:off x="457200" y="1041854"/>
            <a:ext cx="8229600" cy="4076700"/>
          </a:xfrm>
        </p:spPr>
        <p:txBody>
          <a:bodyPr/>
          <a:lstStyle/>
          <a:p>
            <a:pPr marL="0" indent="0">
              <a:buFontTx/>
              <a:buNone/>
              <a:defRPr/>
            </a:pPr>
            <a:endParaRPr lang="en-US" altLang="en-US" sz="2333" dirty="0">
              <a:solidFill>
                <a:srgbClr val="FFFF00"/>
              </a:solidFill>
              <a:ea typeface="ＭＳ Ｐゴシック" panose="020B0600070205080204" pitchFamily="34" charset="-128"/>
              <a:cs typeface="ＭＳ Ｐゴシック" panose="020B0600070205080204" pitchFamily="34" charset="-128"/>
            </a:endParaRPr>
          </a:p>
          <a:p>
            <a:pPr marL="0" indent="0">
              <a:buFontTx/>
              <a:buNone/>
              <a:defRPr/>
            </a:pPr>
            <a:r>
              <a:rPr lang="en-US" altLang="en-US" sz="2333" dirty="0">
                <a:solidFill>
                  <a:schemeClr val="bg1"/>
                </a:solidFill>
                <a:ea typeface="ＭＳ Ｐゴシック" panose="020B0600070205080204" pitchFamily="34" charset="-128"/>
                <a:cs typeface="ＭＳ Ｐゴシック" panose="020B0600070205080204" pitchFamily="34" charset="-128"/>
              </a:rPr>
              <a:t>Consider a hypothetical distribution of land, oceans, and mountains on the Earth.  Map out the associated climate patterns (winds, temperature, precipitation), ocean circulation (currents, temperature, salinity), vegetation, sedimentary record, etc.  Justify your map.</a:t>
            </a: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a:p>
            <a:pPr marL="0" indent="0">
              <a:buFontTx/>
              <a:buNone/>
              <a:defRPr/>
            </a:pPr>
            <a:endParaRPr lang="en-US" altLang="en-US" sz="2333" dirty="0">
              <a:solidFill>
                <a:schemeClr val="bg1"/>
              </a:solidFill>
              <a:ea typeface="ＭＳ Ｐゴシック" panose="020B0600070205080204" pitchFamily="34" charset="-128"/>
              <a:cs typeface="ＭＳ Ｐゴシック" panose="020B0600070205080204" pitchFamily="34" charset="-128"/>
            </a:endParaRPr>
          </a:p>
        </p:txBody>
      </p:sp>
    </p:spTree>
    <p:extLst>
      <p:ext uri="{BB962C8B-B14F-4D97-AF65-F5344CB8AC3E}">
        <p14:creationId xmlns:p14="http://schemas.microsoft.com/office/powerpoint/2010/main" val="18073854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7C0CA08-F256-2147-AC5A-D0C78D1DB699}"/>
              </a:ext>
            </a:extLst>
          </p:cNvPr>
          <p:cNvPicPr>
            <a:picLocks noChangeAspect="1"/>
          </p:cNvPicPr>
          <p:nvPr/>
        </p:nvPicPr>
        <p:blipFill>
          <a:blip r:embed="rId3"/>
          <a:stretch>
            <a:fillRect/>
          </a:stretch>
        </p:blipFill>
        <p:spPr>
          <a:xfrm>
            <a:off x="0" y="-38100"/>
            <a:ext cx="8153400" cy="5747319"/>
          </a:xfrm>
          <a:prstGeom prst="rect">
            <a:avLst/>
          </a:prstGeom>
        </p:spPr>
      </p:pic>
      <p:sp>
        <p:nvSpPr>
          <p:cNvPr id="4" name="Rectangle 3">
            <a:extLst>
              <a:ext uri="{FF2B5EF4-FFF2-40B4-BE49-F238E27FC236}">
                <a16:creationId xmlns:a16="http://schemas.microsoft.com/office/drawing/2014/main" id="{FC35A118-1044-B747-A624-85CF617BADB9}"/>
              </a:ext>
            </a:extLst>
          </p:cNvPr>
          <p:cNvSpPr>
            <a:spLocks noChangeArrowheads="1"/>
          </p:cNvSpPr>
          <p:nvPr/>
        </p:nvSpPr>
        <p:spPr bwMode="auto">
          <a:xfrm>
            <a:off x="3200400" y="-114300"/>
            <a:ext cx="4991582" cy="914400"/>
          </a:xfrm>
          <a:prstGeom prst="rect">
            <a:avLst/>
          </a:prstGeom>
          <a:solidFill>
            <a:srgbClr val="C00000"/>
          </a:solidFill>
          <a:ln>
            <a:noFill/>
          </a:ln>
          <a:effectLst>
            <a:outerShdw blurRad="40000" dist="23000" dir="5400000" rotWithShape="0">
              <a:srgbClr val="808080">
                <a:alpha val="34999"/>
              </a:srgbClr>
            </a:outerShdw>
          </a:effectLst>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defRPr/>
            </a:pPr>
            <a:r>
              <a:rPr lang="en-US" altLang="en-US" sz="6000" b="1" dirty="0">
                <a:solidFill>
                  <a:srgbClr val="E9FE00"/>
                </a:solidFill>
                <a:effectLst>
                  <a:outerShdw blurRad="38100" dist="38100" dir="2700000" algn="tl">
                    <a:srgbClr val="000000"/>
                  </a:outerShdw>
                </a:effectLst>
                <a:latin typeface="Goudy Old Style" panose="02020502050305020303" pitchFamily="18" charset="77"/>
                <a:ea typeface="Arial" panose="020B0604020202020204" pitchFamily="34" charset="0"/>
              </a:rPr>
              <a:t>FINAL EXAM</a:t>
            </a:r>
          </a:p>
        </p:txBody>
      </p:sp>
      <p:sp>
        <p:nvSpPr>
          <p:cNvPr id="37891" name="TextBox 1">
            <a:extLst>
              <a:ext uri="{FF2B5EF4-FFF2-40B4-BE49-F238E27FC236}">
                <a16:creationId xmlns:a16="http://schemas.microsoft.com/office/drawing/2014/main" id="{3E2A5460-C734-7547-B4F9-7E73EDB5A7CB}"/>
              </a:ext>
            </a:extLst>
          </p:cNvPr>
          <p:cNvSpPr txBox="1">
            <a:spLocks noChangeArrowheads="1"/>
          </p:cNvSpPr>
          <p:nvPr/>
        </p:nvSpPr>
        <p:spPr bwMode="auto">
          <a:xfrm>
            <a:off x="1479550" y="4197350"/>
            <a:ext cx="184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0413">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defTabSz="760413">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defTabSz="760413">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7604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7604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solidFill>
                <a:srgbClr val="000000"/>
              </a:solidFill>
              <a:cs typeface="Arial" panose="020B0604020202020204" pitchFamily="34" charset="0"/>
            </a:endParaRPr>
          </a:p>
        </p:txBody>
      </p:sp>
    </p:spTree>
    <p:extLst>
      <p:ext uri="{BB962C8B-B14F-4D97-AF65-F5344CB8AC3E}">
        <p14:creationId xmlns:p14="http://schemas.microsoft.com/office/powerpoint/2010/main" val="1493385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C000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C35A118-1044-B747-A624-85CF617BADB9}"/>
              </a:ext>
            </a:extLst>
          </p:cNvPr>
          <p:cNvSpPr>
            <a:spLocks noChangeArrowheads="1"/>
          </p:cNvSpPr>
          <p:nvPr/>
        </p:nvSpPr>
        <p:spPr bwMode="auto">
          <a:xfrm>
            <a:off x="1079500" y="825500"/>
            <a:ext cx="6794500" cy="2413000"/>
          </a:xfrm>
          <a:prstGeom prst="rect">
            <a:avLst/>
          </a:prstGeom>
          <a:noFill/>
          <a:ln>
            <a:noFill/>
          </a:ln>
          <a:effectLst>
            <a:outerShdw blurRad="40000" dist="23000" dir="5400000" rotWithShape="0">
              <a:srgbClr val="808080">
                <a:alpha val="3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sz="2400">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2400">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2400">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2400">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2400">
                <a:solidFill>
                  <a:schemeClr val="tx1"/>
                </a:solidFill>
                <a:latin typeface="Arial" panose="020B0604020202020204" pitchFamily="34" charset="0"/>
                <a:ea typeface="ＭＳ Ｐゴシック"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algn="ctr" eaLnBrk="1" hangingPunct="1">
              <a:defRPr/>
            </a:pPr>
            <a:r>
              <a:rPr lang="en-US" altLang="en-US" sz="3667" b="1" dirty="0">
                <a:solidFill>
                  <a:srgbClr val="FFFFFF"/>
                </a:solidFill>
                <a:effectLst>
                  <a:outerShdw blurRad="38100" dist="38100" dir="2700000" algn="tl">
                    <a:srgbClr val="000000"/>
                  </a:outerShdw>
                </a:effectLst>
                <a:latin typeface="Goudy Old Style" panose="02020502050305020303" pitchFamily="18" charset="77"/>
                <a:ea typeface="Arial" panose="020B0604020202020204" pitchFamily="34" charset="0"/>
              </a:rPr>
              <a:t>On your computer’s or phone’s web browser, go to </a:t>
            </a:r>
          </a:p>
          <a:p>
            <a:pPr algn="ctr" eaLnBrk="1" hangingPunct="1">
              <a:defRPr/>
            </a:pPr>
            <a:endParaRPr lang="en-US" altLang="en-US" sz="3667" b="1" dirty="0">
              <a:solidFill>
                <a:srgbClr val="FFFFFF"/>
              </a:solidFill>
              <a:effectLst>
                <a:outerShdw blurRad="38100" dist="38100" dir="2700000" algn="tl">
                  <a:srgbClr val="000000"/>
                </a:outerShdw>
              </a:effectLst>
              <a:latin typeface="Goudy Old Style" panose="02020502050305020303" pitchFamily="18" charset="77"/>
              <a:ea typeface="Arial" panose="020B0604020202020204" pitchFamily="34" charset="0"/>
            </a:endParaRPr>
          </a:p>
          <a:p>
            <a:pPr algn="ctr" eaLnBrk="1" hangingPunct="1">
              <a:defRPr/>
            </a:pPr>
            <a:r>
              <a:rPr lang="en-US" altLang="en-US" sz="6000" b="1" dirty="0" err="1">
                <a:solidFill>
                  <a:srgbClr val="E9FE00"/>
                </a:solidFill>
                <a:effectLst>
                  <a:outerShdw blurRad="38100" dist="38100" dir="2700000" algn="tl">
                    <a:srgbClr val="000000"/>
                  </a:outerShdw>
                </a:effectLst>
                <a:latin typeface="Goudy Old Style" panose="02020502050305020303" pitchFamily="18" charset="77"/>
                <a:ea typeface="Arial" panose="020B0604020202020204" pitchFamily="34" charset="0"/>
              </a:rPr>
              <a:t>kahoot.it</a:t>
            </a:r>
            <a:endParaRPr lang="en-US" altLang="en-US" sz="6000" b="1" dirty="0">
              <a:solidFill>
                <a:srgbClr val="E9FE00"/>
              </a:solidFill>
              <a:effectLst>
                <a:outerShdw blurRad="38100" dist="38100" dir="2700000" algn="tl">
                  <a:srgbClr val="000000"/>
                </a:outerShdw>
              </a:effectLst>
              <a:latin typeface="Goudy Old Style" panose="02020502050305020303" pitchFamily="18" charset="77"/>
              <a:ea typeface="Arial" panose="020B0604020202020204" pitchFamily="34" charset="0"/>
            </a:endParaRPr>
          </a:p>
        </p:txBody>
      </p:sp>
      <p:sp>
        <p:nvSpPr>
          <p:cNvPr id="37891" name="TextBox 1">
            <a:extLst>
              <a:ext uri="{FF2B5EF4-FFF2-40B4-BE49-F238E27FC236}">
                <a16:creationId xmlns:a16="http://schemas.microsoft.com/office/drawing/2014/main" id="{3E2A5460-C734-7547-B4F9-7E73EDB5A7CB}"/>
              </a:ext>
            </a:extLst>
          </p:cNvPr>
          <p:cNvSpPr txBox="1">
            <a:spLocks noChangeArrowheads="1"/>
          </p:cNvSpPr>
          <p:nvPr/>
        </p:nvSpPr>
        <p:spPr bwMode="auto">
          <a:xfrm>
            <a:off x="1479550" y="4197350"/>
            <a:ext cx="184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760413">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defTabSz="760413">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defTabSz="760413">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defTabSz="7604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defTabSz="760413">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defTabSz="760413"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eaLnBrk="1" hangingPunct="1">
              <a:spcBef>
                <a:spcPct val="0"/>
              </a:spcBef>
              <a:buFontTx/>
              <a:buNone/>
            </a:pPr>
            <a:endParaRPr lang="en-US" altLang="en-US" sz="2000">
              <a:solidFill>
                <a:srgbClr val="000000"/>
              </a:solidFill>
              <a:cs typeface="Arial" panose="020B0604020202020204" pitchFamily="34" charset="0"/>
            </a:endParaRPr>
          </a:p>
        </p:txBody>
      </p:sp>
      <p:sp>
        <p:nvSpPr>
          <p:cNvPr id="118788" name="Rectangle 4">
            <a:extLst>
              <a:ext uri="{FF2B5EF4-FFF2-40B4-BE49-F238E27FC236}">
                <a16:creationId xmlns:a16="http://schemas.microsoft.com/office/drawing/2014/main" id="{08045F53-1F48-9F40-9B81-6C5AE465975D}"/>
              </a:ext>
            </a:extLst>
          </p:cNvPr>
          <p:cNvSpPr>
            <a:spLocks noChangeArrowheads="1"/>
          </p:cNvSpPr>
          <p:nvPr/>
        </p:nvSpPr>
        <p:spPr bwMode="auto">
          <a:xfrm>
            <a:off x="1397000" y="4318000"/>
            <a:ext cx="6540500" cy="1477963"/>
          </a:xfrm>
          <a:prstGeom prst="rect">
            <a:avLst/>
          </a:prstGeom>
          <a:noFill/>
          <a:ln>
            <a:noFill/>
          </a:ln>
          <a:extLst>
            <a:ext uri="{909E8E84-426E-40dd-AFC4-6F175D3DCCD1}"/>
            <a:ext uri="{91240B29-F687-4f45-9708-019B960494DF}"/>
          </a:extLst>
        </p:spPr>
        <p:txBody>
          <a:bodyPr>
            <a:spAutoFit/>
          </a:bodyPr>
          <a:lstStyle/>
          <a:p>
            <a:pPr algn="ctr">
              <a:defRPr/>
            </a:pP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You can download the </a:t>
            </a:r>
            <a:r>
              <a:rPr lang="en-US" sz="3000" b="1" dirty="0" err="1">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kahoot</a:t>
            </a:r>
            <a:r>
              <a:rPr lang="en-US" sz="3000" b="1" dirty="0">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 app</a:t>
            </a: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 or </a:t>
            </a:r>
            <a:r>
              <a:rPr lang="en-US" sz="3000" b="1" dirty="0">
                <a:solidFill>
                  <a:srgbClr val="FFFF00"/>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bookmark </a:t>
            </a:r>
            <a:r>
              <a:rPr lang="en-US" sz="3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rPr>
              <a:t>the website for future lectures.</a:t>
            </a:r>
            <a:endParaRPr lang="en-US" sz="5000" b="1" dirty="0">
              <a:solidFill>
                <a:srgbClr val="FFFFFF"/>
              </a:solidFill>
              <a:effectLst>
                <a:outerShdw blurRad="50800" dist="38100" dir="2700000" algn="tl" rotWithShape="0">
                  <a:prstClr val="black">
                    <a:alpha val="40000"/>
                  </a:prstClr>
                </a:outerShdw>
              </a:effectLst>
              <a:latin typeface="Goudy Old Style" charset="0"/>
              <a:ea typeface="ＭＳ Ｐゴシック" charset="0"/>
              <a:cs typeface="Goudy Old Style"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98D44"/>
        </a:solidFill>
        <a:effectLst/>
      </p:bgPr>
    </p:bg>
    <p:spTree>
      <p:nvGrpSpPr>
        <p:cNvPr id="1" name=""/>
        <p:cNvGrpSpPr/>
        <p:nvPr/>
      </p:nvGrpSpPr>
      <p:grpSpPr>
        <a:xfrm>
          <a:off x="0" y="0"/>
          <a:ext cx="0" cy="0"/>
          <a:chOff x="0" y="0"/>
          <a:chExt cx="0" cy="0"/>
        </a:xfrm>
      </p:grpSpPr>
      <p:sp>
        <p:nvSpPr>
          <p:cNvPr id="31746" name="TextBox 4">
            <a:extLst>
              <a:ext uri="{FF2B5EF4-FFF2-40B4-BE49-F238E27FC236}">
                <a16:creationId xmlns:a16="http://schemas.microsoft.com/office/drawing/2014/main" id="{FEA2326E-379B-B644-B487-8CF6D5D53534}"/>
              </a:ext>
            </a:extLst>
          </p:cNvPr>
          <p:cNvSpPr txBox="1">
            <a:spLocks noChangeArrowheads="1"/>
          </p:cNvSpPr>
          <p:nvPr/>
        </p:nvSpPr>
        <p:spPr bwMode="auto">
          <a:xfrm>
            <a:off x="152400" y="1181100"/>
            <a:ext cx="8610600" cy="390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cs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cs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ea typeface="Arial" panose="020B0604020202020204" pitchFamily="34" charset="0"/>
                <a:cs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Arial" panose="020B0604020202020204" pitchFamily="34" charset="0"/>
                <a:cs typeface="Arial" panose="020B0604020202020204" pitchFamily="34" charset="0"/>
              </a:defRPr>
            </a:lvl9pPr>
          </a:lstStyle>
          <a:p>
            <a:pPr marL="457200" indent="-457200">
              <a:buAutoNum type="arabicPeriod"/>
            </a:pPr>
            <a:r>
              <a:rPr lang="en-US" sz="2000" dirty="0">
                <a:solidFill>
                  <a:schemeClr val="bg1"/>
                </a:solidFill>
                <a:effectLst>
                  <a:outerShdw blurRad="50800" dist="38100" dir="2700000" algn="tl" rotWithShape="0">
                    <a:prstClr val="black">
                      <a:alpha val="40000"/>
                    </a:prstClr>
                  </a:outerShdw>
                </a:effectLst>
              </a:rPr>
              <a:t>Describe the composition and components of the cryosphere on Earth. </a:t>
            </a:r>
          </a:p>
          <a:p>
            <a:pPr marL="457200" indent="-457200">
              <a:buAutoNum type="arabicPeriod"/>
            </a:pPr>
            <a:r>
              <a:rPr lang="en-US" sz="2000" dirty="0">
                <a:solidFill>
                  <a:schemeClr val="bg1"/>
                </a:solidFill>
                <a:effectLst>
                  <a:outerShdw blurRad="50800" dist="38100" dir="2700000" algn="tl" rotWithShape="0">
                    <a:prstClr val="black">
                      <a:alpha val="40000"/>
                    </a:prstClr>
                  </a:outerShdw>
                </a:effectLst>
              </a:rPr>
              <a:t>Identify the periods of extensive glaciation in geological time and know their causes.</a:t>
            </a:r>
          </a:p>
          <a:p>
            <a:pPr marL="457200" indent="-457200">
              <a:buAutoNum type="arabicPeriod"/>
            </a:pPr>
            <a:r>
              <a:rPr lang="en-US" sz="2000" dirty="0">
                <a:solidFill>
                  <a:schemeClr val="bg1"/>
                </a:solidFill>
                <a:effectLst>
                  <a:outerShdw blurRad="50800" dist="38100" dir="2700000" algn="tl" rotWithShape="0">
                    <a:prstClr val="black">
                      <a:alpha val="40000"/>
                    </a:prstClr>
                  </a:outerShdw>
                </a:effectLst>
              </a:rPr>
              <a:t>Explain how the Earth enters and leaves a Snowball Earth episode.</a:t>
            </a:r>
          </a:p>
          <a:p>
            <a:pPr marL="457200" indent="-457200">
              <a:buAutoNum type="arabicPeriod"/>
            </a:pPr>
            <a:r>
              <a:rPr lang="en-US" sz="2000" dirty="0">
                <a:solidFill>
                  <a:schemeClr val="bg1"/>
                </a:solidFill>
                <a:effectLst>
                  <a:outerShdw blurRad="50800" dist="38100" dir="2700000" algn="tl" rotWithShape="0">
                    <a:prstClr val="black">
                      <a:alpha val="40000"/>
                    </a:prstClr>
                  </a:outerShdw>
                </a:effectLst>
              </a:rPr>
              <a:t>Discuss the reasons for Arctic amplification.</a:t>
            </a:r>
          </a:p>
          <a:p>
            <a:pPr marL="457200" indent="-457200">
              <a:buAutoNum type="arabicPeriod"/>
            </a:pPr>
            <a:r>
              <a:rPr lang="en-US" sz="2000" dirty="0">
                <a:solidFill>
                  <a:schemeClr val="bg1"/>
                </a:solidFill>
                <a:effectLst>
                  <a:outerShdw blurRad="50800" dist="38100" dir="2700000" algn="tl" rotWithShape="0">
                    <a:prstClr val="black">
                      <a:alpha val="40000"/>
                    </a:prstClr>
                  </a:outerShdw>
                </a:effectLst>
              </a:rPr>
              <a:t>Describe how climate models work, what the required inputs are, and what the simulated quantities are.</a:t>
            </a:r>
          </a:p>
          <a:p>
            <a:pPr marL="457200" indent="-457200">
              <a:buAutoNum type="arabicPeriod"/>
            </a:pPr>
            <a:r>
              <a:rPr lang="en-US" sz="2000" dirty="0">
                <a:solidFill>
                  <a:schemeClr val="bg1"/>
                </a:solidFill>
                <a:effectLst>
                  <a:outerShdw blurRad="50800" dist="38100" dir="2700000" algn="tl" rotWithShape="0">
                    <a:prstClr val="black">
                      <a:alpha val="40000"/>
                    </a:prstClr>
                  </a:outerShdw>
                </a:effectLst>
              </a:rPr>
              <a:t>Be able to discuss how to use climate models for research.</a:t>
            </a:r>
          </a:p>
          <a:p>
            <a:pPr marL="457200" indent="-457200">
              <a:buAutoNum type="arabicPeriod"/>
            </a:pPr>
            <a:r>
              <a:rPr lang="en-US" sz="2000" dirty="0">
                <a:solidFill>
                  <a:schemeClr val="bg1"/>
                </a:solidFill>
                <a:effectLst>
                  <a:outerShdw blurRad="50800" dist="38100" dir="2700000" algn="tl" rotWithShape="0">
                    <a:prstClr val="black">
                      <a:alpha val="40000"/>
                    </a:prstClr>
                  </a:outerShdw>
                </a:effectLst>
              </a:rPr>
              <a:t>Describe what the geological record tells us about present and future climate. </a:t>
            </a:r>
          </a:p>
          <a:p>
            <a:pPr>
              <a:buNone/>
            </a:pPr>
            <a:endParaRPr lang="en-US" sz="2000" dirty="0">
              <a:solidFill>
                <a:schemeClr val="bg1"/>
              </a:solidFill>
              <a:effectLst>
                <a:outerShdw blurRad="50800" dist="38100" dir="2700000" algn="tl" rotWithShape="0">
                  <a:prstClr val="black">
                    <a:alpha val="40000"/>
                  </a:prstClr>
                </a:outerShdw>
              </a:effectLst>
            </a:endParaRPr>
          </a:p>
        </p:txBody>
      </p:sp>
      <p:sp>
        <p:nvSpPr>
          <p:cNvPr id="2" name="TextBox 1">
            <a:extLst>
              <a:ext uri="{FF2B5EF4-FFF2-40B4-BE49-F238E27FC236}">
                <a16:creationId xmlns:a16="http://schemas.microsoft.com/office/drawing/2014/main" id="{06995551-0C30-BD4F-B52C-3C45E85761DF}"/>
              </a:ext>
            </a:extLst>
          </p:cNvPr>
          <p:cNvSpPr txBox="1"/>
          <p:nvPr/>
        </p:nvSpPr>
        <p:spPr>
          <a:xfrm>
            <a:off x="3276600" y="190500"/>
            <a:ext cx="1377300" cy="769441"/>
          </a:xfrm>
          <a:prstGeom prst="rect">
            <a:avLst/>
          </a:prstGeom>
          <a:noFill/>
        </p:spPr>
        <p:txBody>
          <a:bodyPr wrap="none" rtlCol="0">
            <a:spAutoFit/>
          </a:bodyPr>
          <a:lstStyle/>
          <a:p>
            <a:r>
              <a:rPr lang="en-US" sz="4400" dirty="0">
                <a:solidFill>
                  <a:srgbClr val="FFFF00"/>
                </a:solidFill>
              </a:rPr>
              <a:t>ILOs</a:t>
            </a:r>
          </a:p>
        </p:txBody>
      </p:sp>
    </p:spTree>
    <p:extLst>
      <p:ext uri="{BB962C8B-B14F-4D97-AF65-F5344CB8AC3E}">
        <p14:creationId xmlns:p14="http://schemas.microsoft.com/office/powerpoint/2010/main" val="3794648830"/>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Blank Presentation">
  <a:themeElements>
    <a:clrScheme name="Blank Presentation 8">
      <a:dk1>
        <a:srgbClr val="FFFFFF"/>
      </a:dk1>
      <a:lt1>
        <a:srgbClr val="FFFFFF"/>
      </a:lt1>
      <a:dk2>
        <a:srgbClr val="FFFFFF"/>
      </a:dk2>
      <a:lt2>
        <a:srgbClr val="808080"/>
      </a:lt2>
      <a:accent1>
        <a:srgbClr val="00CC99"/>
      </a:accent1>
      <a:accent2>
        <a:srgbClr val="3333CC"/>
      </a:accent2>
      <a:accent3>
        <a:srgbClr val="FFFFFF"/>
      </a:accent3>
      <a:accent4>
        <a:srgbClr val="DADADA"/>
      </a:accent4>
      <a:accent5>
        <a:srgbClr val="AAE2CA"/>
      </a:accent5>
      <a:accent6>
        <a:srgbClr val="2D2DB9"/>
      </a:accent6>
      <a:hlink>
        <a:srgbClr val="CCCCFF"/>
      </a:hlink>
      <a:folHlink>
        <a:srgbClr val="B2B2B2"/>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9"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pitchFamily="-109"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Blank Presentation 8">
        <a:dk1>
          <a:srgbClr val="FFFFFF"/>
        </a:dk1>
        <a:lt1>
          <a:srgbClr val="FFFFFF"/>
        </a:lt1>
        <a:dk2>
          <a:srgbClr val="FFFFFF"/>
        </a:dk2>
        <a:lt2>
          <a:srgbClr val="808080"/>
        </a:lt2>
        <a:accent1>
          <a:srgbClr val="00CC99"/>
        </a:accent1>
        <a:accent2>
          <a:srgbClr val="3333CC"/>
        </a:accent2>
        <a:accent3>
          <a:srgbClr val="FFFFFF"/>
        </a:accent3>
        <a:accent4>
          <a:srgbClr val="DADADA"/>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2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charset="0"/>
            <a:ea typeface="ＭＳ Ｐゴシック" charset="0"/>
            <a:cs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20601</TotalTime>
  <Words>1737</Words>
  <Application>Microsoft Macintosh PowerPoint</Application>
  <PresentationFormat>On-screen Show (16:10)</PresentationFormat>
  <Paragraphs>283</Paragraphs>
  <Slides>56</Slides>
  <Notes>29</Notes>
  <HiddenSlides>0</HiddenSlides>
  <MMClips>0</MMClips>
  <ScaleCrop>false</ScaleCrop>
  <HeadingPairs>
    <vt:vector size="6" baseType="variant">
      <vt:variant>
        <vt:lpstr>Fonts Used</vt:lpstr>
      </vt:variant>
      <vt:variant>
        <vt:i4>7</vt:i4>
      </vt:variant>
      <vt:variant>
        <vt:lpstr>Theme</vt:lpstr>
      </vt:variant>
      <vt:variant>
        <vt:i4>5</vt:i4>
      </vt:variant>
      <vt:variant>
        <vt:lpstr>Slide Titles</vt:lpstr>
      </vt:variant>
      <vt:variant>
        <vt:i4>56</vt:i4>
      </vt:variant>
    </vt:vector>
  </HeadingPairs>
  <TitlesOfParts>
    <vt:vector size="68" baseType="lpstr">
      <vt:lpstr>Arial Unicode MS</vt:lpstr>
      <vt:lpstr>ＭＳ Ｐゴシック</vt:lpstr>
      <vt:lpstr>Arial</vt:lpstr>
      <vt:lpstr>Calibri</vt:lpstr>
      <vt:lpstr>Goudy Old Style</vt:lpstr>
      <vt:lpstr>Helvetica</vt:lpstr>
      <vt:lpstr>Monotype Corsiva</vt:lpstr>
      <vt:lpstr>Default Design</vt:lpstr>
      <vt:lpstr>1_Default Design</vt:lpstr>
      <vt:lpstr>Blank Presentation</vt:lpstr>
      <vt:lpstr>1_Office Theme</vt:lpstr>
      <vt:lpstr>2_Blank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make a weather forecast:</vt:lpstr>
      <vt:lpstr>PowerPoint Presentation</vt:lpstr>
      <vt:lpstr>PowerPoint Presentation</vt:lpstr>
      <vt:lpstr>PowerPoint Presentation</vt:lpstr>
      <vt:lpstr>Simulations in BYOE are computed from several models coupled into one.</vt:lpstr>
      <vt:lpstr>How to make a weather forecast:</vt:lpstr>
      <vt:lpstr>PowerPoint Presentation</vt:lpstr>
      <vt:lpstr>PowerPoint Presentation</vt:lpstr>
      <vt:lpstr>PowerPoint Presentation</vt:lpstr>
      <vt:lpstr>PowerPoint Presentation</vt:lpstr>
      <vt:lpstr>Example 1: Interbedded sediments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2: Snowball Earth at 2.4 Ga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formation of a Snowball Earth was sensitive to the location of the mountains on Kenorland.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Reading Around the Topic</vt:lpstr>
      <vt:lpstr>Thought-Provoking Question</vt:lpstr>
      <vt:lpstr>PowerPoint Presentation</vt:lpstr>
      <vt:lpstr>PowerPoint Presentation</vt:lpstr>
      <vt:lpstr>PowerPoint Presentation</vt:lpstr>
    </vt:vector>
  </TitlesOfParts>
  <Company>Auburn University</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Geology and Geography</dc:creator>
  <cp:lastModifiedBy>David Schultz</cp:lastModifiedBy>
  <cp:revision>781</cp:revision>
  <dcterms:created xsi:type="dcterms:W3CDTF">2012-10-31T08:06:21Z</dcterms:created>
  <dcterms:modified xsi:type="dcterms:W3CDTF">2025-03-17T09:13:52Z</dcterms:modified>
</cp:coreProperties>
</file>