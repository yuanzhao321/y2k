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75" r:id="rId2"/>
    <p:sldMasterId id="2147483800" r:id="rId3"/>
    <p:sldMasterId id="2147483812" r:id="rId4"/>
    <p:sldMasterId id="2147483827" r:id="rId5"/>
    <p:sldMasterId id="2147483839" r:id="rId6"/>
  </p:sldMasterIdLst>
  <p:notesMasterIdLst>
    <p:notesMasterId r:id="rId162"/>
  </p:notesMasterIdLst>
  <p:sldIdLst>
    <p:sldId id="500" r:id="rId7"/>
    <p:sldId id="585" r:id="rId8"/>
    <p:sldId id="639" r:id="rId9"/>
    <p:sldId id="600" r:id="rId10"/>
    <p:sldId id="524" r:id="rId11"/>
    <p:sldId id="646" r:id="rId12"/>
    <p:sldId id="480" r:id="rId13"/>
    <p:sldId id="502" r:id="rId14"/>
    <p:sldId id="446" r:id="rId15"/>
    <p:sldId id="512" r:id="rId16"/>
    <p:sldId id="647" r:id="rId17"/>
    <p:sldId id="508" r:id="rId18"/>
    <p:sldId id="447" r:id="rId19"/>
    <p:sldId id="590" r:id="rId20"/>
    <p:sldId id="663" r:id="rId21"/>
    <p:sldId id="666" r:id="rId22"/>
    <p:sldId id="506" r:id="rId23"/>
    <p:sldId id="493" r:id="rId24"/>
    <p:sldId id="686" r:id="rId25"/>
    <p:sldId id="687" r:id="rId26"/>
    <p:sldId id="688" r:id="rId27"/>
    <p:sldId id="689" r:id="rId28"/>
    <p:sldId id="690" r:id="rId29"/>
    <p:sldId id="680" r:id="rId30"/>
    <p:sldId id="510" r:id="rId31"/>
    <p:sldId id="691" r:id="rId32"/>
    <p:sldId id="758" r:id="rId33"/>
    <p:sldId id="759" r:id="rId34"/>
    <p:sldId id="760" r:id="rId35"/>
    <p:sldId id="749" r:id="rId36"/>
    <p:sldId id="761" r:id="rId37"/>
    <p:sldId id="762" r:id="rId38"/>
    <p:sldId id="763" r:id="rId39"/>
    <p:sldId id="764" r:id="rId40"/>
    <p:sldId id="765" r:id="rId41"/>
    <p:sldId id="766" r:id="rId42"/>
    <p:sldId id="767" r:id="rId43"/>
    <p:sldId id="683" r:id="rId44"/>
    <p:sldId id="723" r:id="rId45"/>
    <p:sldId id="745" r:id="rId46"/>
    <p:sldId id="668" r:id="rId47"/>
    <p:sldId id="669" r:id="rId48"/>
    <p:sldId id="670" r:id="rId49"/>
    <p:sldId id="671" r:id="rId50"/>
    <p:sldId id="465" r:id="rId51"/>
    <p:sldId id="511" r:id="rId52"/>
    <p:sldId id="455" r:id="rId53"/>
    <p:sldId id="549" r:id="rId54"/>
    <p:sldId id="497" r:id="rId55"/>
    <p:sldId id="724" r:id="rId56"/>
    <p:sldId id="627" r:id="rId57"/>
    <p:sldId id="572" r:id="rId58"/>
    <p:sldId id="550" r:id="rId59"/>
    <p:sldId id="571" r:id="rId60"/>
    <p:sldId id="573" r:id="rId61"/>
    <p:sldId id="574" r:id="rId62"/>
    <p:sldId id="725" r:id="rId63"/>
    <p:sldId id="726" r:id="rId64"/>
    <p:sldId id="727" r:id="rId65"/>
    <p:sldId id="728" r:id="rId66"/>
    <p:sldId id="729" r:id="rId67"/>
    <p:sldId id="592" r:id="rId68"/>
    <p:sldId id="599" r:id="rId69"/>
    <p:sldId id="629" r:id="rId70"/>
    <p:sldId id="731" r:id="rId71"/>
    <p:sldId id="637" r:id="rId72"/>
    <p:sldId id="638" r:id="rId73"/>
    <p:sldId id="730" r:id="rId74"/>
    <p:sldId id="640" r:id="rId75"/>
    <p:sldId id="732" r:id="rId76"/>
    <p:sldId id="648" r:id="rId77"/>
    <p:sldId id="649" r:id="rId78"/>
    <p:sldId id="653" r:id="rId79"/>
    <p:sldId id="458" r:id="rId80"/>
    <p:sldId id="515" r:id="rId81"/>
    <p:sldId id="516" r:id="rId82"/>
    <p:sldId id="551" r:id="rId83"/>
    <p:sldId id="662" r:id="rId84"/>
    <p:sldId id="665" r:id="rId85"/>
    <p:sldId id="658" r:id="rId86"/>
    <p:sldId id="659" r:id="rId87"/>
    <p:sldId id="567" r:id="rId88"/>
    <p:sldId id="568" r:id="rId89"/>
    <p:sldId id="570" r:id="rId90"/>
    <p:sldId id="569" r:id="rId91"/>
    <p:sldId id="607" r:id="rId92"/>
    <p:sldId id="624" r:id="rId93"/>
    <p:sldId id="734" r:id="rId94"/>
    <p:sldId id="591" r:id="rId95"/>
    <p:sldId id="602" r:id="rId96"/>
    <p:sldId id="603" r:id="rId97"/>
    <p:sldId id="604" r:id="rId98"/>
    <p:sldId id="606" r:id="rId99"/>
    <p:sldId id="605" r:id="rId100"/>
    <p:sldId id="560" r:id="rId101"/>
    <p:sldId id="594" r:id="rId102"/>
    <p:sldId id="623" r:id="rId103"/>
    <p:sldId id="768" r:id="rId104"/>
    <p:sldId id="626" r:id="rId105"/>
    <p:sldId id="256" r:id="rId106"/>
    <p:sldId id="258" r:id="rId107"/>
    <p:sldId id="257" r:id="rId108"/>
    <p:sldId id="259" r:id="rId109"/>
    <p:sldId id="260" r:id="rId110"/>
    <p:sldId id="738" r:id="rId111"/>
    <p:sldId id="741" r:id="rId112"/>
    <p:sldId id="743" r:id="rId113"/>
    <p:sldId id="746" r:id="rId114"/>
    <p:sldId id="747" r:id="rId115"/>
    <p:sldId id="748" r:id="rId116"/>
    <p:sldId id="750" r:id="rId117"/>
    <p:sldId id="751" r:id="rId118"/>
    <p:sldId id="752" r:id="rId119"/>
    <p:sldId id="753" r:id="rId120"/>
    <p:sldId id="754" r:id="rId121"/>
    <p:sldId id="736" r:id="rId122"/>
    <p:sldId id="621" r:id="rId123"/>
    <p:sldId id="586" r:id="rId124"/>
    <p:sldId id="625" r:id="rId125"/>
    <p:sldId id="733" r:id="rId126"/>
    <p:sldId id="598" r:id="rId127"/>
    <p:sldId id="619" r:id="rId128"/>
    <p:sldId id="596" r:id="rId129"/>
    <p:sldId id="769" r:id="rId130"/>
    <p:sldId id="620" r:id="rId131"/>
    <p:sldId id="757" r:id="rId132"/>
    <p:sldId id="587" r:id="rId133"/>
    <p:sldId id="597" r:id="rId134"/>
    <p:sldId id="588" r:id="rId135"/>
    <p:sldId id="610" r:id="rId136"/>
    <p:sldId id="612" r:id="rId137"/>
    <p:sldId id="609" r:id="rId138"/>
    <p:sldId id="615" r:id="rId139"/>
    <p:sldId id="616" r:id="rId140"/>
    <p:sldId id="262" r:id="rId141"/>
    <p:sldId id="263" r:id="rId142"/>
    <p:sldId id="299" r:id="rId143"/>
    <p:sldId id="304" r:id="rId144"/>
    <p:sldId id="281" r:id="rId145"/>
    <p:sldId id="283" r:id="rId146"/>
    <p:sldId id="284" r:id="rId147"/>
    <p:sldId id="287" r:id="rId148"/>
    <p:sldId id="300" r:id="rId149"/>
    <p:sldId id="298" r:id="rId150"/>
    <p:sldId id="611" r:id="rId151"/>
    <p:sldId id="617" r:id="rId152"/>
    <p:sldId id="608" r:id="rId153"/>
    <p:sldId id="531" r:id="rId154"/>
    <p:sldId id="618" r:id="rId155"/>
    <p:sldId id="643" r:id="rId156"/>
    <p:sldId id="644" r:id="rId157"/>
    <p:sldId id="645" r:id="rId158"/>
    <p:sldId id="418" r:id="rId159"/>
    <p:sldId id="756" r:id="rId160"/>
    <p:sldId id="755" r:id="rId161"/>
  </p:sldIdLst>
  <p:sldSz cx="9144000" cy="5715000" type="screen16x1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E63"/>
    <a:srgbClr val="3D80A2"/>
    <a:srgbClr val="007198"/>
    <a:srgbClr val="4E0F6A"/>
    <a:srgbClr val="55157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93"/>
    <p:restoredTop sz="85866"/>
  </p:normalViewPr>
  <p:slideViewPr>
    <p:cSldViewPr>
      <p:cViewPr varScale="1">
        <p:scale>
          <a:sx n="200" d="100"/>
          <a:sy n="200" d="100"/>
        </p:scale>
        <p:origin x="168" y="504"/>
      </p:cViewPr>
      <p:guideLst>
        <p:guide orient="horz" pos="1800"/>
        <p:guide pos="2880"/>
      </p:guideLst>
    </p:cSldViewPr>
  </p:slideViewPr>
  <p:outlineViewPr>
    <p:cViewPr>
      <p:scale>
        <a:sx n="33" d="100"/>
        <a:sy n="33" d="100"/>
      </p:scale>
      <p:origin x="0" y="0"/>
    </p:cViewPr>
  </p:outlineViewPr>
  <p:notesTextViewPr>
    <p:cViewPr>
      <p:scale>
        <a:sx n="85" d="100"/>
        <a:sy n="8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slideMaster" Target="slideMasters/slideMaster5.xml"/><Relationship Id="rId95" Type="http://schemas.openxmlformats.org/officeDocument/2006/relationships/slide" Target="slides/slide89.xml"/><Relationship Id="rId160" Type="http://schemas.openxmlformats.org/officeDocument/2006/relationships/slide" Target="slides/slide154.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124" Type="http://schemas.openxmlformats.org/officeDocument/2006/relationships/slide" Target="slides/slide118.xml"/><Relationship Id="rId129" Type="http://schemas.openxmlformats.org/officeDocument/2006/relationships/slide" Target="slides/slide123.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40" Type="http://schemas.openxmlformats.org/officeDocument/2006/relationships/slide" Target="slides/slide134.xml"/><Relationship Id="rId145" Type="http://schemas.openxmlformats.org/officeDocument/2006/relationships/slide" Target="slides/slide139.xml"/><Relationship Id="rId161" Type="http://schemas.openxmlformats.org/officeDocument/2006/relationships/slide" Target="slides/slide155.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0" Type="http://schemas.openxmlformats.org/officeDocument/2006/relationships/slide" Target="slides/slide124.xml"/><Relationship Id="rId135" Type="http://schemas.openxmlformats.org/officeDocument/2006/relationships/slide" Target="slides/slide129.xml"/><Relationship Id="rId151" Type="http://schemas.openxmlformats.org/officeDocument/2006/relationships/slide" Target="slides/slide145.xml"/><Relationship Id="rId156" Type="http://schemas.openxmlformats.org/officeDocument/2006/relationships/slide" Target="slides/slide150.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slide" Target="slides/slide140.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slide" Target="slides/slide151.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presProps" Target="presProps.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theme" Target="theme/theme1.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 Id="rId4" Type="http://schemas.openxmlformats.org/officeDocument/2006/relationships/image" Target="../media/image49.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 Id="rId4" Type="http://schemas.openxmlformats.org/officeDocument/2006/relationships/image" Target="../media/image49.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 Id="rId5" Type="http://schemas.openxmlformats.org/officeDocument/2006/relationships/image" Target="../media/image50.emf"/><Relationship Id="rId4" Type="http://schemas.openxmlformats.org/officeDocument/2006/relationships/image" Target="../media/image49.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 Id="rId5" Type="http://schemas.openxmlformats.org/officeDocument/2006/relationships/image" Target="../media/image50.emf"/><Relationship Id="rId4" Type="http://schemas.openxmlformats.org/officeDocument/2006/relationships/image" Target="../media/image4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48.emf"/><Relationship Id="rId1"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A0B754A-0593-D341-89C0-1DC5C3F8535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47" name="Rectangle 3">
            <a:extLst>
              <a:ext uri="{FF2B5EF4-FFF2-40B4-BE49-F238E27FC236}">
                <a16:creationId xmlns:a16="http://schemas.microsoft.com/office/drawing/2014/main" id="{E7B0743B-45CA-284A-A602-17FB62F00A7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Arial" charset="0"/>
              </a:defRPr>
            </a:lvl1pPr>
          </a:lstStyle>
          <a:p>
            <a:pPr>
              <a:defRPr/>
            </a:pPr>
            <a:endParaRPr lang="en-US"/>
          </a:p>
        </p:txBody>
      </p:sp>
      <p:sp>
        <p:nvSpPr>
          <p:cNvPr id="27652" name="Rectangle 4">
            <a:extLst>
              <a:ext uri="{FF2B5EF4-FFF2-40B4-BE49-F238E27FC236}">
                <a16:creationId xmlns:a16="http://schemas.microsoft.com/office/drawing/2014/main" id="{988D89FE-2C05-1A49-A413-C2B49854C398}"/>
              </a:ext>
            </a:extLst>
          </p:cNvPr>
          <p:cNvSpPr>
            <a:spLocks noGrp="1" noRot="1" noChangeAspect="1" noChangeArrowheads="1" noTextEdit="1"/>
          </p:cNvSpPr>
          <p:nvPr>
            <p:ph type="sldImg" idx="2"/>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2FA97E2-52C9-BE40-B4C0-0DD75EA467C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B364E7E-67BB-FB42-A666-7E00E3F611C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51" name="Rectangle 7">
            <a:extLst>
              <a:ext uri="{FF2B5EF4-FFF2-40B4-BE49-F238E27FC236}">
                <a16:creationId xmlns:a16="http://schemas.microsoft.com/office/drawing/2014/main" id="{5C39772E-C280-6646-9639-CAB1A761133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8B5E055-83C5-1148-B1CC-2151D312576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C200824-7854-E74E-AA04-A9A8FB3B55B3}"/>
              </a:ext>
            </a:extLst>
          </p:cNvPr>
          <p:cNvSpPr>
            <a:spLocks noGrp="1" noRot="1" noChangeAspect="1" noChangeArrowheads="1" noTextEdit="1"/>
          </p:cNvSpPr>
          <p:nvPr>
            <p:ph type="sldImg"/>
          </p:nvPr>
        </p:nvSpPr>
        <p:spPr>
          <a:ln/>
        </p:spPr>
      </p:sp>
      <p:sp>
        <p:nvSpPr>
          <p:cNvPr id="29698" name="Rectangle 3">
            <a:extLst>
              <a:ext uri="{FF2B5EF4-FFF2-40B4-BE49-F238E27FC236}">
                <a16:creationId xmlns:a16="http://schemas.microsoft.com/office/drawing/2014/main" id="{E7D76027-FC25-934C-ADD5-B00A0EF8F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3:47 long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2864CF8B-9A2F-B64F-A026-05521BBC4C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F06E980-1846-3A41-B5EC-B88B659093E4}"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746" name="Rectangle 2">
            <a:extLst>
              <a:ext uri="{FF2B5EF4-FFF2-40B4-BE49-F238E27FC236}">
                <a16:creationId xmlns:a16="http://schemas.microsoft.com/office/drawing/2014/main" id="{C8B0CEDA-897B-F848-8C98-A47E83D2BCE0}"/>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6A35539-E556-AC4C-A671-1B9883544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37557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270E3F29-4B75-2E41-B4C1-91CD482EE2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9D567AA-FF7F-034A-BBF4-27BCB7F7D42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42" name="Rectangle 1026">
            <a:extLst>
              <a:ext uri="{FF2B5EF4-FFF2-40B4-BE49-F238E27FC236}">
                <a16:creationId xmlns:a16="http://schemas.microsoft.com/office/drawing/2014/main" id="{8AFCFFC9-D92E-6F41-9E27-43B0F0A2B15B}"/>
              </a:ext>
            </a:extLst>
          </p:cNvPr>
          <p:cNvSpPr>
            <a:spLocks noGrp="1" noRot="1" noChangeAspect="1" noChangeArrowheads="1" noTextEdit="1"/>
          </p:cNvSpPr>
          <p:nvPr>
            <p:ph type="sldImg"/>
          </p:nvPr>
        </p:nvSpPr>
        <p:spPr>
          <a:solidFill>
            <a:srgbClr val="FFFFFF"/>
          </a:solidFill>
          <a:ln/>
        </p:spPr>
      </p:sp>
      <p:sp>
        <p:nvSpPr>
          <p:cNvPr id="35843" name="Rectangle 1027">
            <a:extLst>
              <a:ext uri="{FF2B5EF4-FFF2-40B4-BE49-F238E27FC236}">
                <a16:creationId xmlns:a16="http://schemas.microsoft.com/office/drawing/2014/main" id="{D8A09908-0010-B043-9FC9-7B298C99A231}"/>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a:spcBef>
                <a:spcPct val="0"/>
              </a:spcBef>
            </a:pPr>
            <a:r>
              <a:rPr lang="en-US" altLang="en-US" sz="2400">
                <a:latin typeface="Arial" panose="020B0604020202020204" pitchFamily="34" charset="0"/>
                <a:ea typeface="ＭＳ Ｐゴシック" panose="020B0600070205080204" pitchFamily="34" charset="-128"/>
              </a:rPr>
              <a:t>Before 1920, weather forecasting was done by a set of empirical rules of thumb, passed down from forecaster to forecaster.  Weather maps containing the current state of the atmosphere from all over the region were not available, so understanding the current state, let alone any future states of the atmosphere was not possible.  The state of weather forecasting at this time was stated quite bluntly by Francois Arago, who was the Director of the Paris Observatory and the Permanent Secretary of the French Academy of Sciences.  In 1846, he said, </a:t>
            </a:r>
            <a:r>
              <a:rPr lang="ja-JP" altLang="en-US" sz="2400">
                <a:latin typeface="Arial" panose="020B0604020202020204" pitchFamily="34" charset="0"/>
                <a:ea typeface="ＭＳ Ｐゴシック" panose="020B0600070205080204" pitchFamily="34" charset="-128"/>
              </a:rPr>
              <a:t>“</a:t>
            </a:r>
            <a:r>
              <a:rPr lang="en-US" altLang="ja-JP" sz="2800" i="1">
                <a:latin typeface="Arial" panose="020B0604020202020204" pitchFamily="34" charset="0"/>
                <a:ea typeface="ＭＳ Ｐゴシック" panose="020B0600070205080204" pitchFamily="34" charset="-128"/>
              </a:rPr>
              <a:t>Whatever may be the progress of sciences, NEVER will observers who are trust-worthy, and careful of their reputation, venture to foretell the state of the weather.</a:t>
            </a:r>
            <a:r>
              <a:rPr lang="ja-JP" altLang="en-US" sz="2800" i="1">
                <a:latin typeface="Arial" panose="020B0604020202020204" pitchFamily="34" charset="0"/>
                <a:ea typeface="ＭＳ Ｐゴシック" panose="020B0600070205080204" pitchFamily="34" charset="-128"/>
              </a:rPr>
              <a:t>”</a:t>
            </a:r>
            <a:endParaRPr lang="en-US" altLang="ja-JP" sz="2400">
              <a:latin typeface="Arial" panose="020B0604020202020204" pitchFamily="34" charset="0"/>
              <a:ea typeface="ＭＳ Ｐゴシック" panose="020B0600070205080204" pitchFamily="34" charset="-128"/>
            </a:endParaRPr>
          </a:p>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19103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59D73DD2-8E3E-0949-AFDE-85CFFFD7FE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F1F427E-7652-8F4D-9B94-D8A37EA2FDA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90" name="Rectangle 2">
            <a:extLst>
              <a:ext uri="{FF2B5EF4-FFF2-40B4-BE49-F238E27FC236}">
                <a16:creationId xmlns:a16="http://schemas.microsoft.com/office/drawing/2014/main" id="{E208C2DA-9533-7048-BCC9-DB94F5EB38F9}"/>
              </a:ext>
            </a:extLst>
          </p:cNvPr>
          <p:cNvSpPr>
            <a:spLocks noGrp="1" noRot="1" noChangeAspect="1" noChangeArrowheads="1" noTextEdit="1"/>
          </p:cNvSpPr>
          <p:nvPr>
            <p:ph type="sldImg"/>
          </p:nvPr>
        </p:nvSpPr>
        <p:spPr>
          <a:solidFill>
            <a:srgbClr val="FFFFFF"/>
          </a:solidFill>
          <a:ln/>
        </p:spPr>
      </p:sp>
      <p:sp>
        <p:nvSpPr>
          <p:cNvPr id="37891" name="Rectangle 3">
            <a:extLst>
              <a:ext uri="{FF2B5EF4-FFF2-40B4-BE49-F238E27FC236}">
                <a16:creationId xmlns:a16="http://schemas.microsoft.com/office/drawing/2014/main" id="{225EF699-6058-2B46-B792-6FE85E1E01AA}"/>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01205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6CA9926C-6F65-A542-BBCB-015EA10661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DB905CD-5712-9841-ACDD-02715BB7E08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38" name="Rectangle 1026">
            <a:extLst>
              <a:ext uri="{FF2B5EF4-FFF2-40B4-BE49-F238E27FC236}">
                <a16:creationId xmlns:a16="http://schemas.microsoft.com/office/drawing/2014/main" id="{0108C98A-A83A-CD41-9ACB-F3D2A626190F}"/>
              </a:ext>
            </a:extLst>
          </p:cNvPr>
          <p:cNvSpPr>
            <a:spLocks noGrp="1" noRot="1" noChangeAspect="1" noChangeArrowheads="1" noTextEdit="1"/>
          </p:cNvSpPr>
          <p:nvPr>
            <p:ph type="sldImg"/>
          </p:nvPr>
        </p:nvSpPr>
        <p:spPr>
          <a:solidFill>
            <a:srgbClr val="FFFFFF"/>
          </a:solidFill>
          <a:ln/>
        </p:spPr>
      </p:sp>
      <p:sp>
        <p:nvSpPr>
          <p:cNvPr id="39939" name="Rectangle 1027">
            <a:extLst>
              <a:ext uri="{FF2B5EF4-FFF2-40B4-BE49-F238E27FC236}">
                <a16:creationId xmlns:a16="http://schemas.microsoft.com/office/drawing/2014/main" id="{BAE5693D-6E9F-1A40-9390-9BC4C98A620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11541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C5A6348E-CCED-4048-93D0-74CC2A541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937AB1F-6796-674E-AD4B-F9231DBFC796}"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986" name="Rectangle 2">
            <a:extLst>
              <a:ext uri="{FF2B5EF4-FFF2-40B4-BE49-F238E27FC236}">
                <a16:creationId xmlns:a16="http://schemas.microsoft.com/office/drawing/2014/main" id="{F03016D9-A317-8742-9919-D2306B8F3EAC}"/>
              </a:ext>
            </a:extLst>
          </p:cNvPr>
          <p:cNvSpPr>
            <a:spLocks noGrp="1" noRot="1" noChangeAspect="1" noChangeArrowheads="1" noTextEdit="1"/>
          </p:cNvSpPr>
          <p:nvPr>
            <p:ph type="sldImg"/>
          </p:nvPr>
        </p:nvSpPr>
        <p:spPr>
          <a:solidFill>
            <a:srgbClr val="FFFFFF"/>
          </a:solidFill>
          <a:ln/>
        </p:spPr>
      </p:sp>
      <p:sp>
        <p:nvSpPr>
          <p:cNvPr id="41987" name="Rectangle 3">
            <a:extLst>
              <a:ext uri="{FF2B5EF4-FFF2-40B4-BE49-F238E27FC236}">
                <a16:creationId xmlns:a16="http://schemas.microsoft.com/office/drawing/2014/main" id="{236855DE-C70A-544F-AD48-363DC7FC1DA9}"/>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18277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04318E59-938B-D54D-AF37-FC17CF6A33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31DFA61-AA4C-6948-AA2F-CCA51008200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034" name="Rectangle 2">
            <a:extLst>
              <a:ext uri="{FF2B5EF4-FFF2-40B4-BE49-F238E27FC236}">
                <a16:creationId xmlns:a16="http://schemas.microsoft.com/office/drawing/2014/main" id="{F6B2485E-4603-9D46-A6A7-09406B13A96F}"/>
              </a:ext>
            </a:extLst>
          </p:cNvPr>
          <p:cNvSpPr>
            <a:spLocks noGrp="1" noRot="1" noChangeAspect="1" noChangeArrowheads="1" noTextEdit="1"/>
          </p:cNvSpPr>
          <p:nvPr>
            <p:ph type="sldImg"/>
          </p:nvPr>
        </p:nvSpPr>
        <p:spPr>
          <a:solidFill>
            <a:srgbClr val="FFFFFF"/>
          </a:solidFill>
          <a:ln/>
        </p:spPr>
      </p:sp>
      <p:sp>
        <p:nvSpPr>
          <p:cNvPr id="44035" name="Rectangle 3">
            <a:extLst>
              <a:ext uri="{FF2B5EF4-FFF2-40B4-BE49-F238E27FC236}">
                <a16:creationId xmlns:a16="http://schemas.microsoft.com/office/drawing/2014/main" id="{83BC3333-43AE-164F-A101-C47C28B996C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22081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D8554E65-8C4C-544A-B90F-A6AAFEBDEF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A27C902-012A-0440-A1E4-D5682DC0B2A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082" name="Rectangle 2">
            <a:extLst>
              <a:ext uri="{FF2B5EF4-FFF2-40B4-BE49-F238E27FC236}">
                <a16:creationId xmlns:a16="http://schemas.microsoft.com/office/drawing/2014/main" id="{DEDC59C5-E286-4C4C-B5FE-D436DCBE67C5}"/>
              </a:ext>
            </a:extLst>
          </p:cNvPr>
          <p:cNvSpPr>
            <a:spLocks noGrp="1" noRot="1" noChangeAspect="1" noChangeArrowheads="1" noTextEdit="1"/>
          </p:cNvSpPr>
          <p:nvPr>
            <p:ph type="sldImg"/>
          </p:nvPr>
        </p:nvSpPr>
        <p:spPr>
          <a:solidFill>
            <a:srgbClr val="FFFFFF"/>
          </a:solidFill>
          <a:ln/>
        </p:spPr>
      </p:sp>
      <p:sp>
        <p:nvSpPr>
          <p:cNvPr id="46083" name="Rectangle 3">
            <a:extLst>
              <a:ext uri="{FF2B5EF4-FFF2-40B4-BE49-F238E27FC236}">
                <a16:creationId xmlns:a16="http://schemas.microsoft.com/office/drawing/2014/main" id="{798FB5BA-2844-214B-8391-FE89650D0E75}"/>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52692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026">
            <a:extLst>
              <a:ext uri="{FF2B5EF4-FFF2-40B4-BE49-F238E27FC236}">
                <a16:creationId xmlns:a16="http://schemas.microsoft.com/office/drawing/2014/main" id="{C43424C7-9232-8B47-A811-AF292A265318}"/>
              </a:ext>
            </a:extLst>
          </p:cNvPr>
          <p:cNvSpPr>
            <a:spLocks noGrp="1" noRot="1" noChangeAspect="1" noChangeArrowheads="1" noTextEdit="1"/>
          </p:cNvSpPr>
          <p:nvPr>
            <p:ph type="sldImg"/>
          </p:nvPr>
        </p:nvSpPr>
        <p:spPr>
          <a:ln/>
        </p:spPr>
      </p:sp>
      <p:sp>
        <p:nvSpPr>
          <p:cNvPr id="48130" name="Rectangle 1027">
            <a:extLst>
              <a:ext uri="{FF2B5EF4-FFF2-40B4-BE49-F238E27FC236}">
                <a16:creationId xmlns:a16="http://schemas.microsoft.com/office/drawing/2014/main" id="{D0BB006A-3F67-BD4E-B34E-9089469AED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4188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DD0DDB72-B8E0-0545-A1C2-29123D161A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73D1C7F-9745-1C47-821C-3A71A8F59A0F}"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178" name="Rectangle 2">
            <a:extLst>
              <a:ext uri="{FF2B5EF4-FFF2-40B4-BE49-F238E27FC236}">
                <a16:creationId xmlns:a16="http://schemas.microsoft.com/office/drawing/2014/main" id="{7F185E5D-E57B-C24C-9487-96CC91E8BC7C}"/>
              </a:ext>
            </a:extLst>
          </p:cNvPr>
          <p:cNvSpPr>
            <a:spLocks noGrp="1" noRot="1" noChangeAspect="1" noChangeArrowheads="1" noTextEdit="1"/>
          </p:cNvSpPr>
          <p:nvPr>
            <p:ph type="sldImg"/>
          </p:nvPr>
        </p:nvSpPr>
        <p:spPr>
          <a:solidFill>
            <a:srgbClr val="FFFFFF"/>
          </a:solidFill>
          <a:ln/>
        </p:spPr>
      </p:sp>
      <p:sp>
        <p:nvSpPr>
          <p:cNvPr id="50179" name="Rectangle 3">
            <a:extLst>
              <a:ext uri="{FF2B5EF4-FFF2-40B4-BE49-F238E27FC236}">
                <a16:creationId xmlns:a16="http://schemas.microsoft.com/office/drawing/2014/main" id="{CD3E1199-6756-E245-938E-154D40F60A7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95801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0B21023A-3D2E-EE4E-A91D-5F4B82A60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CBD5616-95F9-184A-A982-72FA1BAB3C8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26" name="Rectangle 2">
            <a:extLst>
              <a:ext uri="{FF2B5EF4-FFF2-40B4-BE49-F238E27FC236}">
                <a16:creationId xmlns:a16="http://schemas.microsoft.com/office/drawing/2014/main" id="{59E55F8D-CA42-8F4E-81ED-39ED9BBE374D}"/>
              </a:ext>
            </a:extLst>
          </p:cNvPr>
          <p:cNvSpPr>
            <a:spLocks noGrp="1" noRot="1" noChangeAspect="1" noChangeArrowheads="1" noTextEdit="1"/>
          </p:cNvSpPr>
          <p:nvPr>
            <p:ph type="sldImg"/>
          </p:nvPr>
        </p:nvSpPr>
        <p:spPr>
          <a:solidFill>
            <a:srgbClr val="FFFFFF"/>
          </a:solidFill>
          <a:ln/>
        </p:spPr>
      </p:sp>
      <p:sp>
        <p:nvSpPr>
          <p:cNvPr id="52227" name="Rectangle 3">
            <a:extLst>
              <a:ext uri="{FF2B5EF4-FFF2-40B4-BE49-F238E27FC236}">
                <a16:creationId xmlns:a16="http://schemas.microsoft.com/office/drawing/2014/main" id="{1E88785E-19E6-F94F-96B8-FE91467B2843}"/>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41624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026">
            <a:extLst>
              <a:ext uri="{FF2B5EF4-FFF2-40B4-BE49-F238E27FC236}">
                <a16:creationId xmlns:a16="http://schemas.microsoft.com/office/drawing/2014/main" id="{8304FE50-9CF1-6B4E-AA15-F63C22F470A2}"/>
              </a:ext>
            </a:extLst>
          </p:cNvPr>
          <p:cNvSpPr>
            <a:spLocks noGrp="1" noRot="1" noChangeAspect="1" noChangeArrowheads="1" noTextEdit="1"/>
          </p:cNvSpPr>
          <p:nvPr>
            <p:ph type="sldImg"/>
          </p:nvPr>
        </p:nvSpPr>
        <p:spPr>
          <a:ln/>
        </p:spPr>
      </p:sp>
      <p:sp>
        <p:nvSpPr>
          <p:cNvPr id="54274" name="Rectangle 1027">
            <a:extLst>
              <a:ext uri="{FF2B5EF4-FFF2-40B4-BE49-F238E27FC236}">
                <a16:creationId xmlns:a16="http://schemas.microsoft.com/office/drawing/2014/main" id="{9EFA369E-FAD6-3945-B69A-9D3FE0FA75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63080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25EB4C2A-6739-484F-99FB-DB07B54568A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854B64F-B3B5-E444-8C84-BCF01AE0D31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322" name="Rectangle 2">
            <a:extLst>
              <a:ext uri="{FF2B5EF4-FFF2-40B4-BE49-F238E27FC236}">
                <a16:creationId xmlns:a16="http://schemas.microsoft.com/office/drawing/2014/main" id="{BDC241C0-7765-1541-9AE9-DCB0494CA367}"/>
              </a:ext>
            </a:extLst>
          </p:cNvPr>
          <p:cNvSpPr>
            <a:spLocks noGrp="1" noRot="1" noChangeAspect="1" noChangeArrowheads="1" noTextEdit="1"/>
          </p:cNvSpPr>
          <p:nvPr>
            <p:ph type="sldImg"/>
          </p:nvPr>
        </p:nvSpPr>
        <p:spPr>
          <a:solidFill>
            <a:srgbClr val="FFFFFF"/>
          </a:solidFill>
          <a:ln/>
        </p:spPr>
      </p:sp>
      <p:sp>
        <p:nvSpPr>
          <p:cNvPr id="56323" name="Rectangle 3">
            <a:extLst>
              <a:ext uri="{FF2B5EF4-FFF2-40B4-BE49-F238E27FC236}">
                <a16:creationId xmlns:a16="http://schemas.microsoft.com/office/drawing/2014/main" id="{51058C0D-95BF-324F-8E18-73D9F5C62111}"/>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charts.ecmwf.int</a:t>
            </a:r>
            <a:r>
              <a:rPr lang="en-US" altLang="en-US" dirty="0">
                <a:latin typeface="Arial" panose="020B0604020202020204" pitchFamily="34" charset="0"/>
                <a:ea typeface="ＭＳ Ｐゴシック" panose="020B0600070205080204" pitchFamily="34" charset="-128"/>
              </a:rPr>
              <a:t>/products/medium-z500-t850</a:t>
            </a:r>
          </a:p>
        </p:txBody>
      </p:sp>
    </p:spTree>
    <p:extLst>
      <p:ext uri="{BB962C8B-B14F-4D97-AF65-F5344CB8AC3E}">
        <p14:creationId xmlns:p14="http://schemas.microsoft.com/office/powerpoint/2010/main" val="1893995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FD24815A-A5A9-F249-B850-B276D551D37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0A84C5F-4184-8E49-8991-3C0B9EC7792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370" name="Rectangle 2">
            <a:extLst>
              <a:ext uri="{FF2B5EF4-FFF2-40B4-BE49-F238E27FC236}">
                <a16:creationId xmlns:a16="http://schemas.microsoft.com/office/drawing/2014/main" id="{DA04BE25-CC38-BC48-943B-94FE85A974DC}"/>
              </a:ext>
            </a:extLst>
          </p:cNvPr>
          <p:cNvSpPr>
            <a:spLocks noGrp="1" noRot="1" noChangeAspect="1" noChangeArrowheads="1" noTextEdit="1"/>
          </p:cNvSpPr>
          <p:nvPr>
            <p:ph type="sldImg"/>
          </p:nvPr>
        </p:nvSpPr>
        <p:spPr>
          <a:solidFill>
            <a:srgbClr val="FFFFFF"/>
          </a:solidFill>
          <a:ln/>
        </p:spPr>
      </p:sp>
      <p:sp>
        <p:nvSpPr>
          <p:cNvPr id="58371" name="Rectangle 3">
            <a:extLst>
              <a:ext uri="{FF2B5EF4-FFF2-40B4-BE49-F238E27FC236}">
                <a16:creationId xmlns:a16="http://schemas.microsoft.com/office/drawing/2014/main" id="{6284361D-CF56-4B49-889E-6BA05550B39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40980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9694CD5-A276-0248-B0F9-F96314B07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F2194EB-B2E3-B444-82DF-34FEA4A93766}"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18" name="Rectangle 1026">
            <a:extLst>
              <a:ext uri="{FF2B5EF4-FFF2-40B4-BE49-F238E27FC236}">
                <a16:creationId xmlns:a16="http://schemas.microsoft.com/office/drawing/2014/main" id="{78E1C869-F220-A54C-A6B5-00AA468E5BAD}"/>
              </a:ext>
            </a:extLst>
          </p:cNvPr>
          <p:cNvSpPr>
            <a:spLocks noGrp="1" noRot="1" noChangeAspect="1" noChangeArrowheads="1" noTextEdit="1"/>
          </p:cNvSpPr>
          <p:nvPr>
            <p:ph type="sldImg"/>
          </p:nvPr>
        </p:nvSpPr>
        <p:spPr>
          <a:solidFill>
            <a:srgbClr val="FFFFFF"/>
          </a:solidFill>
          <a:ln/>
        </p:spPr>
      </p:sp>
      <p:sp>
        <p:nvSpPr>
          <p:cNvPr id="60419" name="Rectangle 1027">
            <a:extLst>
              <a:ext uri="{FF2B5EF4-FFF2-40B4-BE49-F238E27FC236}">
                <a16:creationId xmlns:a16="http://schemas.microsoft.com/office/drawing/2014/main" id="{6C9F5360-799F-1B48-98C7-DED5BA02CE16}"/>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40965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3C2F441-0697-3549-B2F2-85FD10F687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0F5769C-07C7-CB41-BFD7-9B0CE9D9490E}"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2466" name="Rectangle 1026">
            <a:extLst>
              <a:ext uri="{FF2B5EF4-FFF2-40B4-BE49-F238E27FC236}">
                <a16:creationId xmlns:a16="http://schemas.microsoft.com/office/drawing/2014/main" id="{88FEB304-2AE9-1947-A6F4-3E36F80AD9D8}"/>
              </a:ext>
            </a:extLst>
          </p:cNvPr>
          <p:cNvSpPr>
            <a:spLocks noGrp="1" noRot="1" noChangeAspect="1" noChangeArrowheads="1" noTextEdit="1"/>
          </p:cNvSpPr>
          <p:nvPr>
            <p:ph type="sldImg"/>
          </p:nvPr>
        </p:nvSpPr>
        <p:spPr>
          <a:solidFill>
            <a:srgbClr val="FFFFFF"/>
          </a:solidFill>
          <a:ln/>
        </p:spPr>
      </p:sp>
      <p:sp>
        <p:nvSpPr>
          <p:cNvPr id="62467" name="Rectangle 1027">
            <a:extLst>
              <a:ext uri="{FF2B5EF4-FFF2-40B4-BE49-F238E27FC236}">
                <a16:creationId xmlns:a16="http://schemas.microsoft.com/office/drawing/2014/main" id="{663BA7B1-F8FB-4646-B952-7B85540772C0}"/>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21873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6BA57B6C-B234-3A4F-A35F-F4CBE0B03A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ABA0567-4988-9A4E-8E54-8D617AED76DC}"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802" name="Rectangle 2">
            <a:extLst>
              <a:ext uri="{FF2B5EF4-FFF2-40B4-BE49-F238E27FC236}">
                <a16:creationId xmlns:a16="http://schemas.microsoft.com/office/drawing/2014/main" id="{C34B6070-5FAA-7B42-8DDC-8165569D5008}"/>
              </a:ext>
            </a:extLst>
          </p:cNvPr>
          <p:cNvSpPr>
            <a:spLocks noGrp="1" noRot="1" noChangeAspect="1" noChangeArrowheads="1" noTextEdit="1"/>
          </p:cNvSpPr>
          <p:nvPr>
            <p:ph type="sldImg"/>
          </p:nvPr>
        </p:nvSpPr>
        <p:spPr>
          <a:solidFill>
            <a:srgbClr val="FFFFFF"/>
          </a:solidFill>
          <a:ln/>
        </p:spPr>
      </p:sp>
      <p:sp>
        <p:nvSpPr>
          <p:cNvPr id="76803" name="Rectangle 3">
            <a:extLst>
              <a:ext uri="{FF2B5EF4-FFF2-40B4-BE49-F238E27FC236}">
                <a16:creationId xmlns:a16="http://schemas.microsoft.com/office/drawing/2014/main" id="{A0533E9E-08F1-0B42-B07A-BE4213603A01}"/>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charts.ecmwf.int</a:t>
            </a:r>
            <a:r>
              <a:rPr lang="en-US" altLang="en-US" dirty="0">
                <a:latin typeface="Arial" panose="020B0604020202020204" pitchFamily="34" charset="0"/>
                <a:ea typeface="ＭＳ Ｐゴシック" panose="020B0600070205080204" pitchFamily="34" charset="-128"/>
              </a:rPr>
              <a:t>/catalogue/packages/monitoring/products/</a:t>
            </a:r>
            <a:r>
              <a:rPr lang="en-US" altLang="en-US" dirty="0" err="1">
                <a:latin typeface="Arial" panose="020B0604020202020204" pitchFamily="34" charset="0"/>
                <a:ea typeface="ＭＳ Ｐゴシック" panose="020B0600070205080204" pitchFamily="34" charset="-128"/>
              </a:rPr>
              <a:t>dcover</a:t>
            </a: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79798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088D51B2-DCFF-7A42-9698-066113C47C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182F1EB-0AD3-9941-937C-9DF4D46BABC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50" name="Rectangle 2">
            <a:extLst>
              <a:ext uri="{FF2B5EF4-FFF2-40B4-BE49-F238E27FC236}">
                <a16:creationId xmlns:a16="http://schemas.microsoft.com/office/drawing/2014/main" id="{C90E7D62-A41D-AC46-952C-BC9A0149C507}"/>
              </a:ext>
            </a:extLst>
          </p:cNvPr>
          <p:cNvSpPr>
            <a:spLocks noGrp="1" noRot="1" noChangeAspect="1" noChangeArrowheads="1" noTextEdit="1"/>
          </p:cNvSpPr>
          <p:nvPr>
            <p:ph type="sldImg"/>
          </p:nvPr>
        </p:nvSpPr>
        <p:spPr>
          <a:solidFill>
            <a:srgbClr val="FFFFFF"/>
          </a:solidFill>
          <a:ln/>
        </p:spPr>
      </p:sp>
      <p:sp>
        <p:nvSpPr>
          <p:cNvPr id="78851" name="Rectangle 3">
            <a:extLst>
              <a:ext uri="{FF2B5EF4-FFF2-40B4-BE49-F238E27FC236}">
                <a16:creationId xmlns:a16="http://schemas.microsoft.com/office/drawing/2014/main" id="{F40F3002-90A9-964C-BD60-56340241464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charts.ecmwf.int</a:t>
            </a:r>
            <a:r>
              <a:rPr lang="en-US" altLang="en-US" dirty="0">
                <a:latin typeface="Arial" panose="020B0604020202020204" pitchFamily="34" charset="0"/>
                <a:ea typeface="ＭＳ Ｐゴシック" panose="020B0600070205080204" pitchFamily="34" charset="-128"/>
              </a:rPr>
              <a:t>/catalogue/packages/monitoring/products/</a:t>
            </a:r>
            <a:r>
              <a:rPr lang="en-US" altLang="en-US" dirty="0" err="1">
                <a:latin typeface="Arial" panose="020B0604020202020204" pitchFamily="34" charset="0"/>
                <a:ea typeface="ＭＳ Ｐゴシック" panose="020B0600070205080204" pitchFamily="34" charset="-128"/>
              </a:rPr>
              <a:t>dcover</a:t>
            </a: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47407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FEE21CAC-BC31-B544-83A3-0623B86054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D43082B-55A1-024D-A496-1E4B7FFB46A4}"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1026">
            <a:extLst>
              <a:ext uri="{FF2B5EF4-FFF2-40B4-BE49-F238E27FC236}">
                <a16:creationId xmlns:a16="http://schemas.microsoft.com/office/drawing/2014/main" id="{E4DF5637-F102-1746-A36B-74E93CB0DB4E}"/>
              </a:ext>
            </a:extLst>
          </p:cNvPr>
          <p:cNvSpPr>
            <a:spLocks noGrp="1" noRot="1" noChangeAspect="1" noChangeArrowheads="1" noTextEdit="1"/>
          </p:cNvSpPr>
          <p:nvPr>
            <p:ph type="sldImg"/>
          </p:nvPr>
        </p:nvSpPr>
        <p:spPr>
          <a:solidFill>
            <a:srgbClr val="FFFFFF"/>
          </a:solidFill>
          <a:ln/>
        </p:spPr>
      </p:sp>
      <p:sp>
        <p:nvSpPr>
          <p:cNvPr id="80899" name="Rectangle 1027">
            <a:extLst>
              <a:ext uri="{FF2B5EF4-FFF2-40B4-BE49-F238E27FC236}">
                <a16:creationId xmlns:a16="http://schemas.microsoft.com/office/drawing/2014/main" id="{9709C392-4AC8-BE42-92F5-FE0C22EA4574}"/>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charts.ecmwf.int</a:t>
            </a:r>
            <a:r>
              <a:rPr lang="en-US" altLang="en-US" dirty="0">
                <a:latin typeface="Arial" panose="020B0604020202020204" pitchFamily="34" charset="0"/>
                <a:ea typeface="ＭＳ Ｐゴシック" panose="020B0600070205080204" pitchFamily="34" charset="-128"/>
              </a:rPr>
              <a:t>/catalogue/packages/monitoring/products/</a:t>
            </a:r>
            <a:r>
              <a:rPr lang="en-US" altLang="en-US" dirty="0" err="1">
                <a:latin typeface="Arial" panose="020B0604020202020204" pitchFamily="34" charset="0"/>
                <a:ea typeface="ＭＳ Ｐゴシック" panose="020B0600070205080204" pitchFamily="34" charset="-128"/>
              </a:rPr>
              <a:t>dcover</a:t>
            </a: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77648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2F8669E7-6365-E945-9667-BDCE779763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5A4FEC6-9020-684C-BF5A-BAF1F2307659}"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946" name="Rectangle 2">
            <a:extLst>
              <a:ext uri="{FF2B5EF4-FFF2-40B4-BE49-F238E27FC236}">
                <a16:creationId xmlns:a16="http://schemas.microsoft.com/office/drawing/2014/main" id="{1C68226C-F1F1-EA4B-B1DF-726E2AC5B8B4}"/>
              </a:ext>
            </a:extLst>
          </p:cNvPr>
          <p:cNvSpPr>
            <a:spLocks noGrp="1" noRot="1" noChangeAspect="1" noChangeArrowheads="1" noTextEdit="1"/>
          </p:cNvSpPr>
          <p:nvPr>
            <p:ph type="sldImg"/>
          </p:nvPr>
        </p:nvSpPr>
        <p:spPr>
          <a:solidFill>
            <a:srgbClr val="FFFFFF"/>
          </a:solidFill>
          <a:ln/>
        </p:spPr>
      </p:sp>
      <p:sp>
        <p:nvSpPr>
          <p:cNvPr id="82947" name="Rectangle 3">
            <a:extLst>
              <a:ext uri="{FF2B5EF4-FFF2-40B4-BE49-F238E27FC236}">
                <a16:creationId xmlns:a16="http://schemas.microsoft.com/office/drawing/2014/main" id="{E228273F-5929-AD40-BFA8-4933A3F833AB}"/>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charts.ecmwf.int</a:t>
            </a:r>
            <a:r>
              <a:rPr lang="en-US" altLang="en-US" dirty="0">
                <a:latin typeface="Arial" panose="020B0604020202020204" pitchFamily="34" charset="0"/>
                <a:ea typeface="ＭＳ Ｐゴシック" panose="020B0600070205080204" pitchFamily="34" charset="-128"/>
              </a:rPr>
              <a:t>/catalogue/packages/monitoring/products/</a:t>
            </a:r>
            <a:r>
              <a:rPr lang="en-US" altLang="en-US" dirty="0" err="1">
                <a:latin typeface="Arial" panose="020B0604020202020204" pitchFamily="34" charset="0"/>
                <a:ea typeface="ＭＳ Ｐゴシック" panose="020B0600070205080204" pitchFamily="34" charset="-128"/>
              </a:rPr>
              <a:t>dcover</a:t>
            </a: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174824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E6DB23FA-9185-ED4D-A753-8F5EE6620E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1AB72E4-E800-7840-BD56-1CA426F2CEA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042" name="Rectangle 2">
            <a:extLst>
              <a:ext uri="{FF2B5EF4-FFF2-40B4-BE49-F238E27FC236}">
                <a16:creationId xmlns:a16="http://schemas.microsoft.com/office/drawing/2014/main" id="{7A4BD3B0-1A7D-6E4C-8787-0462EC83874A}"/>
              </a:ext>
            </a:extLst>
          </p:cNvPr>
          <p:cNvSpPr>
            <a:spLocks noGrp="1" noRot="1" noChangeAspect="1" noChangeArrowheads="1" noTextEdit="1"/>
          </p:cNvSpPr>
          <p:nvPr>
            <p:ph type="sldImg"/>
          </p:nvPr>
        </p:nvSpPr>
        <p:spPr>
          <a:solidFill>
            <a:srgbClr val="FFFFFF"/>
          </a:solidFill>
          <a:ln/>
        </p:spPr>
      </p:sp>
      <p:sp>
        <p:nvSpPr>
          <p:cNvPr id="87043" name="Rectangle 3">
            <a:extLst>
              <a:ext uri="{FF2B5EF4-FFF2-40B4-BE49-F238E27FC236}">
                <a16:creationId xmlns:a16="http://schemas.microsoft.com/office/drawing/2014/main" id="{56E91E69-4BE6-EB48-B726-5ED686EFB375}"/>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charts.ecmwf.int</a:t>
            </a:r>
            <a:r>
              <a:rPr lang="en-US" altLang="en-US" dirty="0">
                <a:latin typeface="Arial" panose="020B0604020202020204" pitchFamily="34" charset="0"/>
                <a:ea typeface="ＭＳ Ｐゴシック" panose="020B0600070205080204" pitchFamily="34" charset="-128"/>
              </a:rPr>
              <a:t>/catalogue/packages/monitoring/products/</a:t>
            </a:r>
            <a:r>
              <a:rPr lang="en-US" altLang="en-US" dirty="0" err="1">
                <a:latin typeface="Arial" panose="020B0604020202020204" pitchFamily="34" charset="0"/>
                <a:ea typeface="ＭＳ Ｐゴシック" panose="020B0600070205080204" pitchFamily="34" charset="-128"/>
              </a:rPr>
              <a:t>dcover</a:t>
            </a: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52340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8B53AB80-FA92-DB41-88D2-1F3C3D9136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D8723EB-00B2-7248-BA25-D2CD4BB2F7B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802" name="Rectangle 2">
            <a:extLst>
              <a:ext uri="{FF2B5EF4-FFF2-40B4-BE49-F238E27FC236}">
                <a16:creationId xmlns:a16="http://schemas.microsoft.com/office/drawing/2014/main" id="{FD8BD25C-1CE0-DA48-AE87-F4270EF17EE0}"/>
              </a:ext>
            </a:extLst>
          </p:cNvPr>
          <p:cNvSpPr>
            <a:spLocks noGrp="1" noRot="1" noChangeAspect="1" noChangeArrowheads="1" noTextEdit="1"/>
          </p:cNvSpPr>
          <p:nvPr>
            <p:ph type="sldImg"/>
          </p:nvPr>
        </p:nvSpPr>
        <p:spPr>
          <a:solidFill>
            <a:srgbClr val="FFFFFF"/>
          </a:solidFill>
          <a:ln/>
        </p:spPr>
      </p:sp>
      <p:sp>
        <p:nvSpPr>
          <p:cNvPr id="76803" name="Rectangle 3">
            <a:extLst>
              <a:ext uri="{FF2B5EF4-FFF2-40B4-BE49-F238E27FC236}">
                <a16:creationId xmlns:a16="http://schemas.microsoft.com/office/drawing/2014/main" id="{47DCD29A-2A92-DA42-ABD1-05FEB9343B69}"/>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849499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EB59515D-7D15-7740-A60C-8E9C819B59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D3B62C7-01E8-DD4C-A75A-842CA72FEC2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50" name="Rectangle 2">
            <a:extLst>
              <a:ext uri="{FF2B5EF4-FFF2-40B4-BE49-F238E27FC236}">
                <a16:creationId xmlns:a16="http://schemas.microsoft.com/office/drawing/2014/main" id="{5D53CE22-9ED7-3C4D-A899-BFFBCFAEE736}"/>
              </a:ext>
            </a:extLst>
          </p:cNvPr>
          <p:cNvSpPr>
            <a:spLocks noGrp="1" noRot="1" noChangeAspect="1" noChangeArrowheads="1" noTextEdit="1"/>
          </p:cNvSpPr>
          <p:nvPr>
            <p:ph type="sldImg"/>
          </p:nvPr>
        </p:nvSpPr>
        <p:spPr>
          <a:solidFill>
            <a:srgbClr val="FFFFFF"/>
          </a:solidFill>
          <a:ln/>
        </p:spPr>
      </p:sp>
      <p:sp>
        <p:nvSpPr>
          <p:cNvPr id="78851" name="Rectangle 3">
            <a:extLst>
              <a:ext uri="{FF2B5EF4-FFF2-40B4-BE49-F238E27FC236}">
                <a16:creationId xmlns:a16="http://schemas.microsoft.com/office/drawing/2014/main" id="{2E588F89-E51E-A94C-83C7-BF7541475340}"/>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30614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88206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16076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705939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743705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3663287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185505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085190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42239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err="1">
                <a:latin typeface="Arial" panose="020B0604020202020204" pitchFamily="34" charset="0"/>
                <a:ea typeface="ＭＳ Ｐゴシック" panose="020B0600070205080204" pitchFamily="34" charset="-128"/>
              </a:rPr>
              <a:t>c_v</a:t>
            </a:r>
            <a:r>
              <a:rPr lang="en-US" altLang="en-US" dirty="0">
                <a:latin typeface="Arial" panose="020B0604020202020204" pitchFamily="34" charset="0"/>
                <a:ea typeface="ＭＳ Ｐゴシック" panose="020B0600070205080204" pitchFamily="34" charset="-128"/>
              </a:rPr>
              <a:t> is the specific heat of air at constant volume</a:t>
            </a:r>
          </a:p>
        </p:txBody>
      </p:sp>
    </p:spTree>
    <p:extLst>
      <p:ext uri="{BB962C8B-B14F-4D97-AF65-F5344CB8AC3E}">
        <p14:creationId xmlns:p14="http://schemas.microsoft.com/office/powerpoint/2010/main" val="38926819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75252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22595FC-2E2D-134D-A7C8-30D060E2E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CDAC89-4938-E84D-8240-88CFF95D134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898" name="Rectangle 2">
            <a:extLst>
              <a:ext uri="{FF2B5EF4-FFF2-40B4-BE49-F238E27FC236}">
                <a16:creationId xmlns:a16="http://schemas.microsoft.com/office/drawing/2014/main" id="{3617328F-9DBB-F64F-9281-6C065D02335D}"/>
              </a:ext>
            </a:extLst>
          </p:cNvPr>
          <p:cNvSpPr>
            <a:spLocks noGrp="1" noRot="1" noChangeAspect="1" noChangeArrowheads="1" noTextEdit="1"/>
          </p:cNvSpPr>
          <p:nvPr>
            <p:ph type="sldImg"/>
          </p:nvPr>
        </p:nvSpPr>
        <p:spPr>
          <a:solidFill>
            <a:srgbClr val="FFFFFF"/>
          </a:solidFill>
          <a:ln/>
        </p:spPr>
      </p:sp>
      <p:sp>
        <p:nvSpPr>
          <p:cNvPr id="80899" name="Rectangle 3">
            <a:extLst>
              <a:ext uri="{FF2B5EF4-FFF2-40B4-BE49-F238E27FC236}">
                <a16:creationId xmlns:a16="http://schemas.microsoft.com/office/drawing/2014/main" id="{66DC0F90-20EE-D642-BB9C-3755FD57640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0319025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67337126-1F0E-544D-B2DC-5D9E1ED494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E602790-901B-8A49-968B-28F5568824F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186" name="Rectangle 2">
            <a:extLst>
              <a:ext uri="{FF2B5EF4-FFF2-40B4-BE49-F238E27FC236}">
                <a16:creationId xmlns:a16="http://schemas.microsoft.com/office/drawing/2014/main" id="{21DB3F44-B91A-314C-9080-9F59AF502CA6}"/>
              </a:ext>
            </a:extLst>
          </p:cNvPr>
          <p:cNvSpPr>
            <a:spLocks noGrp="1" noRot="1" noChangeAspect="1" noChangeArrowheads="1" noTextEdit="1"/>
          </p:cNvSpPr>
          <p:nvPr>
            <p:ph type="sldImg"/>
          </p:nvPr>
        </p:nvSpPr>
        <p:spPr>
          <a:solidFill>
            <a:srgbClr val="FFFFFF"/>
          </a:solidFill>
          <a:ln/>
        </p:spPr>
      </p:sp>
      <p:sp>
        <p:nvSpPr>
          <p:cNvPr id="93187" name="Rectangle 3">
            <a:extLst>
              <a:ext uri="{FF2B5EF4-FFF2-40B4-BE49-F238E27FC236}">
                <a16:creationId xmlns:a16="http://schemas.microsoft.com/office/drawing/2014/main" id="{FF0C5FB8-E4EA-C94D-96ED-8D2EB28FB7E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3335246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4482CA19-FA92-A442-90D4-72F890DEC3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8E85240-0B1B-FF48-89C7-BE2EE664315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522" name="Rectangle 2">
            <a:extLst>
              <a:ext uri="{FF2B5EF4-FFF2-40B4-BE49-F238E27FC236}">
                <a16:creationId xmlns:a16="http://schemas.microsoft.com/office/drawing/2014/main" id="{DE24DEDB-B32E-3149-AD41-1BD6F4C66208}"/>
              </a:ext>
            </a:extLst>
          </p:cNvPr>
          <p:cNvSpPr>
            <a:spLocks noGrp="1" noRot="1" noChangeAspect="1" noChangeArrowheads="1" noTextEdit="1"/>
          </p:cNvSpPr>
          <p:nvPr>
            <p:ph type="sldImg"/>
          </p:nvPr>
        </p:nvSpPr>
        <p:spPr>
          <a:solidFill>
            <a:srgbClr val="FFFFFF"/>
          </a:solidFill>
          <a:ln/>
        </p:spPr>
      </p:sp>
      <p:sp>
        <p:nvSpPr>
          <p:cNvPr id="107523" name="Rectangle 3">
            <a:extLst>
              <a:ext uri="{FF2B5EF4-FFF2-40B4-BE49-F238E27FC236}">
                <a16:creationId xmlns:a16="http://schemas.microsoft.com/office/drawing/2014/main" id="{9AB94C15-D62B-2E4D-B7C2-33BF7EA2B85F}"/>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987559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www.ecmwf.int</a:t>
            </a:r>
            <a:r>
              <a:rPr lang="en-US" dirty="0"/>
              <a:t>/</a:t>
            </a:r>
            <a:r>
              <a:rPr lang="en-US" dirty="0" err="1"/>
              <a:t>en</a:t>
            </a:r>
            <a:r>
              <a:rPr lang="en-US" dirty="0"/>
              <a:t>/</a:t>
            </a:r>
            <a:r>
              <a:rPr lang="en-US" dirty="0" err="1"/>
              <a:t>elibrary</a:t>
            </a:r>
            <a:r>
              <a:rPr lang="en-US" dirty="0"/>
              <a:t>/81235-evaluation-ecmwf-forecasts-including-2021-upgrade</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40</a:t>
            </a:fld>
            <a:endParaRPr lang="en-US" altLang="en-US"/>
          </a:p>
        </p:txBody>
      </p:sp>
    </p:spTree>
    <p:extLst>
      <p:ext uri="{BB962C8B-B14F-4D97-AF65-F5344CB8AC3E}">
        <p14:creationId xmlns:p14="http://schemas.microsoft.com/office/powerpoint/2010/main" val="4139051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A8566CD3-3D48-664C-8E10-073A134F3C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0D98431-1C2A-5F4A-9CCC-C3FDC4D604E8}"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18" name="Rectangle 2">
            <a:extLst>
              <a:ext uri="{FF2B5EF4-FFF2-40B4-BE49-F238E27FC236}">
                <a16:creationId xmlns:a16="http://schemas.microsoft.com/office/drawing/2014/main" id="{9DBC66AD-CA37-6B49-BFA9-0F4C3AB06E32}"/>
              </a:ext>
            </a:extLst>
          </p:cNvPr>
          <p:cNvSpPr>
            <a:spLocks noGrp="1" noRot="1" noChangeAspect="1" noChangeArrowheads="1"/>
          </p:cNvSpPr>
          <p:nvPr>
            <p:ph type="sldImg"/>
          </p:nvPr>
        </p:nvSpPr>
        <p:spPr>
          <a:solidFill>
            <a:srgbClr val="FFFFFF"/>
          </a:solidFill>
          <a:ln/>
        </p:spPr>
      </p:sp>
      <p:sp>
        <p:nvSpPr>
          <p:cNvPr id="708611" name="Rectangle 3">
            <a:extLst>
              <a:ext uri="{FF2B5EF4-FFF2-40B4-BE49-F238E27FC236}">
                <a16:creationId xmlns:a16="http://schemas.microsoft.com/office/drawing/2014/main" id="{2F2DBD5B-B6CE-4A44-99AC-06E4AA80455B}"/>
              </a:ext>
            </a:extLst>
          </p:cNvPr>
          <p:cNvSpPr>
            <a:spLocks noGrp="1" noChangeArrowheads="1"/>
          </p:cNvSpPr>
          <p:nvPr>
            <p:ph type="body" idx="1"/>
          </p:nvPr>
        </p:nvSpPr>
        <p:spPr>
          <a:solidFill>
            <a:srgbClr val="FFFFFF"/>
          </a:solidFill>
          <a:ln>
            <a:solidFill>
              <a:srgbClr val="000000"/>
            </a:solidFill>
          </a:ln>
        </p:spPr>
        <p:txBody>
          <a:bodyPr/>
          <a:lstStyle/>
          <a:p>
            <a:pPr>
              <a:spcBef>
                <a:spcPct val="0"/>
              </a:spcBef>
              <a:defRPr/>
            </a:pPr>
            <a:r>
              <a:rPr lang="en-US">
                <a:cs typeface="+mn-cs"/>
              </a:rPr>
              <a:t>First, observations of the atmosphere are collected from all kinds of instruments (radars, satellites, weather balloons, surface instrumentation) from all over the world, </a:t>
            </a:r>
          </a:p>
          <a:p>
            <a:pPr>
              <a:spcBef>
                <a:spcPct val="0"/>
              </a:spcBef>
              <a:defRPr/>
            </a:pPr>
            <a:r>
              <a:rPr lang="en-US">
                <a:cs typeface="+mn-cs"/>
              </a:rPr>
              <a:t>providing the initial state for the computer models.</a:t>
            </a:r>
          </a:p>
        </p:txBody>
      </p:sp>
    </p:spTree>
    <p:extLst>
      <p:ext uri="{BB962C8B-B14F-4D97-AF65-F5344CB8AC3E}">
        <p14:creationId xmlns:p14="http://schemas.microsoft.com/office/powerpoint/2010/main" val="28191310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A4B1A47C-127D-BD40-87E9-4CF9B374C6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DD195AB-FE83-374D-8FFB-4EE5753227E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2466" name="Rectangle 2">
            <a:extLst>
              <a:ext uri="{FF2B5EF4-FFF2-40B4-BE49-F238E27FC236}">
                <a16:creationId xmlns:a16="http://schemas.microsoft.com/office/drawing/2014/main" id="{8006D3CE-5832-F240-9368-F33E382175AA}"/>
              </a:ext>
            </a:extLst>
          </p:cNvPr>
          <p:cNvSpPr>
            <a:spLocks noGrp="1" noRot="1" noChangeAspect="1" noChangeArrowheads="1"/>
          </p:cNvSpPr>
          <p:nvPr>
            <p:ph type="sldImg"/>
          </p:nvPr>
        </p:nvSpPr>
        <p:spPr>
          <a:solidFill>
            <a:srgbClr val="FFFFFF"/>
          </a:solidFill>
          <a:ln/>
        </p:spPr>
      </p:sp>
      <p:sp>
        <p:nvSpPr>
          <p:cNvPr id="710659" name="Rectangle 3">
            <a:extLst>
              <a:ext uri="{FF2B5EF4-FFF2-40B4-BE49-F238E27FC236}">
                <a16:creationId xmlns:a16="http://schemas.microsoft.com/office/drawing/2014/main" id="{646003EC-739C-A149-AFF2-FB3F3EC3E7B5}"/>
              </a:ext>
            </a:extLst>
          </p:cNvPr>
          <p:cNvSpPr>
            <a:spLocks noGrp="1" noChangeArrowheads="1"/>
          </p:cNvSpPr>
          <p:nvPr>
            <p:ph type="body" idx="1"/>
          </p:nvPr>
        </p:nvSpPr>
        <p:spPr>
          <a:solidFill>
            <a:srgbClr val="FFFFFF"/>
          </a:solidFill>
          <a:ln>
            <a:solidFill>
              <a:srgbClr val="000000"/>
            </a:solidFill>
          </a:ln>
        </p:spPr>
        <p:txBody>
          <a:bodyPr/>
          <a:lstStyle/>
          <a:p>
            <a:pPr>
              <a:spcBef>
                <a:spcPct val="0"/>
              </a:spcBef>
              <a:defRPr/>
            </a:pPr>
            <a:r>
              <a:rPr lang="en-US">
                <a:cs typeface="+mn-cs"/>
              </a:rPr>
              <a:t>Coupled with the laws of physics and approximations of how we think the atmosphere works, these observations are fed into computers to produce numerical forecasts.</a:t>
            </a:r>
          </a:p>
        </p:txBody>
      </p:sp>
    </p:spTree>
    <p:extLst>
      <p:ext uri="{BB962C8B-B14F-4D97-AF65-F5344CB8AC3E}">
        <p14:creationId xmlns:p14="http://schemas.microsoft.com/office/powerpoint/2010/main" val="41591880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9F59584D-A4F4-4F44-9244-94BA35B956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2CC5775-AF51-154A-926B-F7B6875F55B9}"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4514" name="Rectangle 2">
            <a:extLst>
              <a:ext uri="{FF2B5EF4-FFF2-40B4-BE49-F238E27FC236}">
                <a16:creationId xmlns:a16="http://schemas.microsoft.com/office/drawing/2014/main" id="{34F40F51-A9C3-6E4F-9ED4-C69986D76C90}"/>
              </a:ext>
            </a:extLst>
          </p:cNvPr>
          <p:cNvSpPr>
            <a:spLocks noGrp="1" noRot="1" noChangeAspect="1" noChangeArrowheads="1"/>
          </p:cNvSpPr>
          <p:nvPr>
            <p:ph type="sldImg"/>
          </p:nvPr>
        </p:nvSpPr>
        <p:spPr>
          <a:solidFill>
            <a:srgbClr val="FFFFFF"/>
          </a:solidFill>
          <a:ln/>
        </p:spPr>
      </p:sp>
      <p:sp>
        <p:nvSpPr>
          <p:cNvPr id="712707" name="Rectangle 3">
            <a:extLst>
              <a:ext uri="{FF2B5EF4-FFF2-40B4-BE49-F238E27FC236}">
                <a16:creationId xmlns:a16="http://schemas.microsoft.com/office/drawing/2014/main" id="{0B7920FF-0425-104A-8EA6-5BE40E49CCDF}"/>
              </a:ext>
            </a:extLst>
          </p:cNvPr>
          <p:cNvSpPr>
            <a:spLocks noGrp="1" noChangeArrowheads="1"/>
          </p:cNvSpPr>
          <p:nvPr>
            <p:ph type="body" idx="1"/>
          </p:nvPr>
        </p:nvSpPr>
        <p:spPr>
          <a:solidFill>
            <a:srgbClr val="FFFFFF"/>
          </a:solidFill>
          <a:ln>
            <a:solidFill>
              <a:srgbClr val="000000"/>
            </a:solidFill>
          </a:ln>
        </p:spPr>
        <p:txBody>
          <a:bodyPr/>
          <a:lstStyle/>
          <a:p>
            <a:pPr eaLnBrk="1" hangingPunct="1">
              <a:defRPr/>
            </a:pPr>
            <a:r>
              <a:rPr lang="en-US">
                <a:cs typeface="+mn-cs"/>
              </a:rPr>
              <a:t>These numerical forecasts then are studied by a human forecaster.  Their quality is evaluated, and the model forecast is revised, enhanced, and interpreted by the human.</a:t>
            </a:r>
          </a:p>
          <a:p>
            <a:pPr eaLnBrk="1" hangingPunct="1">
              <a:defRPr/>
            </a:pPr>
            <a:endParaRPr lang="en-US">
              <a:cs typeface="+mn-cs"/>
            </a:endParaRPr>
          </a:p>
        </p:txBody>
      </p:sp>
    </p:spTree>
    <p:extLst>
      <p:ext uri="{BB962C8B-B14F-4D97-AF65-F5344CB8AC3E}">
        <p14:creationId xmlns:p14="http://schemas.microsoft.com/office/powerpoint/2010/main" val="37164682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FF6F4292-3252-0943-BECA-8B794B60FC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4DC654F-F682-0D4A-855A-9DA651A0510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62" name="Rectangle 2">
            <a:extLst>
              <a:ext uri="{FF2B5EF4-FFF2-40B4-BE49-F238E27FC236}">
                <a16:creationId xmlns:a16="http://schemas.microsoft.com/office/drawing/2014/main" id="{915DD600-2107-1C41-B360-9F2E890BBAA5}"/>
              </a:ext>
            </a:extLst>
          </p:cNvPr>
          <p:cNvSpPr>
            <a:spLocks noGrp="1" noRot="1" noChangeAspect="1" noChangeArrowheads="1"/>
          </p:cNvSpPr>
          <p:nvPr>
            <p:ph type="sldImg"/>
          </p:nvPr>
        </p:nvSpPr>
        <p:spPr>
          <a:solidFill>
            <a:srgbClr val="FFFFFF"/>
          </a:solidFill>
          <a:ln/>
        </p:spPr>
      </p:sp>
      <p:sp>
        <p:nvSpPr>
          <p:cNvPr id="714755" name="Rectangle 3">
            <a:extLst>
              <a:ext uri="{FF2B5EF4-FFF2-40B4-BE49-F238E27FC236}">
                <a16:creationId xmlns:a16="http://schemas.microsoft.com/office/drawing/2014/main" id="{6C2BE705-5437-F741-B416-8E49DC28FB35}"/>
              </a:ext>
            </a:extLst>
          </p:cNvPr>
          <p:cNvSpPr>
            <a:spLocks noGrp="1" noChangeArrowheads="1"/>
          </p:cNvSpPr>
          <p:nvPr>
            <p:ph type="body" idx="1"/>
          </p:nvPr>
        </p:nvSpPr>
        <p:spPr>
          <a:solidFill>
            <a:srgbClr val="FFFFFF"/>
          </a:solidFill>
          <a:ln>
            <a:solidFill>
              <a:srgbClr val="000000"/>
            </a:solidFill>
          </a:ln>
        </p:spPr>
        <p:txBody>
          <a:bodyPr/>
          <a:lstStyle/>
          <a:p>
            <a:pPr eaLnBrk="1" hangingPunct="1">
              <a:defRPr/>
            </a:pPr>
            <a:r>
              <a:rPr lang="en-US">
                <a:cs typeface="+mn-cs"/>
              </a:rPr>
              <a:t>These forecasts are written in a form for the end user, whether private sector companies, aviation, agriculture, or the public.  This end user is you!  </a:t>
            </a:r>
          </a:p>
          <a:p>
            <a:pPr eaLnBrk="1" hangingPunct="1">
              <a:defRPr/>
            </a:pPr>
            <a:endParaRPr lang="en-US">
              <a:cs typeface="+mn-cs"/>
            </a:endParaRPr>
          </a:p>
          <a:p>
            <a:pPr eaLnBrk="1" hangingPunct="1">
              <a:defRPr/>
            </a:pPr>
            <a:r>
              <a:rPr lang="en-US">
                <a:cs typeface="+mn-cs"/>
              </a:rPr>
              <a:t>What I want to do is to go through these four steps in more detail, and show you some of what is happening at the university, FMI, and Vaisala to bring you the weather forecasts and make them better.  </a:t>
            </a:r>
          </a:p>
        </p:txBody>
      </p:sp>
    </p:spTree>
    <p:extLst>
      <p:ext uri="{BB962C8B-B14F-4D97-AF65-F5344CB8AC3E}">
        <p14:creationId xmlns:p14="http://schemas.microsoft.com/office/powerpoint/2010/main" val="22628095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AB41FBB8-ADAF-6448-AA2F-523BFA5E82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3E62850-5E98-8F42-BD82-8267AECAF57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282" name="Rectangle 2">
            <a:extLst>
              <a:ext uri="{FF2B5EF4-FFF2-40B4-BE49-F238E27FC236}">
                <a16:creationId xmlns:a16="http://schemas.microsoft.com/office/drawing/2014/main" id="{2451EEF0-EADC-5844-96EC-C1501F46C4BA}"/>
              </a:ext>
            </a:extLst>
          </p:cNvPr>
          <p:cNvSpPr>
            <a:spLocks noGrp="1" noRot="1" noChangeAspect="1" noChangeArrowheads="1" noTextEdit="1"/>
          </p:cNvSpPr>
          <p:nvPr>
            <p:ph type="sldImg"/>
          </p:nvPr>
        </p:nvSpPr>
        <p:spPr>
          <a:solidFill>
            <a:srgbClr val="FFFFFF"/>
          </a:solidFill>
          <a:ln/>
        </p:spPr>
      </p:sp>
      <p:sp>
        <p:nvSpPr>
          <p:cNvPr id="97283" name="Rectangle 3">
            <a:extLst>
              <a:ext uri="{FF2B5EF4-FFF2-40B4-BE49-F238E27FC236}">
                <a16:creationId xmlns:a16="http://schemas.microsoft.com/office/drawing/2014/main" id="{C5DBCE02-ED46-1345-BE7B-EFE52E5C19C3}"/>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125757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FFE00702-898E-664C-8214-C071CEA08B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655E774-15ED-3A47-887F-45F0C319A1E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330" name="Rectangle 2">
            <a:extLst>
              <a:ext uri="{FF2B5EF4-FFF2-40B4-BE49-F238E27FC236}">
                <a16:creationId xmlns:a16="http://schemas.microsoft.com/office/drawing/2014/main" id="{3F1DDA5C-5828-5748-9DF5-DB215A2148DC}"/>
              </a:ext>
            </a:extLst>
          </p:cNvPr>
          <p:cNvSpPr>
            <a:spLocks noGrp="1" noRot="1" noChangeAspect="1" noChangeArrowheads="1" noTextEdit="1"/>
          </p:cNvSpPr>
          <p:nvPr>
            <p:ph type="sldImg"/>
          </p:nvPr>
        </p:nvSpPr>
        <p:spPr>
          <a:solidFill>
            <a:srgbClr val="FFFFFF"/>
          </a:solidFill>
          <a:ln/>
        </p:spPr>
      </p:sp>
      <p:sp>
        <p:nvSpPr>
          <p:cNvPr id="99331" name="Rectangle 3">
            <a:extLst>
              <a:ext uri="{FF2B5EF4-FFF2-40B4-BE49-F238E27FC236}">
                <a16:creationId xmlns:a16="http://schemas.microsoft.com/office/drawing/2014/main" id="{5B27B544-82DF-B448-8BD7-19BBBD52C9A1}"/>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473053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D321387-0220-BA4F-9888-586A822E32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E0113F8-2CC9-1F46-BCEA-C19CEF4534B6}"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378" name="Rectangle 2">
            <a:extLst>
              <a:ext uri="{FF2B5EF4-FFF2-40B4-BE49-F238E27FC236}">
                <a16:creationId xmlns:a16="http://schemas.microsoft.com/office/drawing/2014/main" id="{6582884D-3F4F-264D-8829-CBBC4AEBA097}"/>
              </a:ext>
            </a:extLst>
          </p:cNvPr>
          <p:cNvSpPr>
            <a:spLocks noGrp="1" noRot="1" noChangeAspect="1" noChangeArrowheads="1" noTextEdit="1"/>
          </p:cNvSpPr>
          <p:nvPr>
            <p:ph type="sldImg"/>
          </p:nvPr>
        </p:nvSpPr>
        <p:spPr>
          <a:solidFill>
            <a:srgbClr val="FFFFFF"/>
          </a:solidFill>
          <a:ln/>
        </p:spPr>
      </p:sp>
      <p:sp>
        <p:nvSpPr>
          <p:cNvPr id="101379" name="Rectangle 3">
            <a:extLst>
              <a:ext uri="{FF2B5EF4-FFF2-40B4-BE49-F238E27FC236}">
                <a16:creationId xmlns:a16="http://schemas.microsoft.com/office/drawing/2014/main" id="{D5C784F4-9A04-C541-8197-BBA3986DCDD8}"/>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4011774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EB1A96BA-3832-3143-9F62-317029B43F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E695340-F8CF-1F41-B028-BE1D98F5EDCC}"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426" name="Rectangle 2">
            <a:extLst>
              <a:ext uri="{FF2B5EF4-FFF2-40B4-BE49-F238E27FC236}">
                <a16:creationId xmlns:a16="http://schemas.microsoft.com/office/drawing/2014/main" id="{882F7A11-90FF-BC40-B4D8-F8F7A9BD60A0}"/>
              </a:ext>
            </a:extLst>
          </p:cNvPr>
          <p:cNvSpPr>
            <a:spLocks noGrp="1" noRot="1" noChangeAspect="1" noChangeArrowheads="1" noTextEdit="1"/>
          </p:cNvSpPr>
          <p:nvPr>
            <p:ph type="sldImg"/>
          </p:nvPr>
        </p:nvSpPr>
        <p:spPr>
          <a:solidFill>
            <a:srgbClr val="FFFFFF"/>
          </a:solidFill>
          <a:ln/>
        </p:spPr>
      </p:sp>
      <p:sp>
        <p:nvSpPr>
          <p:cNvPr id="103427" name="Rectangle 3">
            <a:extLst>
              <a:ext uri="{FF2B5EF4-FFF2-40B4-BE49-F238E27FC236}">
                <a16:creationId xmlns:a16="http://schemas.microsoft.com/office/drawing/2014/main" id="{A89422D7-ED8C-CA4C-A83B-2161E174FA48}"/>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451776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3441B318-DDD6-5C4F-91E7-13CD491C29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2AEFCA8-E135-8640-ABCD-B4748E7E83E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474" name="Rectangle 2">
            <a:extLst>
              <a:ext uri="{FF2B5EF4-FFF2-40B4-BE49-F238E27FC236}">
                <a16:creationId xmlns:a16="http://schemas.microsoft.com/office/drawing/2014/main" id="{C5BD3BA1-5CA0-BD4D-BE82-B98425FB47CB}"/>
              </a:ext>
            </a:extLst>
          </p:cNvPr>
          <p:cNvSpPr>
            <a:spLocks noGrp="1" noRot="1" noChangeAspect="1" noChangeArrowheads="1" noTextEdit="1"/>
          </p:cNvSpPr>
          <p:nvPr>
            <p:ph type="sldImg"/>
          </p:nvPr>
        </p:nvSpPr>
        <p:spPr>
          <a:solidFill>
            <a:srgbClr val="FFFFFF"/>
          </a:solidFill>
          <a:ln/>
        </p:spPr>
      </p:sp>
      <p:sp>
        <p:nvSpPr>
          <p:cNvPr id="105475" name="Rectangle 3">
            <a:extLst>
              <a:ext uri="{FF2B5EF4-FFF2-40B4-BE49-F238E27FC236}">
                <a16:creationId xmlns:a16="http://schemas.microsoft.com/office/drawing/2014/main" id="{F1F18FE6-9104-E64D-A0C8-795DBF43A5B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77727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2E811C73-A16F-A84C-8438-7B6957158CE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41CC0C3-0079-FA4D-A60B-EECF3B02C64C}"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522" name="Rectangle 2">
            <a:extLst>
              <a:ext uri="{FF2B5EF4-FFF2-40B4-BE49-F238E27FC236}">
                <a16:creationId xmlns:a16="http://schemas.microsoft.com/office/drawing/2014/main" id="{D557E766-EABC-0142-800F-CEDB4A0F1862}"/>
              </a:ext>
            </a:extLst>
          </p:cNvPr>
          <p:cNvSpPr>
            <a:spLocks noGrp="1" noRot="1" noChangeAspect="1" noChangeArrowheads="1" noTextEdit="1"/>
          </p:cNvSpPr>
          <p:nvPr>
            <p:ph type="sldImg"/>
          </p:nvPr>
        </p:nvSpPr>
        <p:spPr>
          <a:solidFill>
            <a:srgbClr val="FFFFFF"/>
          </a:solidFill>
          <a:ln/>
        </p:spPr>
      </p:sp>
      <p:sp>
        <p:nvSpPr>
          <p:cNvPr id="107523" name="Rectangle 3">
            <a:extLst>
              <a:ext uri="{FF2B5EF4-FFF2-40B4-BE49-F238E27FC236}">
                <a16:creationId xmlns:a16="http://schemas.microsoft.com/office/drawing/2014/main" id="{1635B148-8610-6E4A-A6D0-DF8B32A7256F}"/>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095886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9D7F869A-C78D-374B-B8A7-2453C25CF3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44B943A-5802-B142-B48A-8AE41CF816B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570" name="Rectangle 2">
            <a:extLst>
              <a:ext uri="{FF2B5EF4-FFF2-40B4-BE49-F238E27FC236}">
                <a16:creationId xmlns:a16="http://schemas.microsoft.com/office/drawing/2014/main" id="{B28B7D07-7EFA-6042-9948-8FA38B407947}"/>
              </a:ext>
            </a:extLst>
          </p:cNvPr>
          <p:cNvSpPr>
            <a:spLocks noGrp="1" noRot="1" noChangeAspect="1" noChangeArrowheads="1" noTextEdit="1"/>
          </p:cNvSpPr>
          <p:nvPr>
            <p:ph type="sldImg"/>
          </p:nvPr>
        </p:nvSpPr>
        <p:spPr>
          <a:solidFill>
            <a:srgbClr val="FFFFFF"/>
          </a:solidFill>
          <a:ln/>
        </p:spPr>
      </p:sp>
      <p:sp>
        <p:nvSpPr>
          <p:cNvPr id="109571" name="Rectangle 3">
            <a:extLst>
              <a:ext uri="{FF2B5EF4-FFF2-40B4-BE49-F238E27FC236}">
                <a16:creationId xmlns:a16="http://schemas.microsoft.com/office/drawing/2014/main" id="{C14A15FA-9561-7249-94B5-299AEAC879D5}"/>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233434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9E5F981B-A719-AF49-AD99-46E24B28919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D1E08F1-B2C6-8C43-8FD6-A4804F4BE6DE}"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618" name="Rectangle 2">
            <a:extLst>
              <a:ext uri="{FF2B5EF4-FFF2-40B4-BE49-F238E27FC236}">
                <a16:creationId xmlns:a16="http://schemas.microsoft.com/office/drawing/2014/main" id="{A736DC5C-C4ED-E94D-A190-B43E55716EC3}"/>
              </a:ext>
            </a:extLst>
          </p:cNvPr>
          <p:cNvSpPr>
            <a:spLocks noGrp="1" noRot="1" noChangeAspect="1" noChangeArrowheads="1" noTextEdit="1"/>
          </p:cNvSpPr>
          <p:nvPr>
            <p:ph type="sldImg"/>
          </p:nvPr>
        </p:nvSpPr>
        <p:spPr>
          <a:solidFill>
            <a:srgbClr val="FFFFFF"/>
          </a:solidFill>
          <a:ln/>
        </p:spPr>
      </p:sp>
      <p:sp>
        <p:nvSpPr>
          <p:cNvPr id="111619" name="Rectangle 3">
            <a:extLst>
              <a:ext uri="{FF2B5EF4-FFF2-40B4-BE49-F238E27FC236}">
                <a16:creationId xmlns:a16="http://schemas.microsoft.com/office/drawing/2014/main" id="{B201FCCB-4FAB-7A40-A4EE-3C70A7486331}"/>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837561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6B975EDC-9A31-9149-A4E8-BE55AFEB0C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DBC0F3D-DC86-1D48-85EF-2E2AE5E62841}"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666" name="Rectangle 2">
            <a:extLst>
              <a:ext uri="{FF2B5EF4-FFF2-40B4-BE49-F238E27FC236}">
                <a16:creationId xmlns:a16="http://schemas.microsoft.com/office/drawing/2014/main" id="{EFDB38AC-E36F-2F4F-84AD-4CB9C0018615}"/>
              </a:ext>
            </a:extLst>
          </p:cNvPr>
          <p:cNvSpPr>
            <a:spLocks noGrp="1" noRot="1" noChangeAspect="1" noChangeArrowheads="1" noTextEdit="1"/>
          </p:cNvSpPr>
          <p:nvPr>
            <p:ph type="sldImg"/>
          </p:nvPr>
        </p:nvSpPr>
        <p:spPr>
          <a:solidFill>
            <a:srgbClr val="FFFFFF"/>
          </a:solidFill>
          <a:ln/>
        </p:spPr>
      </p:sp>
      <p:sp>
        <p:nvSpPr>
          <p:cNvPr id="113667" name="Rectangle 3">
            <a:extLst>
              <a:ext uri="{FF2B5EF4-FFF2-40B4-BE49-F238E27FC236}">
                <a16:creationId xmlns:a16="http://schemas.microsoft.com/office/drawing/2014/main" id="{B84D8322-BCEE-CA49-99CC-EAFA2DDC76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533875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B18E847B-0EDC-FC4D-892F-B505960FC9C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9929F30-FB5F-AF45-AD8D-9BB2B4B3F30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714" name="Rectangle 2">
            <a:extLst>
              <a:ext uri="{FF2B5EF4-FFF2-40B4-BE49-F238E27FC236}">
                <a16:creationId xmlns:a16="http://schemas.microsoft.com/office/drawing/2014/main" id="{2E8CFBF6-5BBE-F043-9475-7D7004457A1E}"/>
              </a:ext>
            </a:extLst>
          </p:cNvPr>
          <p:cNvSpPr>
            <a:spLocks noGrp="1" noRot="1" noChangeAspect="1" noChangeArrowheads="1" noTextEdit="1"/>
          </p:cNvSpPr>
          <p:nvPr>
            <p:ph type="sldImg"/>
          </p:nvPr>
        </p:nvSpPr>
        <p:spPr>
          <a:solidFill>
            <a:srgbClr val="FFFFFF"/>
          </a:solidFill>
          <a:ln/>
        </p:spPr>
      </p:sp>
      <p:sp>
        <p:nvSpPr>
          <p:cNvPr id="115715" name="Rectangle 3">
            <a:extLst>
              <a:ext uri="{FF2B5EF4-FFF2-40B4-BE49-F238E27FC236}">
                <a16:creationId xmlns:a16="http://schemas.microsoft.com/office/drawing/2014/main" id="{138538F8-96A5-F448-A947-D795A8B92273}"/>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171353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118B2927-7288-1448-A3F0-FD200A56C72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9FC562B-3159-5442-B7D1-F298E76F7B00}"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762" name="Rectangle 2">
            <a:extLst>
              <a:ext uri="{FF2B5EF4-FFF2-40B4-BE49-F238E27FC236}">
                <a16:creationId xmlns:a16="http://schemas.microsoft.com/office/drawing/2014/main" id="{498DD98D-1390-5F4B-9E68-304521F4A4B4}"/>
              </a:ext>
            </a:extLst>
          </p:cNvPr>
          <p:cNvSpPr>
            <a:spLocks noGrp="1" noRot="1" noChangeAspect="1" noChangeArrowheads="1" noTextEdit="1"/>
          </p:cNvSpPr>
          <p:nvPr>
            <p:ph type="sldImg"/>
          </p:nvPr>
        </p:nvSpPr>
        <p:spPr>
          <a:solidFill>
            <a:srgbClr val="FFFFFF"/>
          </a:solidFill>
          <a:ln/>
        </p:spPr>
      </p:sp>
      <p:sp>
        <p:nvSpPr>
          <p:cNvPr id="117763" name="Rectangle 3">
            <a:extLst>
              <a:ext uri="{FF2B5EF4-FFF2-40B4-BE49-F238E27FC236}">
                <a16:creationId xmlns:a16="http://schemas.microsoft.com/office/drawing/2014/main" id="{D739A964-103E-0F43-AE35-D073F6EEB200}"/>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590784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338910AA-8078-944E-9A01-54348371669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FF95277-2C31-8A46-8113-9530CAFFB1FC}"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9810" name="Rectangle 2">
            <a:extLst>
              <a:ext uri="{FF2B5EF4-FFF2-40B4-BE49-F238E27FC236}">
                <a16:creationId xmlns:a16="http://schemas.microsoft.com/office/drawing/2014/main" id="{DF5E918B-05C5-4D4B-ADC3-0F40F44B1CC6}"/>
              </a:ext>
            </a:extLst>
          </p:cNvPr>
          <p:cNvSpPr>
            <a:spLocks noGrp="1" noRot="1" noChangeAspect="1" noChangeArrowheads="1" noTextEdit="1"/>
          </p:cNvSpPr>
          <p:nvPr>
            <p:ph type="sldImg"/>
          </p:nvPr>
        </p:nvSpPr>
        <p:spPr>
          <a:solidFill>
            <a:srgbClr val="FFFFFF"/>
          </a:solidFill>
          <a:ln/>
        </p:spPr>
      </p:sp>
      <p:sp>
        <p:nvSpPr>
          <p:cNvPr id="119811" name="Rectangle 3">
            <a:extLst>
              <a:ext uri="{FF2B5EF4-FFF2-40B4-BE49-F238E27FC236}">
                <a16:creationId xmlns:a16="http://schemas.microsoft.com/office/drawing/2014/main" id="{4842F59A-47E9-0341-87BF-82289D9EFC40}"/>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484811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a:extLst>
              <a:ext uri="{FF2B5EF4-FFF2-40B4-BE49-F238E27FC236}">
                <a16:creationId xmlns:a16="http://schemas.microsoft.com/office/drawing/2014/main" id="{87F392E8-57B8-694B-A7A7-F096DB3DD9E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B68FEAA-79C1-D342-9A74-AB34F5896FD9}"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1858" name="Rectangle 2">
            <a:extLst>
              <a:ext uri="{FF2B5EF4-FFF2-40B4-BE49-F238E27FC236}">
                <a16:creationId xmlns:a16="http://schemas.microsoft.com/office/drawing/2014/main" id="{BB318B90-EF17-FE41-946E-F03A3917FA4C}"/>
              </a:ext>
            </a:extLst>
          </p:cNvPr>
          <p:cNvSpPr>
            <a:spLocks noGrp="1" noRot="1" noChangeAspect="1" noChangeArrowheads="1" noTextEdit="1"/>
          </p:cNvSpPr>
          <p:nvPr>
            <p:ph type="sldImg"/>
          </p:nvPr>
        </p:nvSpPr>
        <p:spPr>
          <a:solidFill>
            <a:srgbClr val="FFFFFF"/>
          </a:solidFill>
          <a:ln/>
        </p:spPr>
      </p:sp>
      <p:sp>
        <p:nvSpPr>
          <p:cNvPr id="121859" name="Rectangle 3">
            <a:extLst>
              <a:ext uri="{FF2B5EF4-FFF2-40B4-BE49-F238E27FC236}">
                <a16:creationId xmlns:a16="http://schemas.microsoft.com/office/drawing/2014/main" id="{9C2E52B0-B583-D749-9917-8EA3A868C636}"/>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511887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779A768F-A547-3C4D-BBF1-F0F75D9350E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82F1D5B-7562-CE46-ABF2-CF796FC5232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906" name="Rectangle 2">
            <a:extLst>
              <a:ext uri="{FF2B5EF4-FFF2-40B4-BE49-F238E27FC236}">
                <a16:creationId xmlns:a16="http://schemas.microsoft.com/office/drawing/2014/main" id="{1DAB4DAC-CF92-AF4D-994E-109FFF97930B}"/>
              </a:ext>
            </a:extLst>
          </p:cNvPr>
          <p:cNvSpPr>
            <a:spLocks noGrp="1" noRot="1" noChangeAspect="1" noChangeArrowheads="1" noTextEdit="1"/>
          </p:cNvSpPr>
          <p:nvPr>
            <p:ph type="sldImg"/>
          </p:nvPr>
        </p:nvSpPr>
        <p:spPr>
          <a:solidFill>
            <a:srgbClr val="FFFFFF"/>
          </a:solidFill>
          <a:ln/>
        </p:spPr>
      </p:sp>
      <p:sp>
        <p:nvSpPr>
          <p:cNvPr id="123907" name="Rectangle 3">
            <a:extLst>
              <a:ext uri="{FF2B5EF4-FFF2-40B4-BE49-F238E27FC236}">
                <a16:creationId xmlns:a16="http://schemas.microsoft.com/office/drawing/2014/main" id="{AABD692F-D69B-4E45-8B4A-DA1E37C3B08E}"/>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295376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a:extLst>
              <a:ext uri="{FF2B5EF4-FFF2-40B4-BE49-F238E27FC236}">
                <a16:creationId xmlns:a16="http://schemas.microsoft.com/office/drawing/2014/main" id="{5D130B32-0DEF-9A41-9AEF-C1DBF2D8D088}"/>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B8F49EF-98CF-E647-9E03-F594E2E15CB4}"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626" name="Rectangle 2">
            <a:extLst>
              <a:ext uri="{FF2B5EF4-FFF2-40B4-BE49-F238E27FC236}">
                <a16:creationId xmlns:a16="http://schemas.microsoft.com/office/drawing/2014/main" id="{71BE7389-3FD4-E046-A2E4-A14813F65FB9}"/>
              </a:ext>
            </a:extLst>
          </p:cNvPr>
          <p:cNvSpPr>
            <a:spLocks noGrp="1" noRot="1" noChangeAspect="1" noChangeArrowheads="1" noTextEdit="1"/>
          </p:cNvSpPr>
          <p:nvPr>
            <p:ph type="sldImg"/>
          </p:nvPr>
        </p:nvSpPr>
        <p:spPr>
          <a:solidFill>
            <a:srgbClr val="FFFFFF"/>
          </a:solidFill>
          <a:ln/>
        </p:spPr>
      </p:sp>
      <p:sp>
        <p:nvSpPr>
          <p:cNvPr id="154627" name="Rectangle 3">
            <a:extLst>
              <a:ext uri="{FF2B5EF4-FFF2-40B4-BE49-F238E27FC236}">
                <a16:creationId xmlns:a16="http://schemas.microsoft.com/office/drawing/2014/main" id="{D080E8DD-2547-234D-841A-A52F5191A67A}"/>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0676826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075CD9AD-4919-7648-AD63-968A5781FE2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79D66A1-2736-B248-913C-49F97CC447C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954" name="Rectangle 2">
            <a:extLst>
              <a:ext uri="{FF2B5EF4-FFF2-40B4-BE49-F238E27FC236}">
                <a16:creationId xmlns:a16="http://schemas.microsoft.com/office/drawing/2014/main" id="{8D809962-180F-0A42-9084-BD5E21D60E8B}"/>
              </a:ext>
            </a:extLst>
          </p:cNvPr>
          <p:cNvSpPr>
            <a:spLocks noGrp="1" noRot="1" noChangeAspect="1" noChangeArrowheads="1" noTextEdit="1"/>
          </p:cNvSpPr>
          <p:nvPr>
            <p:ph type="sldImg"/>
          </p:nvPr>
        </p:nvSpPr>
        <p:spPr>
          <a:solidFill>
            <a:srgbClr val="FFFFFF"/>
          </a:solidFill>
          <a:ln/>
        </p:spPr>
      </p:sp>
      <p:sp>
        <p:nvSpPr>
          <p:cNvPr id="125955" name="Rectangle 3">
            <a:extLst>
              <a:ext uri="{FF2B5EF4-FFF2-40B4-BE49-F238E27FC236}">
                <a16:creationId xmlns:a16="http://schemas.microsoft.com/office/drawing/2014/main" id="{DFB62B16-2030-2A44-A2A3-EE7E4AFABF0A}"/>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359892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2D4368B7-8082-0D48-B3DC-9434DD495D8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208740B-3FFD-D247-8390-C9486070226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002" name="Rectangle 2">
            <a:extLst>
              <a:ext uri="{FF2B5EF4-FFF2-40B4-BE49-F238E27FC236}">
                <a16:creationId xmlns:a16="http://schemas.microsoft.com/office/drawing/2014/main" id="{2D969009-EC5B-4141-B47A-D1835A9CB125}"/>
              </a:ext>
            </a:extLst>
          </p:cNvPr>
          <p:cNvSpPr>
            <a:spLocks noGrp="1" noRot="1" noChangeAspect="1" noChangeArrowheads="1" noTextEdit="1"/>
          </p:cNvSpPr>
          <p:nvPr>
            <p:ph type="sldImg"/>
          </p:nvPr>
        </p:nvSpPr>
        <p:spPr>
          <a:solidFill>
            <a:srgbClr val="FFFFFF"/>
          </a:solidFill>
          <a:ln/>
        </p:spPr>
      </p:sp>
      <p:sp>
        <p:nvSpPr>
          <p:cNvPr id="128003" name="Rectangle 3">
            <a:extLst>
              <a:ext uri="{FF2B5EF4-FFF2-40B4-BE49-F238E27FC236}">
                <a16:creationId xmlns:a16="http://schemas.microsoft.com/office/drawing/2014/main" id="{B1EC32B3-264B-AA42-9866-33AEEA4F8361}"/>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809309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C32CF5B5-BE55-DC40-A41A-A459C51A1EF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E32C2BC-C146-4F49-A193-D9F05F571472}"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050" name="Rectangle 2">
            <a:extLst>
              <a:ext uri="{FF2B5EF4-FFF2-40B4-BE49-F238E27FC236}">
                <a16:creationId xmlns:a16="http://schemas.microsoft.com/office/drawing/2014/main" id="{85C96E7A-869B-0A4B-8DF4-2ED8A1BD0704}"/>
              </a:ext>
            </a:extLst>
          </p:cNvPr>
          <p:cNvSpPr>
            <a:spLocks noGrp="1" noRot="1" noChangeAspect="1" noChangeArrowheads="1" noTextEdit="1"/>
          </p:cNvSpPr>
          <p:nvPr>
            <p:ph type="sldImg"/>
          </p:nvPr>
        </p:nvSpPr>
        <p:spPr>
          <a:solidFill>
            <a:srgbClr val="FFFFFF"/>
          </a:solidFill>
          <a:ln/>
        </p:spPr>
      </p:sp>
      <p:sp>
        <p:nvSpPr>
          <p:cNvPr id="130051" name="Rectangle 3">
            <a:extLst>
              <a:ext uri="{FF2B5EF4-FFF2-40B4-BE49-F238E27FC236}">
                <a16:creationId xmlns:a16="http://schemas.microsoft.com/office/drawing/2014/main" id="{86C10085-4F51-1A4C-8023-63776BBBD70E}"/>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258237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1A5D1591-E231-7C44-B625-DF18A43373B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A05F719-DD62-6A4C-983F-3470592299D0}"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098" name="Rectangle 2">
            <a:extLst>
              <a:ext uri="{FF2B5EF4-FFF2-40B4-BE49-F238E27FC236}">
                <a16:creationId xmlns:a16="http://schemas.microsoft.com/office/drawing/2014/main" id="{180EAAE5-E239-424E-A348-3E029E51C9BF}"/>
              </a:ext>
            </a:extLst>
          </p:cNvPr>
          <p:cNvSpPr>
            <a:spLocks noGrp="1" noRot="1" noChangeAspect="1" noChangeArrowheads="1" noTextEdit="1"/>
          </p:cNvSpPr>
          <p:nvPr>
            <p:ph type="sldImg"/>
          </p:nvPr>
        </p:nvSpPr>
        <p:spPr>
          <a:solidFill>
            <a:srgbClr val="FFFFFF"/>
          </a:solidFill>
          <a:ln/>
        </p:spPr>
      </p:sp>
      <p:sp>
        <p:nvSpPr>
          <p:cNvPr id="132099" name="Rectangle 3">
            <a:extLst>
              <a:ext uri="{FF2B5EF4-FFF2-40B4-BE49-F238E27FC236}">
                <a16:creationId xmlns:a16="http://schemas.microsoft.com/office/drawing/2014/main" id="{A7B2ADD9-EAD8-F24B-8E74-4D3A5021F8D6}"/>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159397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Slide Image Placeholder 1">
            <a:extLst>
              <a:ext uri="{FF2B5EF4-FFF2-40B4-BE49-F238E27FC236}">
                <a16:creationId xmlns:a16="http://schemas.microsoft.com/office/drawing/2014/main" id="{E31BCCD4-C320-0A41-B218-4B6CCD17DCC0}"/>
              </a:ext>
            </a:extLst>
          </p:cNvPr>
          <p:cNvSpPr>
            <a:spLocks noGrp="1" noRot="1" noChangeAspect="1" noChangeArrowheads="1" noTextEdit="1"/>
          </p:cNvSpPr>
          <p:nvPr>
            <p:ph type="sldImg"/>
          </p:nvPr>
        </p:nvSpPr>
        <p:spPr>
          <a:ln/>
        </p:spPr>
      </p:sp>
      <p:sp>
        <p:nvSpPr>
          <p:cNvPr id="135170" name="Notes Placeholder 2">
            <a:extLst>
              <a:ext uri="{FF2B5EF4-FFF2-40B4-BE49-F238E27FC236}">
                <a16:creationId xmlns:a16="http://schemas.microsoft.com/office/drawing/2014/main" id="{B0335859-0949-AB41-876A-6A1D6F5879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Been running on and off since June 10.</a:t>
            </a:r>
          </a:p>
        </p:txBody>
      </p:sp>
      <p:sp>
        <p:nvSpPr>
          <p:cNvPr id="135171" name="Slide Number Placeholder 3">
            <a:extLst>
              <a:ext uri="{FF2B5EF4-FFF2-40B4-BE49-F238E27FC236}">
                <a16:creationId xmlns:a16="http://schemas.microsoft.com/office/drawing/2014/main" id="{5ACFC643-03A7-F748-A467-A0E24BB2A4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DF05CA4-E2B8-274F-B76D-2C7D60F35F13}" type="slidenum">
              <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66</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8215343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micrograms per meter cubes is 122 ppb., 125 micrograms per meter cubed is 44 ppb.</a:t>
            </a:r>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0DF13405-F997-5C40-90FA-495243BCB577}"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4887176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1026781C-58D7-6A4E-B0FF-CE0725A410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5F1A7B4-2962-394B-9856-04B2FE78BCF4}"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3362" name="Rectangle 2">
            <a:extLst>
              <a:ext uri="{FF2B5EF4-FFF2-40B4-BE49-F238E27FC236}">
                <a16:creationId xmlns:a16="http://schemas.microsoft.com/office/drawing/2014/main" id="{553052C4-E81C-5846-88FB-9946C46BF708}"/>
              </a:ext>
            </a:extLst>
          </p:cNvPr>
          <p:cNvSpPr>
            <a:spLocks noGrp="1" noRot="1" noChangeAspect="1" noChangeArrowheads="1" noTextEdit="1"/>
          </p:cNvSpPr>
          <p:nvPr>
            <p:ph type="sldImg"/>
          </p:nvPr>
        </p:nvSpPr>
        <p:spPr>
          <a:solidFill>
            <a:srgbClr val="FFFFFF"/>
          </a:solidFill>
          <a:ln/>
        </p:spPr>
      </p:sp>
      <p:sp>
        <p:nvSpPr>
          <p:cNvPr id="143363" name="Rectangle 3">
            <a:extLst>
              <a:ext uri="{FF2B5EF4-FFF2-40B4-BE49-F238E27FC236}">
                <a16:creationId xmlns:a16="http://schemas.microsoft.com/office/drawing/2014/main" id="{CEA87F63-0B81-B144-9580-C5AD45C653D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2284881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24F913FF-C368-0349-8D5D-8F983AA6A5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F5DAB41-EC12-0A42-9E2E-0C70C6C05BB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5410" name="Rectangle 2">
            <a:extLst>
              <a:ext uri="{FF2B5EF4-FFF2-40B4-BE49-F238E27FC236}">
                <a16:creationId xmlns:a16="http://schemas.microsoft.com/office/drawing/2014/main" id="{DB6EF1C1-2B0F-DD48-BB0B-B289F8AF75C8}"/>
              </a:ext>
            </a:extLst>
          </p:cNvPr>
          <p:cNvSpPr>
            <a:spLocks noGrp="1" noRot="1" noChangeAspect="1" noChangeArrowheads="1" noTextEdit="1"/>
          </p:cNvSpPr>
          <p:nvPr>
            <p:ph type="sldImg"/>
          </p:nvPr>
        </p:nvSpPr>
        <p:spPr>
          <a:solidFill>
            <a:srgbClr val="FFFFFF"/>
          </a:solidFill>
          <a:ln/>
        </p:spPr>
      </p:sp>
      <p:sp>
        <p:nvSpPr>
          <p:cNvPr id="145411" name="Rectangle 3">
            <a:extLst>
              <a:ext uri="{FF2B5EF4-FFF2-40B4-BE49-F238E27FC236}">
                <a16:creationId xmlns:a16="http://schemas.microsoft.com/office/drawing/2014/main" id="{DB76B8FF-88B5-DC46-94FE-B3C31CAF76DF}"/>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359713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6EBF301B-F3DD-FF42-A8D5-BF9912E5C6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79A22B3-82AC-2943-BCFC-68C7E46698D9}"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7458" name="Rectangle 2">
            <a:extLst>
              <a:ext uri="{FF2B5EF4-FFF2-40B4-BE49-F238E27FC236}">
                <a16:creationId xmlns:a16="http://schemas.microsoft.com/office/drawing/2014/main" id="{71CC49F6-3201-D946-9C97-314779F19C4E}"/>
              </a:ext>
            </a:extLst>
          </p:cNvPr>
          <p:cNvSpPr>
            <a:spLocks noGrp="1" noRot="1" noChangeAspect="1" noChangeArrowheads="1" noTextEdit="1"/>
          </p:cNvSpPr>
          <p:nvPr>
            <p:ph type="sldImg"/>
          </p:nvPr>
        </p:nvSpPr>
        <p:spPr>
          <a:solidFill>
            <a:srgbClr val="FFFFFF"/>
          </a:solidFill>
          <a:ln/>
        </p:spPr>
      </p:sp>
      <p:sp>
        <p:nvSpPr>
          <p:cNvPr id="147459" name="Rectangle 3">
            <a:extLst>
              <a:ext uri="{FF2B5EF4-FFF2-40B4-BE49-F238E27FC236}">
                <a16:creationId xmlns:a16="http://schemas.microsoft.com/office/drawing/2014/main" id="{EC261BA4-8ED3-F743-B530-B5BB94653143}"/>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320929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BB724DEC-F183-B44C-9D6C-71C402698A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F1323C3-AF1F-5A41-889E-63726EA7AE55}"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9506" name="Rectangle 2">
            <a:extLst>
              <a:ext uri="{FF2B5EF4-FFF2-40B4-BE49-F238E27FC236}">
                <a16:creationId xmlns:a16="http://schemas.microsoft.com/office/drawing/2014/main" id="{0C8A8DFA-705B-094E-B8B8-67B70FAB5F59}"/>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149507" name="Rectangle 3">
            <a:extLst>
              <a:ext uri="{FF2B5EF4-FFF2-40B4-BE49-F238E27FC236}">
                <a16:creationId xmlns:a16="http://schemas.microsoft.com/office/drawing/2014/main" id="{874F4CE2-CBFB-6F4E-B8CE-FF657B2D857A}"/>
              </a:ext>
            </a:extLst>
          </p:cNvPr>
          <p:cNvSpPr>
            <a:spLocks noGrp="1" noChangeArrowheads="1"/>
          </p:cNvSpPr>
          <p:nvPr>
            <p:ph type="body" idx="1"/>
          </p:nvPr>
        </p:nvSpPr>
        <p:spPr>
          <a:xfrm>
            <a:off x="685800" y="4344988"/>
            <a:ext cx="5486400" cy="4113212"/>
          </a:xfrm>
          <a:solidFill>
            <a:srgbClr val="FFFFFF"/>
          </a:solidFill>
          <a:ln>
            <a:solidFill>
              <a:srgbClr val="000000"/>
            </a:solidFill>
          </a:ln>
        </p:spPr>
        <p:txBody>
          <a:bodyPr/>
          <a:lstStyle/>
          <a:p>
            <a:pPr eaLnBrk="1" hangingPunct="1"/>
            <a:r>
              <a:rPr lang="en-GB" altLang="en-US">
                <a:latin typeface="Arial" panose="020B0604020202020204" pitchFamily="34" charset="0"/>
                <a:ea typeface="ＭＳ Ｐゴシック" panose="020B0600070205080204" pitchFamily="34" charset="-128"/>
              </a:rPr>
              <a:t>In many ways this graph summarises much of what the development of computers has enabled numerical weather prediction to achieve. The improved performance has been achieved through the implementation of research in the areas of finer resolution, larger domains, longer forecasts, better use of observations, better representation of atmospheric processes, and so on… Increasing computer speed and memory has enabled that research to be implemented.</a:t>
            </a:r>
          </a:p>
          <a:p>
            <a:pPr eaLnBrk="1" hangingPunct="1"/>
            <a:r>
              <a:rPr lang="en-GB" altLang="en-US">
                <a:latin typeface="Arial" panose="020B0604020202020204" pitchFamily="34" charset="0"/>
                <a:ea typeface="ＭＳ Ｐゴシック" panose="020B0600070205080204" pitchFamily="34" charset="-128"/>
              </a:rPr>
              <a:t>In 1954, it was written in the anniversary issue of Met Mag that there had been little improvement in the manually produced 24 hour forecast over the previous 10 years, and that there was little skill at longer ranges. We may take it that, for this measure, the 1967 NWP score was similar for T+24. This level of skill was extended to 2 days by NWP in 1985 and to 3 days in 1996.</a:t>
            </a:r>
          </a:p>
        </p:txBody>
      </p:sp>
    </p:spTree>
    <p:extLst>
      <p:ext uri="{BB962C8B-B14F-4D97-AF65-F5344CB8AC3E}">
        <p14:creationId xmlns:p14="http://schemas.microsoft.com/office/powerpoint/2010/main" val="24009875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E08B070F-300F-9B4B-9EEF-5FF011A3D3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4382906-FD9F-F449-B3FE-CEF0C0C14902}"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554" name="Rectangle 2">
            <a:extLst>
              <a:ext uri="{FF2B5EF4-FFF2-40B4-BE49-F238E27FC236}">
                <a16:creationId xmlns:a16="http://schemas.microsoft.com/office/drawing/2014/main" id="{163FF496-DFA8-D94F-8BF6-A703E86CFE6E}"/>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151555" name="Rectangle 3">
            <a:extLst>
              <a:ext uri="{FF2B5EF4-FFF2-40B4-BE49-F238E27FC236}">
                <a16:creationId xmlns:a16="http://schemas.microsoft.com/office/drawing/2014/main" id="{6B49EA27-3BAB-C649-A010-E21FFB372609}"/>
              </a:ext>
            </a:extLst>
          </p:cNvPr>
          <p:cNvSpPr>
            <a:spLocks noGrp="1" noChangeArrowheads="1"/>
          </p:cNvSpPr>
          <p:nvPr>
            <p:ph type="body" idx="1"/>
          </p:nvPr>
        </p:nvSpPr>
        <p:spPr>
          <a:xfrm>
            <a:off x="685800" y="4344988"/>
            <a:ext cx="5486400" cy="4113212"/>
          </a:xfrm>
          <a:solidFill>
            <a:srgbClr val="FFFFFF"/>
          </a:solidFill>
          <a:ln>
            <a:solidFill>
              <a:srgbClr val="000000"/>
            </a:solidFill>
          </a:ln>
        </p:spPr>
        <p:txBody>
          <a:bodyPr/>
          <a:lstStyle/>
          <a:p>
            <a:pPr eaLnBrk="1" hangingPunct="1"/>
            <a:r>
              <a:rPr lang="en-GB" altLang="en-US">
                <a:latin typeface="Arial" panose="020B0604020202020204" pitchFamily="34" charset="0"/>
                <a:ea typeface="ＭＳ Ｐゴシック" panose="020B0600070205080204" pitchFamily="34" charset="-128"/>
              </a:rPr>
              <a:t>In many ways this graph summarises much of what the development of computers has enabled numerical weather prediction to achieve. The improved performance has been achieved through the implementation of research in the areas of finer resolution, larger domains, longer forecasts, better use of observations, better representation of atmospheric processes, and so on… Increasing computer speed and memory has enabled that research to be implemented.</a:t>
            </a:r>
          </a:p>
          <a:p>
            <a:pPr eaLnBrk="1" hangingPunct="1"/>
            <a:r>
              <a:rPr lang="en-GB" altLang="en-US">
                <a:latin typeface="Arial" panose="020B0604020202020204" pitchFamily="34" charset="0"/>
                <a:ea typeface="ＭＳ Ｐゴシック" panose="020B0600070205080204" pitchFamily="34" charset="-128"/>
              </a:rPr>
              <a:t>In 1954, it was written in the anniversary issue of Met Mag that there had been little improvement in the manually produced 24 hour forecast over the previous 10 years, and that there was little skill at longer ranges. We may take it that, for this measure, the 1967 NWP score was similar for T+24. This level of skill was extended to 2 days by NWP in 1985 and to 3 days in 1996.</a:t>
            </a:r>
          </a:p>
        </p:txBody>
      </p:sp>
    </p:spTree>
    <p:extLst>
      <p:ext uri="{BB962C8B-B14F-4D97-AF65-F5344CB8AC3E}">
        <p14:creationId xmlns:p14="http://schemas.microsoft.com/office/powerpoint/2010/main" val="21594885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40E2ABF6-B7BF-4E4A-AFEA-EFB01183F9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0317D3A-AC50-5C4D-8E32-87CE2DE843E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3602" name="Rectangle 2">
            <a:extLst>
              <a:ext uri="{FF2B5EF4-FFF2-40B4-BE49-F238E27FC236}">
                <a16:creationId xmlns:a16="http://schemas.microsoft.com/office/drawing/2014/main" id="{D7E9C142-A861-8B4F-BE4F-B7E009056D1A}"/>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153603" name="Rectangle 3">
            <a:extLst>
              <a:ext uri="{FF2B5EF4-FFF2-40B4-BE49-F238E27FC236}">
                <a16:creationId xmlns:a16="http://schemas.microsoft.com/office/drawing/2014/main" id="{2EC60488-C291-544A-9818-6672869ECF03}"/>
              </a:ext>
            </a:extLst>
          </p:cNvPr>
          <p:cNvSpPr>
            <a:spLocks noGrp="1" noChangeArrowheads="1"/>
          </p:cNvSpPr>
          <p:nvPr>
            <p:ph type="body" idx="1"/>
          </p:nvPr>
        </p:nvSpPr>
        <p:spPr>
          <a:xfrm>
            <a:off x="685800" y="4344988"/>
            <a:ext cx="5486400" cy="4113212"/>
          </a:xfrm>
          <a:solidFill>
            <a:srgbClr val="FFFFFF"/>
          </a:solidFill>
          <a:ln>
            <a:solidFill>
              <a:srgbClr val="000000"/>
            </a:solidFill>
          </a:ln>
        </p:spPr>
        <p:txBody>
          <a:bodyPr/>
          <a:lstStyle/>
          <a:p>
            <a:pPr eaLnBrk="1" hangingPunct="1"/>
            <a:r>
              <a:rPr lang="en-GB" altLang="en-US">
                <a:latin typeface="Arial" panose="020B0604020202020204" pitchFamily="34" charset="0"/>
                <a:ea typeface="ＭＳ Ｐゴシック" panose="020B0600070205080204" pitchFamily="34" charset="-128"/>
              </a:rPr>
              <a:t>In many ways this graph summarises much of what the development of computers has enabled numerical weather prediction to achieve. The improved performance has been achieved through the implementation of research in the areas of finer resolution, larger domains, longer forecasts, better use of observations, better representation of atmospheric processes, and so on… Increasing computer speed and memory has enabled that research to be implemented.</a:t>
            </a:r>
          </a:p>
          <a:p>
            <a:pPr eaLnBrk="1" hangingPunct="1"/>
            <a:r>
              <a:rPr lang="en-GB" altLang="en-US">
                <a:latin typeface="Arial" panose="020B0604020202020204" pitchFamily="34" charset="0"/>
                <a:ea typeface="ＭＳ Ｐゴシック" panose="020B0600070205080204" pitchFamily="34" charset="-128"/>
              </a:rPr>
              <a:t>In 1954, it was written in the anniversary issue of Met Mag that there had been little improvement in the manually produced 24 hour forecast over the previous 10 years, and that there was little skill at longer ranges. We may take it that, for this measure, the 1967 NWP score was similar for T+24. This level of skill was extended to 2 days by NWP in 1985 and to 3 days in 1996.</a:t>
            </a:r>
          </a:p>
        </p:txBody>
      </p:sp>
    </p:spTree>
    <p:extLst>
      <p:ext uri="{BB962C8B-B14F-4D97-AF65-F5344CB8AC3E}">
        <p14:creationId xmlns:p14="http://schemas.microsoft.com/office/powerpoint/2010/main" val="22879699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187ACBB0-30EB-5743-BE3C-D51D4ACD21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8E882FE-C9B1-8C42-81F8-5C4ED45AC28C}"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650" name="Rectangle 2">
            <a:extLst>
              <a:ext uri="{FF2B5EF4-FFF2-40B4-BE49-F238E27FC236}">
                <a16:creationId xmlns:a16="http://schemas.microsoft.com/office/drawing/2014/main" id="{7F57E9A9-46E8-5543-8DF8-7DB692264612}"/>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155651" name="Rectangle 3">
            <a:extLst>
              <a:ext uri="{FF2B5EF4-FFF2-40B4-BE49-F238E27FC236}">
                <a16:creationId xmlns:a16="http://schemas.microsoft.com/office/drawing/2014/main" id="{A0303AE0-D4CD-A346-9918-725D5C14F2A8}"/>
              </a:ext>
            </a:extLst>
          </p:cNvPr>
          <p:cNvSpPr>
            <a:spLocks noGrp="1" noChangeArrowheads="1"/>
          </p:cNvSpPr>
          <p:nvPr>
            <p:ph type="body" idx="1"/>
          </p:nvPr>
        </p:nvSpPr>
        <p:spPr>
          <a:xfrm>
            <a:off x="685800" y="4344988"/>
            <a:ext cx="5486400" cy="4113212"/>
          </a:xfrm>
          <a:solidFill>
            <a:srgbClr val="FFFFFF"/>
          </a:solidFill>
          <a:ln>
            <a:solidFill>
              <a:srgbClr val="000000"/>
            </a:solidFill>
          </a:ln>
        </p:spPr>
        <p:txBody>
          <a:bodyPr/>
          <a:lstStyle/>
          <a:p>
            <a:pPr eaLnBrk="1" hangingPunct="1"/>
            <a:r>
              <a:rPr lang="en-GB" altLang="en-US">
                <a:latin typeface="Arial" panose="020B0604020202020204" pitchFamily="34" charset="0"/>
                <a:ea typeface="ＭＳ Ｐゴシック" panose="020B0600070205080204" pitchFamily="34" charset="-128"/>
              </a:rPr>
              <a:t>In many ways this graph summarises much of what the development of computers has enabled numerical weather prediction to achieve. The improved performance has been achieved through the implementation of research in the areas of finer resolution, larger domains, longer forecasts, better use of observations, better representation of atmospheric processes, and so on… Increasing computer speed and memory has enabled that research to be implemented.</a:t>
            </a:r>
          </a:p>
          <a:p>
            <a:pPr eaLnBrk="1" hangingPunct="1"/>
            <a:r>
              <a:rPr lang="en-GB" altLang="en-US">
                <a:latin typeface="Arial" panose="020B0604020202020204" pitchFamily="34" charset="0"/>
                <a:ea typeface="ＭＳ Ｐゴシック" panose="020B0600070205080204" pitchFamily="34" charset="-128"/>
              </a:rPr>
              <a:t>In 1954, it was written in the anniversary issue of Met Mag that there had been little improvement in the manually produced 24 hour forecast over the previous 10 years, and that there was little skill at longer ranges. We may take it that, for this measure, the 1967 NWP score was similar for T+24. This level of skill was extended to 2 days by NWP in 1985 and to 3 days in 1996.</a:t>
            </a:r>
          </a:p>
        </p:txBody>
      </p:sp>
    </p:spTree>
    <p:extLst>
      <p:ext uri="{BB962C8B-B14F-4D97-AF65-F5344CB8AC3E}">
        <p14:creationId xmlns:p14="http://schemas.microsoft.com/office/powerpoint/2010/main" val="10919085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85194282-847C-B744-BA3D-47B097CE4E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EF648EF-0478-E74A-95C7-F0A1EAB47698}"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7698" name="Rectangle 2">
            <a:extLst>
              <a:ext uri="{FF2B5EF4-FFF2-40B4-BE49-F238E27FC236}">
                <a16:creationId xmlns:a16="http://schemas.microsoft.com/office/drawing/2014/main" id="{5D21BFFD-B3C9-8644-ACFB-209111ED6849}"/>
              </a:ext>
            </a:extLst>
          </p:cNvPr>
          <p:cNvSpPr>
            <a:spLocks noGrp="1" noRot="1" noChangeAspect="1" noChangeArrowheads="1" noTextEdit="1"/>
          </p:cNvSpPr>
          <p:nvPr>
            <p:ph type="sldImg"/>
          </p:nvPr>
        </p:nvSpPr>
        <p:spPr>
          <a:xfrm>
            <a:off x="1144588" y="685800"/>
            <a:ext cx="4572000" cy="3429000"/>
          </a:xfrm>
          <a:solidFill>
            <a:srgbClr val="FFFFFF"/>
          </a:solidFill>
          <a:ln/>
        </p:spPr>
      </p:sp>
      <p:sp>
        <p:nvSpPr>
          <p:cNvPr id="157699" name="Rectangle 3">
            <a:extLst>
              <a:ext uri="{FF2B5EF4-FFF2-40B4-BE49-F238E27FC236}">
                <a16:creationId xmlns:a16="http://schemas.microsoft.com/office/drawing/2014/main" id="{ED524D68-5D20-6145-B9F0-5CA1489744D6}"/>
              </a:ext>
            </a:extLst>
          </p:cNvPr>
          <p:cNvSpPr>
            <a:spLocks noGrp="1" noChangeArrowheads="1"/>
          </p:cNvSpPr>
          <p:nvPr>
            <p:ph type="body" idx="1"/>
          </p:nvPr>
        </p:nvSpPr>
        <p:spPr>
          <a:xfrm>
            <a:off x="685800" y="4344988"/>
            <a:ext cx="5486400" cy="4113212"/>
          </a:xfrm>
          <a:solidFill>
            <a:srgbClr val="FFFFFF"/>
          </a:solidFill>
          <a:ln>
            <a:solidFill>
              <a:srgbClr val="000000"/>
            </a:solidFill>
          </a:ln>
        </p:spPr>
        <p:txBody>
          <a:bodyPr/>
          <a:lstStyle/>
          <a:p>
            <a:pPr eaLnBrk="1" hangingPunct="1"/>
            <a:r>
              <a:rPr lang="en-GB" altLang="en-US">
                <a:latin typeface="Arial" panose="020B0604020202020204" pitchFamily="34" charset="0"/>
                <a:ea typeface="ＭＳ Ｐゴシック" panose="020B0600070205080204" pitchFamily="34" charset="-128"/>
              </a:rPr>
              <a:t>In many ways this graph summarises much of what the development of computers has enabled numerical weather prediction to achieve. The improved performance has been achieved through the implementation of research in the areas of finer resolution, larger domains, longer forecasts, better use of observations, better representation of atmospheric processes, and so on… Increasing computer speed and memory has enabled that research to be implemented.</a:t>
            </a:r>
          </a:p>
          <a:p>
            <a:pPr eaLnBrk="1" hangingPunct="1"/>
            <a:r>
              <a:rPr lang="en-GB" altLang="en-US">
                <a:latin typeface="Arial" panose="020B0604020202020204" pitchFamily="34" charset="0"/>
                <a:ea typeface="ＭＳ Ｐゴシック" panose="020B0600070205080204" pitchFamily="34" charset="-128"/>
              </a:rPr>
              <a:t>In 1954, it was written in the anniversary issue of Met Mag that there had been little improvement in the manually produced 24 hour forecast over the previous 10 years, and that there was little skill at longer ranges. We may take it that, for this measure, the 1967 NWP score was similar for T+24. This level of skill was extended to 2 days by NWP in 1985 and to 3 days in 1996.</a:t>
            </a:r>
          </a:p>
        </p:txBody>
      </p:sp>
    </p:spTree>
    <p:extLst>
      <p:ext uri="{BB962C8B-B14F-4D97-AF65-F5344CB8AC3E}">
        <p14:creationId xmlns:p14="http://schemas.microsoft.com/office/powerpoint/2010/main" val="21153868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1F1C48EB-A414-234F-98E0-536D4C3A2B6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45328B-D8B3-D943-B644-F309AA14CE1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9746" name="Rectangle 2">
            <a:extLst>
              <a:ext uri="{FF2B5EF4-FFF2-40B4-BE49-F238E27FC236}">
                <a16:creationId xmlns:a16="http://schemas.microsoft.com/office/drawing/2014/main" id="{ADA5CB88-CD25-1845-A91F-3F769DD5BE87}"/>
              </a:ext>
            </a:extLst>
          </p:cNvPr>
          <p:cNvSpPr>
            <a:spLocks noGrp="1" noRot="1" noChangeAspect="1" noChangeArrowheads="1" noTextEdit="1"/>
          </p:cNvSpPr>
          <p:nvPr>
            <p:ph type="sldImg"/>
          </p:nvPr>
        </p:nvSpPr>
        <p:spPr>
          <a:solidFill>
            <a:srgbClr val="FFFFFF"/>
          </a:solidFill>
          <a:ln/>
        </p:spPr>
      </p:sp>
      <p:sp>
        <p:nvSpPr>
          <p:cNvPr id="159747" name="Rectangle 3">
            <a:extLst>
              <a:ext uri="{FF2B5EF4-FFF2-40B4-BE49-F238E27FC236}">
                <a16:creationId xmlns:a16="http://schemas.microsoft.com/office/drawing/2014/main" id="{1D44D69D-3162-0545-92D4-53FB37A23F0C}"/>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049666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8D57B6D9-D798-9F47-BE5C-B5D7A7EE1BC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0F1A72C-76B0-3842-8301-71E6AC87769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1794" name="Rectangle 2">
            <a:extLst>
              <a:ext uri="{FF2B5EF4-FFF2-40B4-BE49-F238E27FC236}">
                <a16:creationId xmlns:a16="http://schemas.microsoft.com/office/drawing/2014/main" id="{8D9552AE-B81F-A645-A90E-04274CD85E37}"/>
              </a:ext>
            </a:extLst>
          </p:cNvPr>
          <p:cNvSpPr>
            <a:spLocks noGrp="1" noRot="1" noChangeAspect="1" noChangeArrowheads="1" noTextEdit="1"/>
          </p:cNvSpPr>
          <p:nvPr>
            <p:ph type="sldImg"/>
          </p:nvPr>
        </p:nvSpPr>
        <p:spPr>
          <a:solidFill>
            <a:srgbClr val="FFFFFF"/>
          </a:solidFill>
          <a:ln/>
        </p:spPr>
      </p:sp>
      <p:sp>
        <p:nvSpPr>
          <p:cNvPr id="161795" name="Rectangle 3">
            <a:extLst>
              <a:ext uri="{FF2B5EF4-FFF2-40B4-BE49-F238E27FC236}">
                <a16:creationId xmlns:a16="http://schemas.microsoft.com/office/drawing/2014/main" id="{1017BA16-F0AB-E145-9E6D-980FC0B5EBB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956081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5EF6FF48-E0CA-7C44-888B-259F9F3558F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2688F26-C941-E244-A0BC-067D29BCE574}"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3842" name="Rectangle 2">
            <a:extLst>
              <a:ext uri="{FF2B5EF4-FFF2-40B4-BE49-F238E27FC236}">
                <a16:creationId xmlns:a16="http://schemas.microsoft.com/office/drawing/2014/main" id="{B30D04B4-7587-464F-8B7D-17FA2230CEE6}"/>
              </a:ext>
            </a:extLst>
          </p:cNvPr>
          <p:cNvSpPr>
            <a:spLocks noGrp="1" noRot="1" noChangeAspect="1" noChangeArrowheads="1" noTextEdit="1"/>
          </p:cNvSpPr>
          <p:nvPr>
            <p:ph type="sldImg"/>
          </p:nvPr>
        </p:nvSpPr>
        <p:spPr>
          <a:solidFill>
            <a:srgbClr val="FFFFFF"/>
          </a:solidFill>
          <a:ln/>
        </p:spPr>
      </p:sp>
      <p:sp>
        <p:nvSpPr>
          <p:cNvPr id="163843" name="Rectangle 3">
            <a:extLst>
              <a:ext uri="{FF2B5EF4-FFF2-40B4-BE49-F238E27FC236}">
                <a16:creationId xmlns:a16="http://schemas.microsoft.com/office/drawing/2014/main" id="{5818E494-5D63-134B-AFC3-906A12CDBEC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04200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8C61AEF5-9E6A-4A4A-A870-FB76A81DD4D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B65DD6E-E8CE-904A-8842-46CAA3B9B6A0}"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5890" name="Rectangle 2">
            <a:extLst>
              <a:ext uri="{FF2B5EF4-FFF2-40B4-BE49-F238E27FC236}">
                <a16:creationId xmlns:a16="http://schemas.microsoft.com/office/drawing/2014/main" id="{2A17D732-6D7F-8349-8F38-173968BD6B38}"/>
              </a:ext>
            </a:extLst>
          </p:cNvPr>
          <p:cNvSpPr>
            <a:spLocks noGrp="1" noRot="1" noChangeAspect="1" noChangeArrowheads="1" noTextEdit="1"/>
          </p:cNvSpPr>
          <p:nvPr>
            <p:ph type="sldImg"/>
          </p:nvPr>
        </p:nvSpPr>
        <p:spPr>
          <a:solidFill>
            <a:srgbClr val="FFFFFF"/>
          </a:solidFill>
          <a:ln/>
        </p:spPr>
      </p:sp>
      <p:sp>
        <p:nvSpPr>
          <p:cNvPr id="165891" name="Rectangle 3">
            <a:extLst>
              <a:ext uri="{FF2B5EF4-FFF2-40B4-BE49-F238E27FC236}">
                <a16:creationId xmlns:a16="http://schemas.microsoft.com/office/drawing/2014/main" id="{E4164A93-74AE-3049-B505-0BBCFFE78940}"/>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3738223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The Norwegian cyclone model was co-developed by Jacob </a:t>
            </a:r>
            <a:r>
              <a:rPr lang="en-US" dirty="0" err="1"/>
              <a:t>Bjerknes</a:t>
            </a:r>
            <a:r>
              <a:rPr lang="en-US" dirty="0"/>
              <a:t>, son of </a:t>
            </a:r>
            <a:r>
              <a:rPr lang="en-US" dirty="0" err="1"/>
              <a:t>Vilhelm</a:t>
            </a:r>
            <a:r>
              <a:rPr lang="en-US" dirty="0"/>
              <a:t> </a:t>
            </a:r>
            <a:r>
              <a:rPr lang="en-US" dirty="0" err="1"/>
              <a:t>Bjerknes</a:t>
            </a:r>
            <a:r>
              <a:rPr lang="en-US" dirty="0"/>
              <a:t> who told us how to make physically-based weather forecasts.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89</a:t>
            </a:fld>
            <a:endParaRPr lang="en-US" altLang="en-US"/>
          </a:p>
        </p:txBody>
      </p:sp>
    </p:spTree>
    <p:extLst>
      <p:ext uri="{BB962C8B-B14F-4D97-AF65-F5344CB8AC3E}">
        <p14:creationId xmlns:p14="http://schemas.microsoft.com/office/powerpoint/2010/main" val="9428438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The Norwegian cyclone model was co-developed by Jacob </a:t>
            </a:r>
            <a:r>
              <a:rPr lang="en-US" dirty="0" err="1"/>
              <a:t>Bjerknes</a:t>
            </a:r>
            <a:r>
              <a:rPr lang="en-US" dirty="0"/>
              <a:t>, son of </a:t>
            </a:r>
            <a:r>
              <a:rPr lang="en-US" dirty="0" err="1"/>
              <a:t>Vilhelm</a:t>
            </a:r>
            <a:r>
              <a:rPr lang="en-US" dirty="0"/>
              <a:t> </a:t>
            </a:r>
            <a:r>
              <a:rPr lang="en-US" dirty="0" err="1"/>
              <a:t>Bjerknes</a:t>
            </a:r>
            <a:r>
              <a:rPr lang="en-US" dirty="0"/>
              <a:t> who told us how to make physically-based weather forecasts.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90</a:t>
            </a:fld>
            <a:endParaRPr lang="en-US" altLang="en-US"/>
          </a:p>
        </p:txBody>
      </p:sp>
    </p:spTree>
    <p:extLst>
      <p:ext uri="{BB962C8B-B14F-4D97-AF65-F5344CB8AC3E}">
        <p14:creationId xmlns:p14="http://schemas.microsoft.com/office/powerpoint/2010/main" val="238374359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The Norwegian cyclone model was co-developed by Jacob </a:t>
            </a:r>
            <a:r>
              <a:rPr lang="en-US" dirty="0" err="1"/>
              <a:t>Bjerknes</a:t>
            </a:r>
            <a:r>
              <a:rPr lang="en-US" dirty="0"/>
              <a:t>, son of </a:t>
            </a:r>
            <a:r>
              <a:rPr lang="en-US" dirty="0" err="1"/>
              <a:t>Vilhelm</a:t>
            </a:r>
            <a:r>
              <a:rPr lang="en-US" dirty="0"/>
              <a:t> </a:t>
            </a:r>
            <a:r>
              <a:rPr lang="en-US" dirty="0" err="1"/>
              <a:t>Bjerknes</a:t>
            </a:r>
            <a:r>
              <a:rPr lang="en-US" dirty="0"/>
              <a:t> who told us how to make physically-based weather forecasts.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91</a:t>
            </a:fld>
            <a:endParaRPr lang="en-US" altLang="en-US"/>
          </a:p>
        </p:txBody>
      </p:sp>
    </p:spTree>
    <p:extLst>
      <p:ext uri="{BB962C8B-B14F-4D97-AF65-F5344CB8AC3E}">
        <p14:creationId xmlns:p14="http://schemas.microsoft.com/office/powerpoint/2010/main" val="7864576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The Norwegian cyclone model was co-developed by Jacob </a:t>
            </a:r>
            <a:r>
              <a:rPr lang="en-US" dirty="0" err="1"/>
              <a:t>Bjerknes</a:t>
            </a:r>
            <a:r>
              <a:rPr lang="en-US" dirty="0"/>
              <a:t>, son of </a:t>
            </a:r>
            <a:r>
              <a:rPr lang="en-US" dirty="0" err="1"/>
              <a:t>Vilhelm</a:t>
            </a:r>
            <a:r>
              <a:rPr lang="en-US" dirty="0"/>
              <a:t> </a:t>
            </a:r>
            <a:r>
              <a:rPr lang="en-US" dirty="0" err="1"/>
              <a:t>Bjerknes</a:t>
            </a:r>
            <a:r>
              <a:rPr lang="en-US" dirty="0"/>
              <a:t> who told us how to make physically-based weather forecasts.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92</a:t>
            </a:fld>
            <a:endParaRPr lang="en-US" altLang="en-US"/>
          </a:p>
        </p:txBody>
      </p:sp>
    </p:spTree>
    <p:extLst>
      <p:ext uri="{BB962C8B-B14F-4D97-AF65-F5344CB8AC3E}">
        <p14:creationId xmlns:p14="http://schemas.microsoft.com/office/powerpoint/2010/main" val="419987035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The Norwegian cyclone model was co-developed by Jacob </a:t>
            </a:r>
            <a:r>
              <a:rPr lang="en-US" dirty="0" err="1"/>
              <a:t>Bjerknes</a:t>
            </a:r>
            <a:r>
              <a:rPr lang="en-US" dirty="0"/>
              <a:t>, son of </a:t>
            </a:r>
            <a:r>
              <a:rPr lang="en-US" dirty="0" err="1"/>
              <a:t>Vilhelm</a:t>
            </a:r>
            <a:r>
              <a:rPr lang="en-US" dirty="0"/>
              <a:t> </a:t>
            </a:r>
            <a:r>
              <a:rPr lang="en-US" dirty="0" err="1"/>
              <a:t>Bjerknes</a:t>
            </a:r>
            <a:r>
              <a:rPr lang="en-US" dirty="0"/>
              <a:t> who told us how to make physically-based weather forecasts.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93</a:t>
            </a:fld>
            <a:endParaRPr lang="en-US" altLang="en-US"/>
          </a:p>
        </p:txBody>
      </p:sp>
    </p:spTree>
    <p:extLst>
      <p:ext uri="{BB962C8B-B14F-4D97-AF65-F5344CB8AC3E}">
        <p14:creationId xmlns:p14="http://schemas.microsoft.com/office/powerpoint/2010/main" val="24204196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The Norwegian cyclone model was co-developed by Jacob </a:t>
            </a:r>
            <a:r>
              <a:rPr lang="en-US" dirty="0" err="1"/>
              <a:t>Bjerknes</a:t>
            </a:r>
            <a:r>
              <a:rPr lang="en-US" dirty="0"/>
              <a:t>, son of </a:t>
            </a:r>
            <a:r>
              <a:rPr lang="en-US" dirty="0" err="1"/>
              <a:t>Vilhelm</a:t>
            </a:r>
            <a:r>
              <a:rPr lang="en-US" dirty="0"/>
              <a:t> </a:t>
            </a:r>
            <a:r>
              <a:rPr lang="en-US" dirty="0" err="1"/>
              <a:t>Bjerknes</a:t>
            </a:r>
            <a:r>
              <a:rPr lang="en-US" dirty="0"/>
              <a:t> who told us how to make physically-based weather forecasts.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94</a:t>
            </a:fld>
            <a:endParaRPr lang="en-US" altLang="en-US"/>
          </a:p>
        </p:txBody>
      </p:sp>
    </p:spTree>
    <p:extLst>
      <p:ext uri="{BB962C8B-B14F-4D97-AF65-F5344CB8AC3E}">
        <p14:creationId xmlns:p14="http://schemas.microsoft.com/office/powerpoint/2010/main" val="130386295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Schultz, D. M., and F. Zhang, 2007: Baroclinic development within zonally-varying flows. </a:t>
            </a:r>
            <a:r>
              <a:rPr lang="en-US" sz="1200" i="1" kern="1200" dirty="0">
                <a:solidFill>
                  <a:schemeClr val="tx1"/>
                </a:solidFill>
                <a:effectLst/>
                <a:latin typeface="Arial" charset="0"/>
                <a:ea typeface="ＭＳ Ｐゴシック" charset="0"/>
                <a:cs typeface="ＭＳ Ｐゴシック" charset="0"/>
              </a:rPr>
              <a:t>Quart. J. Roy. Meteor. Soc., </a:t>
            </a:r>
            <a:r>
              <a:rPr lang="en-US" sz="1200" b="1" kern="1200" dirty="0">
                <a:solidFill>
                  <a:schemeClr val="tx1"/>
                </a:solidFill>
                <a:effectLst/>
                <a:latin typeface="Arial" charset="0"/>
                <a:ea typeface="ＭＳ Ｐゴシック" charset="0"/>
                <a:cs typeface="ＭＳ Ｐゴシック" charset="0"/>
              </a:rPr>
              <a:t>133, </a:t>
            </a:r>
            <a:r>
              <a:rPr lang="en-US" sz="1200" kern="1200" dirty="0">
                <a:solidFill>
                  <a:schemeClr val="tx1"/>
                </a:solidFill>
                <a:effectLst/>
                <a:latin typeface="Arial" charset="0"/>
                <a:ea typeface="ＭＳ Ｐゴシック" charset="0"/>
                <a:cs typeface="ＭＳ Ｐゴシック" charset="0"/>
              </a:rPr>
              <a:t>1101–1112.</a:t>
            </a:r>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96</a:t>
            </a:fld>
            <a:endParaRPr lang="en-US" altLang="en-US"/>
          </a:p>
        </p:txBody>
      </p:sp>
    </p:spTree>
    <p:extLst>
      <p:ext uri="{BB962C8B-B14F-4D97-AF65-F5344CB8AC3E}">
        <p14:creationId xmlns:p14="http://schemas.microsoft.com/office/powerpoint/2010/main" val="15494483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whitworth.cas.manchester.ac.uk</a:t>
            </a:r>
            <a:r>
              <a:rPr lang="en-US" dirty="0"/>
              <a:t>/2025/02/03/</a:t>
            </a:r>
          </a:p>
          <a:p>
            <a:r>
              <a:rPr lang="en-US" dirty="0"/>
              <a:t>https://</a:t>
            </a:r>
            <a:r>
              <a:rPr lang="en-US" dirty="0" err="1"/>
              <a:t>www.ncdc.noaa.gov</a:t>
            </a:r>
            <a:r>
              <a:rPr lang="en-US" dirty="0"/>
              <a:t>/</a:t>
            </a:r>
            <a:r>
              <a:rPr lang="en-US" dirty="0" err="1"/>
              <a:t>gibbs</a:t>
            </a:r>
            <a:r>
              <a:rPr lang="en-US" dirty="0"/>
              <a:t>/image/MSG-3/VS/2025-02-03-06</a:t>
            </a:r>
          </a:p>
          <a:p>
            <a:r>
              <a:rPr lang="en-US" dirty="0"/>
              <a:t>https://www.wetter3.de/</a:t>
            </a:r>
            <a:r>
              <a:rPr lang="en-US" dirty="0" err="1"/>
              <a:t>archiv_dwd_dt.html</a:t>
            </a:r>
            <a:endParaRPr lang="en-US" dirty="0"/>
          </a:p>
        </p:txBody>
      </p:sp>
      <p:sp>
        <p:nvSpPr>
          <p:cNvPr id="4" name="Slide Number Placeholder 3"/>
          <p:cNvSpPr>
            <a:spLocks noGrp="1"/>
          </p:cNvSpPr>
          <p:nvPr>
            <p:ph type="sldNum" sz="quarter" idx="5"/>
          </p:nvPr>
        </p:nvSpPr>
        <p:spPr/>
        <p:txBody>
          <a:bodyPr/>
          <a:lstStyle/>
          <a:p>
            <a:fld id="{1D669CD0-91D6-104E-B2A5-87D06409F1D7}" type="slidenum">
              <a:rPr lang="en-US" smtClean="0"/>
              <a:t>100</a:t>
            </a:fld>
            <a:endParaRPr lang="en-US"/>
          </a:p>
        </p:txBody>
      </p:sp>
    </p:spTree>
    <p:extLst>
      <p:ext uri="{BB962C8B-B14F-4D97-AF65-F5344CB8AC3E}">
        <p14:creationId xmlns:p14="http://schemas.microsoft.com/office/powerpoint/2010/main" val="298014162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whitworth.cas.manchester.ac.uk</a:t>
            </a:r>
            <a:r>
              <a:rPr lang="en-US" dirty="0"/>
              <a:t>/2025/02/03/</a:t>
            </a:r>
          </a:p>
          <a:p>
            <a:r>
              <a:rPr lang="en-US" dirty="0"/>
              <a:t>https://</a:t>
            </a:r>
            <a:r>
              <a:rPr lang="en-US" dirty="0" err="1"/>
              <a:t>www.ncdc.noaa.gov</a:t>
            </a:r>
            <a:r>
              <a:rPr lang="en-US" dirty="0"/>
              <a:t>/</a:t>
            </a:r>
            <a:r>
              <a:rPr lang="en-US" dirty="0" err="1"/>
              <a:t>gibbs</a:t>
            </a:r>
            <a:r>
              <a:rPr lang="en-US" dirty="0"/>
              <a:t>/image/MSG-3/VS/2025-02-03-12</a:t>
            </a:r>
          </a:p>
          <a:p>
            <a:r>
              <a:rPr lang="en-US" dirty="0"/>
              <a:t>https://www.wetter3.de/</a:t>
            </a:r>
            <a:r>
              <a:rPr lang="en-US" dirty="0" err="1"/>
              <a:t>archiv_dwd_dt.html</a:t>
            </a:r>
            <a:endParaRPr lang="en-US" dirty="0"/>
          </a:p>
        </p:txBody>
      </p:sp>
      <p:sp>
        <p:nvSpPr>
          <p:cNvPr id="4" name="Slide Number Placeholder 3"/>
          <p:cNvSpPr>
            <a:spLocks noGrp="1"/>
          </p:cNvSpPr>
          <p:nvPr>
            <p:ph type="sldNum" sz="quarter" idx="5"/>
          </p:nvPr>
        </p:nvSpPr>
        <p:spPr/>
        <p:txBody>
          <a:bodyPr/>
          <a:lstStyle/>
          <a:p>
            <a:fld id="{1D669CD0-91D6-104E-B2A5-87D06409F1D7}" type="slidenum">
              <a:rPr lang="en-US" smtClean="0"/>
              <a:t>101</a:t>
            </a:fld>
            <a:endParaRPr lang="en-US"/>
          </a:p>
        </p:txBody>
      </p:sp>
    </p:spTree>
    <p:extLst>
      <p:ext uri="{BB962C8B-B14F-4D97-AF65-F5344CB8AC3E}">
        <p14:creationId xmlns:p14="http://schemas.microsoft.com/office/powerpoint/2010/main" val="93299977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whitworth.cas.manchester.ac.uk</a:t>
            </a:r>
            <a:r>
              <a:rPr lang="en-US" dirty="0"/>
              <a:t>/2025/02/04/</a:t>
            </a:r>
          </a:p>
          <a:p>
            <a:r>
              <a:rPr lang="en-US" dirty="0"/>
              <a:t>https://</a:t>
            </a:r>
            <a:r>
              <a:rPr lang="en-US" dirty="0" err="1"/>
              <a:t>www.ncdc.noaa.gov</a:t>
            </a:r>
            <a:r>
              <a:rPr lang="en-US" dirty="0"/>
              <a:t>/</a:t>
            </a:r>
            <a:r>
              <a:rPr lang="en-US" dirty="0" err="1"/>
              <a:t>gibbs</a:t>
            </a:r>
            <a:r>
              <a:rPr lang="en-US" dirty="0"/>
              <a:t>/image/MSG-3/VS/2025-02-04-12</a:t>
            </a:r>
          </a:p>
          <a:p>
            <a:r>
              <a:rPr lang="en-US" dirty="0"/>
              <a:t>https://www.wetter3.de/</a:t>
            </a:r>
            <a:r>
              <a:rPr lang="en-US" dirty="0" err="1"/>
              <a:t>archiv_dwd_dt.html</a:t>
            </a:r>
            <a:endParaRPr lang="en-US" dirty="0"/>
          </a:p>
        </p:txBody>
      </p:sp>
      <p:sp>
        <p:nvSpPr>
          <p:cNvPr id="4" name="Slide Number Placeholder 3"/>
          <p:cNvSpPr>
            <a:spLocks noGrp="1"/>
          </p:cNvSpPr>
          <p:nvPr>
            <p:ph type="sldNum" sz="quarter" idx="5"/>
          </p:nvPr>
        </p:nvSpPr>
        <p:spPr/>
        <p:txBody>
          <a:bodyPr/>
          <a:lstStyle/>
          <a:p>
            <a:fld id="{1D669CD0-91D6-104E-B2A5-87D06409F1D7}" type="slidenum">
              <a:rPr lang="en-US" smtClean="0"/>
              <a:t>102</a:t>
            </a:fld>
            <a:endParaRPr lang="en-US"/>
          </a:p>
        </p:txBody>
      </p:sp>
    </p:spTree>
    <p:extLst>
      <p:ext uri="{BB962C8B-B14F-4D97-AF65-F5344CB8AC3E}">
        <p14:creationId xmlns:p14="http://schemas.microsoft.com/office/powerpoint/2010/main" val="171900510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http://www.sat24.com/</a:t>
            </a:r>
            <a:r>
              <a:rPr lang="en-US" dirty="0" err="1"/>
              <a:t>en-gb#selectedLayer</a:t>
            </a:r>
            <a:r>
              <a:rPr lang="en-US" dirty="0"/>
              <a:t>=</a:t>
            </a:r>
            <a:r>
              <a:rPr lang="en-US" dirty="0" err="1"/>
              <a:t>euVisible</a:t>
            </a:r>
            <a:endParaRPr lang="en-US" dirty="0"/>
          </a:p>
          <a:p>
            <a:r>
              <a:rPr lang="en-US" dirty="0"/>
              <a:t>https://www.wetter3.de/</a:t>
            </a:r>
            <a:r>
              <a:rPr lang="en-US" dirty="0" err="1"/>
              <a:t>archiv_dwd_dt.html</a:t>
            </a:r>
            <a:endParaRPr lang="en-US" dirty="0"/>
          </a:p>
        </p:txBody>
      </p:sp>
      <p:sp>
        <p:nvSpPr>
          <p:cNvPr id="4" name="Slide Number Placeholder 3"/>
          <p:cNvSpPr>
            <a:spLocks noGrp="1"/>
          </p:cNvSpPr>
          <p:nvPr>
            <p:ph type="sldNum" sz="quarter" idx="5"/>
          </p:nvPr>
        </p:nvSpPr>
        <p:spPr/>
        <p:txBody>
          <a:bodyPr/>
          <a:lstStyle/>
          <a:p>
            <a:fld id="{1D669CD0-91D6-104E-B2A5-87D06409F1D7}" type="slidenum">
              <a:rPr lang="en-US" smtClean="0"/>
              <a:t>103</a:t>
            </a:fld>
            <a:endParaRPr lang="en-US"/>
          </a:p>
        </p:txBody>
      </p:sp>
    </p:spTree>
    <p:extLst>
      <p:ext uri="{BB962C8B-B14F-4D97-AF65-F5344CB8AC3E}">
        <p14:creationId xmlns:p14="http://schemas.microsoft.com/office/powerpoint/2010/main" val="291994097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www.cas.manchester.ac.uk</a:t>
            </a:r>
            <a:r>
              <a:rPr lang="en-US" dirty="0"/>
              <a:t>/</a:t>
            </a:r>
            <a:r>
              <a:rPr lang="en-US" dirty="0" err="1"/>
              <a:t>restools</a:t>
            </a:r>
            <a:r>
              <a:rPr lang="en-US" dirty="0"/>
              <a:t>/</a:t>
            </a:r>
            <a:r>
              <a:rPr lang="en-US" dirty="0" err="1"/>
              <a:t>whitworth</a:t>
            </a:r>
            <a:r>
              <a:rPr lang="en-US" dirty="0"/>
              <a:t>/data/</a:t>
            </a:r>
          </a:p>
        </p:txBody>
      </p:sp>
      <p:sp>
        <p:nvSpPr>
          <p:cNvPr id="4" name="Slide Number Placeholder 3"/>
          <p:cNvSpPr>
            <a:spLocks noGrp="1"/>
          </p:cNvSpPr>
          <p:nvPr>
            <p:ph type="sldNum" sz="quarter" idx="5"/>
          </p:nvPr>
        </p:nvSpPr>
        <p:spPr/>
        <p:txBody>
          <a:bodyPr/>
          <a:lstStyle/>
          <a:p>
            <a:fld id="{1D669CD0-91D6-104E-B2A5-87D06409F1D7}" type="slidenum">
              <a:rPr lang="en-US" smtClean="0"/>
              <a:t>104</a:t>
            </a:fld>
            <a:endParaRPr lang="en-US"/>
          </a:p>
        </p:txBody>
      </p:sp>
    </p:spTree>
    <p:extLst>
      <p:ext uri="{BB962C8B-B14F-4D97-AF65-F5344CB8AC3E}">
        <p14:creationId xmlns:p14="http://schemas.microsoft.com/office/powerpoint/2010/main" val="34911850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117</a:t>
            </a:fld>
            <a:endParaRPr lang="en-US" altLang="en-US"/>
          </a:p>
        </p:txBody>
      </p:sp>
    </p:spTree>
    <p:extLst>
      <p:ext uri="{BB962C8B-B14F-4D97-AF65-F5344CB8AC3E}">
        <p14:creationId xmlns:p14="http://schemas.microsoft.com/office/powerpoint/2010/main" val="145801627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buFontTx/>
              <a:buNone/>
            </a:pPr>
            <a:r>
              <a:rPr lang="en-US" altLang="en-US" dirty="0">
                <a:solidFill>
                  <a:srgbClr val="FFFF00"/>
                </a:solidFill>
                <a:cs typeface="Arial" panose="020B0604020202020204" pitchFamily="34" charset="0"/>
              </a:rPr>
              <a:t>Satellite animations</a:t>
            </a:r>
          </a:p>
          <a:p>
            <a:pPr>
              <a:spcBef>
                <a:spcPct val="0"/>
              </a:spcBef>
              <a:buFontTx/>
              <a:buNone/>
            </a:pPr>
            <a:endParaRPr lang="en-US" altLang="en-US" dirty="0">
              <a:solidFill>
                <a:srgbClr val="FFFF00"/>
              </a:solidFill>
              <a:cs typeface="Arial" panose="020B0604020202020204" pitchFamily="34" charset="0"/>
            </a:endParaRPr>
          </a:p>
          <a:p>
            <a:pPr>
              <a:spcBef>
                <a:spcPct val="0"/>
              </a:spcBef>
              <a:buFontTx/>
              <a:buNone/>
            </a:pPr>
            <a:r>
              <a:rPr lang="en-US" altLang="en-US" dirty="0">
                <a:solidFill>
                  <a:srgbClr val="FFFF00"/>
                </a:solidFill>
                <a:cs typeface="Arial" panose="020B0604020202020204" pitchFamily="34" charset="0"/>
              </a:rPr>
              <a:t>Infrared versus visible imagery</a:t>
            </a:r>
          </a:p>
          <a:p>
            <a:pPr>
              <a:spcBef>
                <a:spcPct val="0"/>
              </a:spcBef>
              <a:buFontTx/>
              <a:buNone/>
            </a:pPr>
            <a:endParaRPr lang="en-US" altLang="en-US" dirty="0">
              <a:solidFill>
                <a:srgbClr val="FFFF00"/>
              </a:solidFill>
              <a:cs typeface="Arial" panose="020B0604020202020204" pitchFamily="34" charset="0"/>
            </a:endParaRPr>
          </a:p>
          <a:p>
            <a:pPr>
              <a:spcBef>
                <a:spcPct val="0"/>
              </a:spcBef>
              <a:buFontTx/>
              <a:buNone/>
            </a:pPr>
            <a:r>
              <a:rPr lang="en-US" altLang="en-US" dirty="0">
                <a:solidFill>
                  <a:srgbClr val="FFFF00"/>
                </a:solidFill>
                <a:cs typeface="Arial" panose="020B0604020202020204" pitchFamily="34" charset="0"/>
              </a:rPr>
              <a:t>Cloud types</a:t>
            </a:r>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122</a:t>
            </a:fld>
            <a:endParaRPr lang="en-US" altLang="en-US"/>
          </a:p>
        </p:txBody>
      </p:sp>
    </p:spTree>
    <p:extLst>
      <p:ext uri="{BB962C8B-B14F-4D97-AF65-F5344CB8AC3E}">
        <p14:creationId xmlns:p14="http://schemas.microsoft.com/office/powerpoint/2010/main" val="28715175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Elsom</a:t>
            </a:r>
            <a:r>
              <a:rPr lang="en-US" dirty="0"/>
              <a:t>, D.M. and Webb, J.D., 2017. Lightning deaths in the UK: a 30-year analysis of the factors contributing to people being struck and killed. </a:t>
            </a:r>
            <a:r>
              <a:rPr lang="en-US" i="1" dirty="0" err="1"/>
              <a:t>Int</a:t>
            </a:r>
            <a:r>
              <a:rPr lang="en-US" i="1" dirty="0"/>
              <a:t> J Meteorology</a:t>
            </a:r>
            <a:r>
              <a:rPr lang="en-US" dirty="0"/>
              <a:t>, </a:t>
            </a:r>
            <a:r>
              <a:rPr lang="en-US" i="1" dirty="0"/>
              <a:t>42</a:t>
            </a:r>
            <a:r>
              <a:rPr lang="en-US" dirty="0"/>
              <a:t>(401), 8–26.</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133</a:t>
            </a:fld>
            <a:endParaRPr lang="en-US" altLang="en-US"/>
          </a:p>
        </p:txBody>
      </p:sp>
    </p:spTree>
    <p:extLst>
      <p:ext uri="{BB962C8B-B14F-4D97-AF65-F5344CB8AC3E}">
        <p14:creationId xmlns:p14="http://schemas.microsoft.com/office/powerpoint/2010/main" val="39266896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err="1">
                <a:solidFill>
                  <a:schemeClr val="tx1"/>
                </a:solidFill>
                <a:effectLst/>
                <a:latin typeface="Arial" charset="0"/>
                <a:ea typeface="ＭＳ Ｐゴシック" charset="0"/>
                <a:cs typeface="ＭＳ Ｐゴシック" charset="0"/>
              </a:rPr>
              <a:t>Elsom</a:t>
            </a:r>
            <a:r>
              <a:rPr lang="en-US" sz="1200" b="0" i="0" u="none" strike="noStrike" kern="1200" dirty="0">
                <a:solidFill>
                  <a:schemeClr val="tx1"/>
                </a:solidFill>
                <a:effectLst/>
                <a:latin typeface="Arial" charset="0"/>
                <a:ea typeface="ＭＳ Ｐゴシック" charset="0"/>
                <a:cs typeface="ＭＳ Ｐゴシック" charset="0"/>
              </a:rPr>
              <a:t>, D. M., , and Webb J. D. C. , 2014: </a:t>
            </a:r>
            <a:r>
              <a:rPr lang="en-US" sz="1200" b="1" i="0" u="none" strike="noStrike" kern="1200" dirty="0">
                <a:solidFill>
                  <a:schemeClr val="tx1"/>
                </a:solidFill>
                <a:effectLst/>
                <a:latin typeface="Arial" charset="0"/>
                <a:ea typeface="ＭＳ Ｐゴシック" charset="0"/>
                <a:cs typeface="ＭＳ Ｐゴシック" charset="0"/>
              </a:rPr>
              <a:t>Deaths and injuries from lightning in the UK, 1988–2012</a:t>
            </a:r>
            <a:r>
              <a:rPr lang="en-US" sz="1200" b="0" i="0" u="none" strike="noStrike" kern="1200" dirty="0">
                <a:solidFill>
                  <a:schemeClr val="tx1"/>
                </a:solidFill>
                <a:effectLst/>
                <a:latin typeface="Arial" charset="0"/>
                <a:ea typeface="ＭＳ Ｐゴシック" charset="0"/>
                <a:cs typeface="ＭＳ Ｐゴシック" charset="0"/>
              </a:rPr>
              <a:t>. Weather, 69, 221–226, doi:10.1002/wea.2254.</a:t>
            </a:r>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134</a:t>
            </a:fld>
            <a:endParaRPr lang="en-US" altLang="en-US"/>
          </a:p>
        </p:txBody>
      </p:sp>
    </p:spTree>
    <p:extLst>
      <p:ext uri="{BB962C8B-B14F-4D97-AF65-F5344CB8AC3E}">
        <p14:creationId xmlns:p14="http://schemas.microsoft.com/office/powerpoint/2010/main" val="176673553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metro.co.uk</a:t>
            </a:r>
            <a:r>
              <a:rPr lang="en-US" dirty="0"/>
              <a:t>/2020/08/12/cars-float-off-hospital-car-park-violent-storms-batter-uk-heatwave-13117597/</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145</a:t>
            </a:fld>
            <a:endParaRPr lang="en-US" altLang="en-US"/>
          </a:p>
        </p:txBody>
      </p:sp>
    </p:spTree>
    <p:extLst>
      <p:ext uri="{BB962C8B-B14F-4D97-AF65-F5344CB8AC3E}">
        <p14:creationId xmlns:p14="http://schemas.microsoft.com/office/powerpoint/2010/main" val="326499618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00A8A808-75C5-F246-9CB6-5C2F9F6B1182}"/>
              </a:ext>
            </a:extLst>
          </p:cNvPr>
          <p:cNvSpPr>
            <a:spLocks noGrp="1" noRot="1" noChangeAspect="1" noChangeArrowheads="1" noTextEdit="1"/>
          </p:cNvSpPr>
          <p:nvPr>
            <p:ph type="sldImg"/>
          </p:nvPr>
        </p:nvSpPr>
        <p:spPr>
          <a:ln/>
        </p:spPr>
      </p:sp>
      <p:sp>
        <p:nvSpPr>
          <p:cNvPr id="36866" name="Rectangle 3">
            <a:extLst>
              <a:ext uri="{FF2B5EF4-FFF2-40B4-BE49-F238E27FC236}">
                <a16:creationId xmlns:a16="http://schemas.microsoft.com/office/drawing/2014/main" id="{D7C49E8B-2ABA-9F4E-B286-C36141B5B9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00A8A808-75C5-F246-9CB6-5C2F9F6B1182}"/>
              </a:ext>
            </a:extLst>
          </p:cNvPr>
          <p:cNvSpPr>
            <a:spLocks noGrp="1" noRot="1" noChangeAspect="1" noChangeArrowheads="1" noTextEdit="1"/>
          </p:cNvSpPr>
          <p:nvPr>
            <p:ph type="sldImg"/>
          </p:nvPr>
        </p:nvSpPr>
        <p:spPr>
          <a:ln/>
        </p:spPr>
      </p:sp>
      <p:sp>
        <p:nvSpPr>
          <p:cNvPr id="36866" name="Rectangle 3">
            <a:extLst>
              <a:ext uri="{FF2B5EF4-FFF2-40B4-BE49-F238E27FC236}">
                <a16:creationId xmlns:a16="http://schemas.microsoft.com/office/drawing/2014/main" id="{D7C49E8B-2ABA-9F4E-B286-C36141B5B9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415220083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EF653A1-A430-CD4D-82C4-3A1C5405EAF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9D991A1-71D2-434F-816F-F5968C3161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C3880A0-DC5B-F249-AEEE-28BB62A7CDEC}"/>
              </a:ext>
            </a:extLst>
          </p:cNvPr>
          <p:cNvSpPr>
            <a:spLocks noGrp="1" noChangeArrowheads="1"/>
          </p:cNvSpPr>
          <p:nvPr>
            <p:ph type="sldNum" sz="quarter" idx="12"/>
          </p:nvPr>
        </p:nvSpPr>
        <p:spPr>
          <a:ln/>
        </p:spPr>
        <p:txBody>
          <a:bodyPr/>
          <a:lstStyle>
            <a:lvl1pPr>
              <a:defRPr/>
            </a:lvl1pPr>
          </a:lstStyle>
          <a:p>
            <a:pPr>
              <a:defRPr/>
            </a:pPr>
            <a:fld id="{5D348F8B-3C5B-724F-9D20-64B7209705ED}" type="slidenum">
              <a:rPr lang="en-US" altLang="en-US"/>
              <a:pPr>
                <a:defRPr/>
              </a:pPr>
              <a:t>‹#›</a:t>
            </a:fld>
            <a:endParaRPr lang="en-US" altLang="en-US"/>
          </a:p>
        </p:txBody>
      </p:sp>
    </p:spTree>
    <p:extLst>
      <p:ext uri="{BB962C8B-B14F-4D97-AF65-F5344CB8AC3E}">
        <p14:creationId xmlns:p14="http://schemas.microsoft.com/office/powerpoint/2010/main" val="3392450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38B49EA-168E-914E-9A51-C26C05CE608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035A5C2-7B6B-A74F-8457-BC488C9ABE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6EB6572-82A5-A644-94C2-82766598C656}"/>
              </a:ext>
            </a:extLst>
          </p:cNvPr>
          <p:cNvSpPr>
            <a:spLocks noGrp="1" noChangeArrowheads="1"/>
          </p:cNvSpPr>
          <p:nvPr>
            <p:ph type="sldNum" sz="quarter" idx="12"/>
          </p:nvPr>
        </p:nvSpPr>
        <p:spPr>
          <a:ln/>
        </p:spPr>
        <p:txBody>
          <a:bodyPr/>
          <a:lstStyle>
            <a:lvl1pPr>
              <a:defRPr/>
            </a:lvl1pPr>
          </a:lstStyle>
          <a:p>
            <a:pPr>
              <a:defRPr/>
            </a:pPr>
            <a:fld id="{F8534E9F-B3CB-174C-923D-22F6DCFFC032}" type="slidenum">
              <a:rPr lang="en-US" altLang="en-US"/>
              <a:pPr>
                <a:defRPr/>
              </a:pPr>
              <a:t>‹#›</a:t>
            </a:fld>
            <a:endParaRPr lang="en-US" altLang="en-US"/>
          </a:p>
        </p:txBody>
      </p:sp>
    </p:spTree>
    <p:extLst>
      <p:ext uri="{BB962C8B-B14F-4D97-AF65-F5344CB8AC3E}">
        <p14:creationId xmlns:p14="http://schemas.microsoft.com/office/powerpoint/2010/main" val="204009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B56D4CA-DA10-5B47-92CD-BCA696E6EC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3A925FE-0FF8-3D4F-A124-9AB7EB5C25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F5CF00-7324-D042-BE6C-4D55A3961829}"/>
              </a:ext>
            </a:extLst>
          </p:cNvPr>
          <p:cNvSpPr>
            <a:spLocks noGrp="1" noChangeArrowheads="1"/>
          </p:cNvSpPr>
          <p:nvPr>
            <p:ph type="sldNum" sz="quarter" idx="12"/>
          </p:nvPr>
        </p:nvSpPr>
        <p:spPr>
          <a:ln/>
        </p:spPr>
        <p:txBody>
          <a:bodyPr/>
          <a:lstStyle>
            <a:lvl1pPr>
              <a:defRPr/>
            </a:lvl1pPr>
          </a:lstStyle>
          <a:p>
            <a:pPr>
              <a:defRPr/>
            </a:pPr>
            <a:fld id="{1BEB4D20-6157-8342-AFA8-273BD1973373}" type="slidenum">
              <a:rPr lang="en-US" altLang="en-US"/>
              <a:pPr>
                <a:defRPr/>
              </a:pPr>
              <a:t>‹#›</a:t>
            </a:fld>
            <a:endParaRPr lang="en-US" altLang="en-US"/>
          </a:p>
        </p:txBody>
      </p:sp>
    </p:spTree>
    <p:extLst>
      <p:ext uri="{BB962C8B-B14F-4D97-AF65-F5344CB8AC3E}">
        <p14:creationId xmlns:p14="http://schemas.microsoft.com/office/powerpoint/2010/main" val="2200152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21537A1-FE4D-BF40-9BC8-9D7CB55CC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E23ACF-C20C-5049-8515-CE5F9721DF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F77CB4C-D142-FF45-AAB1-EF9E4490B577}"/>
              </a:ext>
            </a:extLst>
          </p:cNvPr>
          <p:cNvSpPr>
            <a:spLocks noGrp="1" noChangeArrowheads="1"/>
          </p:cNvSpPr>
          <p:nvPr>
            <p:ph type="sldNum" sz="quarter" idx="12"/>
          </p:nvPr>
        </p:nvSpPr>
        <p:spPr>
          <a:ln/>
        </p:spPr>
        <p:txBody>
          <a:bodyPr/>
          <a:lstStyle>
            <a:lvl1pPr>
              <a:defRPr/>
            </a:lvl1pPr>
          </a:lstStyle>
          <a:p>
            <a:pPr>
              <a:defRPr/>
            </a:pPr>
            <a:fld id="{E1D51086-1561-894E-B8C6-425551F0ADAF}" type="slidenum">
              <a:rPr lang="en-US" altLang="en-US"/>
              <a:pPr>
                <a:defRPr/>
              </a:pPr>
              <a:t>‹#›</a:t>
            </a:fld>
            <a:endParaRPr lang="en-US" altLang="en-US"/>
          </a:p>
        </p:txBody>
      </p:sp>
    </p:spTree>
    <p:extLst>
      <p:ext uri="{BB962C8B-B14F-4D97-AF65-F5344CB8AC3E}">
        <p14:creationId xmlns:p14="http://schemas.microsoft.com/office/powerpoint/2010/main" val="397687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893726B-FD5A-6944-B884-DF8C36D8978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B0B78092-B154-DB42-B869-4E22C4B411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3EE18BA-D480-0B47-9ED2-C849DB1094E3}"/>
              </a:ext>
            </a:extLst>
          </p:cNvPr>
          <p:cNvSpPr>
            <a:spLocks noGrp="1" noChangeArrowheads="1"/>
          </p:cNvSpPr>
          <p:nvPr>
            <p:ph type="sldNum" sz="quarter" idx="12"/>
          </p:nvPr>
        </p:nvSpPr>
        <p:spPr>
          <a:ln/>
        </p:spPr>
        <p:txBody>
          <a:bodyPr/>
          <a:lstStyle>
            <a:lvl1pPr>
              <a:defRPr/>
            </a:lvl1pPr>
          </a:lstStyle>
          <a:p>
            <a:pPr>
              <a:defRPr/>
            </a:pPr>
            <a:fld id="{5F42DB14-D3F9-1049-ABC4-643571610C32}" type="slidenum">
              <a:rPr lang="en-US" altLang="en-US"/>
              <a:pPr>
                <a:defRPr/>
              </a:pPr>
              <a:t>‹#›</a:t>
            </a:fld>
            <a:endParaRPr lang="en-US" altLang="en-US"/>
          </a:p>
        </p:txBody>
      </p:sp>
    </p:spTree>
    <p:extLst>
      <p:ext uri="{BB962C8B-B14F-4D97-AF65-F5344CB8AC3E}">
        <p14:creationId xmlns:p14="http://schemas.microsoft.com/office/powerpoint/2010/main" val="2085980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6F04B10-BCF9-204F-B2ED-4906A965A72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AEDA519-3BCB-8349-B9C4-D5B77DE767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CA3791D-4BF2-944B-837C-10968BFCF736}"/>
              </a:ext>
            </a:extLst>
          </p:cNvPr>
          <p:cNvSpPr>
            <a:spLocks noGrp="1" noChangeArrowheads="1"/>
          </p:cNvSpPr>
          <p:nvPr>
            <p:ph type="sldNum" sz="quarter" idx="12"/>
          </p:nvPr>
        </p:nvSpPr>
        <p:spPr>
          <a:ln/>
        </p:spPr>
        <p:txBody>
          <a:bodyPr/>
          <a:lstStyle>
            <a:lvl1pPr>
              <a:defRPr/>
            </a:lvl1pPr>
          </a:lstStyle>
          <a:p>
            <a:pPr>
              <a:defRPr/>
            </a:pPr>
            <a:fld id="{CD7C73A3-0D5E-C842-ACA0-DC2E64C8D714}" type="slidenum">
              <a:rPr lang="en-US" altLang="en-US"/>
              <a:pPr>
                <a:defRPr/>
              </a:pPr>
              <a:t>‹#›</a:t>
            </a:fld>
            <a:endParaRPr lang="en-US" altLang="en-US"/>
          </a:p>
        </p:txBody>
      </p:sp>
    </p:spTree>
    <p:extLst>
      <p:ext uri="{BB962C8B-B14F-4D97-AF65-F5344CB8AC3E}">
        <p14:creationId xmlns:p14="http://schemas.microsoft.com/office/powerpoint/2010/main" val="3734621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60A5FAE-9F8B-784F-AE86-E225C5DD888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E9D4C662-40D1-7547-A0EE-ACC93EB8F4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4D654BF0-E3FE-BC4B-9052-3C9FB0E9D4E3}"/>
              </a:ext>
            </a:extLst>
          </p:cNvPr>
          <p:cNvSpPr>
            <a:spLocks noGrp="1" noChangeArrowheads="1"/>
          </p:cNvSpPr>
          <p:nvPr>
            <p:ph type="sldNum" sz="quarter" idx="12"/>
          </p:nvPr>
        </p:nvSpPr>
        <p:spPr>
          <a:ln/>
        </p:spPr>
        <p:txBody>
          <a:bodyPr/>
          <a:lstStyle>
            <a:lvl1pPr>
              <a:defRPr/>
            </a:lvl1pPr>
          </a:lstStyle>
          <a:p>
            <a:pPr>
              <a:defRPr/>
            </a:pPr>
            <a:fld id="{A29E130D-E2DA-304E-8ADE-04A80189E330}" type="slidenum">
              <a:rPr lang="en-US" altLang="en-US"/>
              <a:pPr>
                <a:defRPr/>
              </a:pPr>
              <a:t>‹#›</a:t>
            </a:fld>
            <a:endParaRPr lang="en-US" altLang="en-US"/>
          </a:p>
        </p:txBody>
      </p:sp>
    </p:spTree>
    <p:extLst>
      <p:ext uri="{BB962C8B-B14F-4D97-AF65-F5344CB8AC3E}">
        <p14:creationId xmlns:p14="http://schemas.microsoft.com/office/powerpoint/2010/main" val="387508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16DE28-7E64-4442-BE6B-A77EBCD1901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67991BA-446F-AB4E-B0F2-1DC9AB7CB6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A8A0A6A-CA9C-4441-8AF7-729FA3241215}"/>
              </a:ext>
            </a:extLst>
          </p:cNvPr>
          <p:cNvSpPr>
            <a:spLocks noGrp="1" noChangeArrowheads="1"/>
          </p:cNvSpPr>
          <p:nvPr>
            <p:ph type="sldNum" sz="quarter" idx="12"/>
          </p:nvPr>
        </p:nvSpPr>
        <p:spPr>
          <a:ln/>
        </p:spPr>
        <p:txBody>
          <a:bodyPr/>
          <a:lstStyle>
            <a:lvl1pPr>
              <a:defRPr/>
            </a:lvl1pPr>
          </a:lstStyle>
          <a:p>
            <a:pPr>
              <a:defRPr/>
            </a:pPr>
            <a:fld id="{8CA8F428-4606-3F49-BC9A-745777631AE3}" type="slidenum">
              <a:rPr lang="en-US" altLang="en-US"/>
              <a:pPr>
                <a:defRPr/>
              </a:pPr>
              <a:t>‹#›</a:t>
            </a:fld>
            <a:endParaRPr lang="en-US" altLang="en-US"/>
          </a:p>
        </p:txBody>
      </p:sp>
    </p:spTree>
    <p:extLst>
      <p:ext uri="{BB962C8B-B14F-4D97-AF65-F5344CB8AC3E}">
        <p14:creationId xmlns:p14="http://schemas.microsoft.com/office/powerpoint/2010/main" val="177571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AE7C218-87B9-9F4B-ACFE-BBA9CE7E8E8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25B083D-E289-A440-84F1-F5B8588B47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AAFA8EE-6505-CD49-8C3B-0ECA34C7CB20}"/>
              </a:ext>
            </a:extLst>
          </p:cNvPr>
          <p:cNvSpPr>
            <a:spLocks noGrp="1" noChangeArrowheads="1"/>
          </p:cNvSpPr>
          <p:nvPr>
            <p:ph type="sldNum" sz="quarter" idx="12"/>
          </p:nvPr>
        </p:nvSpPr>
        <p:spPr>
          <a:ln/>
        </p:spPr>
        <p:txBody>
          <a:bodyPr/>
          <a:lstStyle>
            <a:lvl1pPr>
              <a:defRPr/>
            </a:lvl1pPr>
          </a:lstStyle>
          <a:p>
            <a:pPr>
              <a:defRPr/>
            </a:pPr>
            <a:fld id="{774EE5A3-882D-B945-AA17-D1169D93661E}" type="slidenum">
              <a:rPr lang="en-US" altLang="en-US"/>
              <a:pPr>
                <a:defRPr/>
              </a:pPr>
              <a:t>‹#›</a:t>
            </a:fld>
            <a:endParaRPr lang="en-US" altLang="en-US"/>
          </a:p>
        </p:txBody>
      </p:sp>
    </p:spTree>
    <p:extLst>
      <p:ext uri="{BB962C8B-B14F-4D97-AF65-F5344CB8AC3E}">
        <p14:creationId xmlns:p14="http://schemas.microsoft.com/office/powerpoint/2010/main" val="955133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840F8A-FA15-A24C-8F78-041474DA735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9D422F5-24BB-A04D-9905-BF20AFD479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096A588-A476-984D-A1FA-4C5A9FA13D43}"/>
              </a:ext>
            </a:extLst>
          </p:cNvPr>
          <p:cNvSpPr>
            <a:spLocks noGrp="1" noChangeArrowheads="1"/>
          </p:cNvSpPr>
          <p:nvPr>
            <p:ph type="sldNum" sz="quarter" idx="12"/>
          </p:nvPr>
        </p:nvSpPr>
        <p:spPr>
          <a:ln/>
        </p:spPr>
        <p:txBody>
          <a:bodyPr/>
          <a:lstStyle>
            <a:lvl1pPr>
              <a:defRPr/>
            </a:lvl1pPr>
          </a:lstStyle>
          <a:p>
            <a:pPr>
              <a:defRPr/>
            </a:pPr>
            <a:fld id="{B3097047-0AF0-DF48-8830-B2E61AE8FFAD}" type="slidenum">
              <a:rPr lang="en-US" altLang="en-US"/>
              <a:pPr>
                <a:defRPr/>
              </a:pPr>
              <a:t>‹#›</a:t>
            </a:fld>
            <a:endParaRPr lang="en-US" altLang="en-US"/>
          </a:p>
        </p:txBody>
      </p:sp>
    </p:spTree>
    <p:extLst>
      <p:ext uri="{BB962C8B-B14F-4D97-AF65-F5344CB8AC3E}">
        <p14:creationId xmlns:p14="http://schemas.microsoft.com/office/powerpoint/2010/main" val="1158817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E5AC0C3-57EE-C94C-9DC7-4B104A43A7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931C6A0-DEED-0B42-BBC5-210ABDED61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6A7A5C0-EA44-4C4C-B7C5-5A8068F4DF94}"/>
              </a:ext>
            </a:extLst>
          </p:cNvPr>
          <p:cNvSpPr>
            <a:spLocks noGrp="1" noChangeArrowheads="1"/>
          </p:cNvSpPr>
          <p:nvPr>
            <p:ph type="sldNum" sz="quarter" idx="12"/>
          </p:nvPr>
        </p:nvSpPr>
        <p:spPr>
          <a:ln/>
        </p:spPr>
        <p:txBody>
          <a:bodyPr/>
          <a:lstStyle>
            <a:lvl1pPr>
              <a:defRPr/>
            </a:lvl1pPr>
          </a:lstStyle>
          <a:p>
            <a:pPr>
              <a:defRPr/>
            </a:pPr>
            <a:fld id="{AEA36104-D8E7-4347-88E3-BDFEB3384F21}" type="slidenum">
              <a:rPr lang="en-US" altLang="en-US"/>
              <a:pPr>
                <a:defRPr/>
              </a:pPr>
              <a:t>‹#›</a:t>
            </a:fld>
            <a:endParaRPr lang="en-US" altLang="en-US"/>
          </a:p>
        </p:txBody>
      </p:sp>
    </p:spTree>
    <p:extLst>
      <p:ext uri="{BB962C8B-B14F-4D97-AF65-F5344CB8AC3E}">
        <p14:creationId xmlns:p14="http://schemas.microsoft.com/office/powerpoint/2010/main" val="1115758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FF4AD767-D9BE-F74B-B9FB-5E551878D71F}"/>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85DDE08D-F7CC-8C40-8763-919189F3E2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43827FC9-D8CD-7F4A-8A43-4946C51A1083}"/>
              </a:ext>
            </a:extLst>
          </p:cNvPr>
          <p:cNvSpPr>
            <a:spLocks noGrp="1" noChangeArrowheads="1"/>
          </p:cNvSpPr>
          <p:nvPr>
            <p:ph type="sldNum" sz="quarter" idx="12"/>
          </p:nvPr>
        </p:nvSpPr>
        <p:spPr>
          <a:ln/>
        </p:spPr>
        <p:txBody>
          <a:bodyPr/>
          <a:lstStyle>
            <a:lvl1pPr>
              <a:defRPr/>
            </a:lvl1pPr>
          </a:lstStyle>
          <a:p>
            <a:pPr>
              <a:defRPr/>
            </a:pPr>
            <a:fld id="{2C79A723-B210-DE4E-9935-8EA7587D0944}" type="slidenum">
              <a:rPr lang="en-US" altLang="en-US"/>
              <a:pPr>
                <a:defRPr/>
              </a:pPr>
              <a:t>‹#›</a:t>
            </a:fld>
            <a:endParaRPr lang="en-US" altLang="en-US"/>
          </a:p>
        </p:txBody>
      </p:sp>
    </p:spTree>
    <p:extLst>
      <p:ext uri="{BB962C8B-B14F-4D97-AF65-F5344CB8AC3E}">
        <p14:creationId xmlns:p14="http://schemas.microsoft.com/office/powerpoint/2010/main" val="230979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8F47513-1D0C-9040-B14E-2EBC46BCDDA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62DDB36-7C27-3B43-996F-E463CC263C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1B342AF-81CE-414C-BD1A-1E2F945F48FF}"/>
              </a:ext>
            </a:extLst>
          </p:cNvPr>
          <p:cNvSpPr>
            <a:spLocks noGrp="1" noChangeArrowheads="1"/>
          </p:cNvSpPr>
          <p:nvPr>
            <p:ph type="sldNum" sz="quarter" idx="12"/>
          </p:nvPr>
        </p:nvSpPr>
        <p:spPr>
          <a:ln/>
        </p:spPr>
        <p:txBody>
          <a:bodyPr/>
          <a:lstStyle>
            <a:lvl1pPr>
              <a:defRPr/>
            </a:lvl1pPr>
          </a:lstStyle>
          <a:p>
            <a:pPr>
              <a:defRPr/>
            </a:pPr>
            <a:fld id="{EAAE8796-62F7-EC45-8073-D7C2AE1D68F3}" type="slidenum">
              <a:rPr lang="en-US" altLang="en-US"/>
              <a:pPr>
                <a:defRPr/>
              </a:pPr>
              <a:t>‹#›</a:t>
            </a:fld>
            <a:endParaRPr lang="en-US" altLang="en-US"/>
          </a:p>
        </p:txBody>
      </p:sp>
    </p:spTree>
    <p:extLst>
      <p:ext uri="{BB962C8B-B14F-4D97-AF65-F5344CB8AC3E}">
        <p14:creationId xmlns:p14="http://schemas.microsoft.com/office/powerpoint/2010/main" val="2542746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CCB9FDB-C5D0-9248-8A1E-ECB88395C01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4207D44-EA3F-6846-95EF-90C1B18231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282EBE0-18EC-1A46-93FE-CF18CDE176DD}"/>
              </a:ext>
            </a:extLst>
          </p:cNvPr>
          <p:cNvSpPr>
            <a:spLocks noGrp="1" noChangeArrowheads="1"/>
          </p:cNvSpPr>
          <p:nvPr>
            <p:ph type="sldNum" sz="quarter" idx="12"/>
          </p:nvPr>
        </p:nvSpPr>
        <p:spPr>
          <a:ln/>
        </p:spPr>
        <p:txBody>
          <a:bodyPr/>
          <a:lstStyle>
            <a:lvl1pPr>
              <a:defRPr/>
            </a:lvl1pPr>
          </a:lstStyle>
          <a:p>
            <a:pPr>
              <a:defRPr/>
            </a:pPr>
            <a:fld id="{42976CC4-D81F-BA4F-8627-83DFAAB46F7B}" type="slidenum">
              <a:rPr lang="en-US" altLang="en-US"/>
              <a:pPr>
                <a:defRPr/>
              </a:pPr>
              <a:t>‹#›</a:t>
            </a:fld>
            <a:endParaRPr lang="en-US" altLang="en-US"/>
          </a:p>
        </p:txBody>
      </p:sp>
    </p:spTree>
    <p:extLst>
      <p:ext uri="{BB962C8B-B14F-4D97-AF65-F5344CB8AC3E}">
        <p14:creationId xmlns:p14="http://schemas.microsoft.com/office/powerpoint/2010/main" val="3365650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F0D6B5C-B958-3A40-9B7F-9F7A2B780B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11C11B6-8DFD-764E-BDF7-934E554D13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92A04FC-5F46-5A43-941F-49EF4650267F}"/>
              </a:ext>
            </a:extLst>
          </p:cNvPr>
          <p:cNvSpPr>
            <a:spLocks noGrp="1" noChangeArrowheads="1"/>
          </p:cNvSpPr>
          <p:nvPr>
            <p:ph type="sldNum" sz="quarter" idx="12"/>
          </p:nvPr>
        </p:nvSpPr>
        <p:spPr>
          <a:ln/>
        </p:spPr>
        <p:txBody>
          <a:bodyPr/>
          <a:lstStyle>
            <a:lvl1pPr>
              <a:defRPr/>
            </a:lvl1pPr>
          </a:lstStyle>
          <a:p>
            <a:pPr>
              <a:defRPr/>
            </a:pPr>
            <a:fld id="{76EDFA7A-EFD1-9A45-8F9F-F113023E0DC4}" type="slidenum">
              <a:rPr lang="en-US" altLang="en-US"/>
              <a:pPr>
                <a:defRPr/>
              </a:pPr>
              <a:t>‹#›</a:t>
            </a:fld>
            <a:endParaRPr lang="en-US" altLang="en-US"/>
          </a:p>
        </p:txBody>
      </p:sp>
    </p:spTree>
    <p:extLst>
      <p:ext uri="{BB962C8B-B14F-4D97-AF65-F5344CB8AC3E}">
        <p14:creationId xmlns:p14="http://schemas.microsoft.com/office/powerpoint/2010/main" val="13490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3765C35-C8E1-714E-8BED-3A6195585FC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707C7A-B8FB-4740-A224-18F3CAFBA0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27ED565-D553-C545-8C8E-44D008EA50FF}"/>
              </a:ext>
            </a:extLst>
          </p:cNvPr>
          <p:cNvSpPr>
            <a:spLocks noGrp="1" noChangeArrowheads="1"/>
          </p:cNvSpPr>
          <p:nvPr>
            <p:ph type="sldNum" sz="quarter" idx="12"/>
          </p:nvPr>
        </p:nvSpPr>
        <p:spPr>
          <a:ln/>
        </p:spPr>
        <p:txBody>
          <a:bodyPr/>
          <a:lstStyle>
            <a:lvl1pPr>
              <a:defRPr/>
            </a:lvl1pPr>
          </a:lstStyle>
          <a:p>
            <a:pPr>
              <a:defRPr/>
            </a:pPr>
            <a:fld id="{53F63F00-994B-0F42-9F48-FE3A2594827D}" type="slidenum">
              <a:rPr lang="en-US" altLang="en-US"/>
              <a:pPr>
                <a:defRPr/>
              </a:pPr>
              <a:t>‹#›</a:t>
            </a:fld>
            <a:endParaRPr lang="en-US" altLang="en-US"/>
          </a:p>
        </p:txBody>
      </p:sp>
    </p:spTree>
    <p:extLst>
      <p:ext uri="{BB962C8B-B14F-4D97-AF65-F5344CB8AC3E}">
        <p14:creationId xmlns:p14="http://schemas.microsoft.com/office/powerpoint/2010/main" val="3112245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5FA6B27-5424-8B47-8E11-77AA5B68FFB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F9AC0F2-0DC9-114B-A7BD-0C686C1E484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56BEE00-36AB-1648-A4AE-38A6B02D635A}"/>
              </a:ext>
            </a:extLst>
          </p:cNvPr>
          <p:cNvSpPr>
            <a:spLocks noGrp="1" noChangeArrowheads="1"/>
          </p:cNvSpPr>
          <p:nvPr>
            <p:ph type="sldNum" sz="quarter" idx="12"/>
          </p:nvPr>
        </p:nvSpPr>
        <p:spPr>
          <a:ln/>
        </p:spPr>
        <p:txBody>
          <a:bodyPr/>
          <a:lstStyle>
            <a:lvl1pPr>
              <a:defRPr/>
            </a:lvl1pPr>
          </a:lstStyle>
          <a:p>
            <a:pPr>
              <a:defRPr/>
            </a:pPr>
            <a:fld id="{2CBB3BB8-D0F4-044B-BFFC-49E648FC5B4F}" type="slidenum">
              <a:rPr lang="en-US" altLang="en-US"/>
              <a:pPr>
                <a:defRPr/>
              </a:pPr>
              <a:t>‹#›</a:t>
            </a:fld>
            <a:endParaRPr lang="en-US" altLang="en-US"/>
          </a:p>
        </p:txBody>
      </p:sp>
    </p:spTree>
    <p:extLst>
      <p:ext uri="{BB962C8B-B14F-4D97-AF65-F5344CB8AC3E}">
        <p14:creationId xmlns:p14="http://schemas.microsoft.com/office/powerpoint/2010/main" val="3036512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7A172D7-2C6A-B540-B597-E4F13711AD5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4AD9BD5-B906-8342-923B-372A3283AA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157083B-3AAA-ED46-A3F9-B15EA7365333}"/>
              </a:ext>
            </a:extLst>
          </p:cNvPr>
          <p:cNvSpPr>
            <a:spLocks noGrp="1" noChangeArrowheads="1"/>
          </p:cNvSpPr>
          <p:nvPr>
            <p:ph type="sldNum" sz="quarter" idx="12"/>
          </p:nvPr>
        </p:nvSpPr>
        <p:spPr>
          <a:ln/>
        </p:spPr>
        <p:txBody>
          <a:bodyPr/>
          <a:lstStyle>
            <a:lvl1pPr>
              <a:defRPr/>
            </a:lvl1pPr>
          </a:lstStyle>
          <a:p>
            <a:pPr>
              <a:defRPr/>
            </a:pPr>
            <a:fld id="{001299FA-0C91-6C4F-9DA9-FCDE285C980E}" type="slidenum">
              <a:rPr lang="en-US" altLang="en-US"/>
              <a:pPr>
                <a:defRPr/>
              </a:pPr>
              <a:t>‹#›</a:t>
            </a:fld>
            <a:endParaRPr lang="en-US" altLang="en-US"/>
          </a:p>
        </p:txBody>
      </p:sp>
    </p:spTree>
    <p:extLst>
      <p:ext uri="{BB962C8B-B14F-4D97-AF65-F5344CB8AC3E}">
        <p14:creationId xmlns:p14="http://schemas.microsoft.com/office/powerpoint/2010/main" val="16268161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36ADA0A-2703-7842-BDE8-E74544C1EAE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C16C3CC-4A00-B442-9886-A46BA4F02F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090A43B-C685-3446-AAC8-89CBD9EEAF77}"/>
              </a:ext>
            </a:extLst>
          </p:cNvPr>
          <p:cNvSpPr>
            <a:spLocks noGrp="1" noChangeArrowheads="1"/>
          </p:cNvSpPr>
          <p:nvPr>
            <p:ph type="sldNum" sz="quarter" idx="12"/>
          </p:nvPr>
        </p:nvSpPr>
        <p:spPr>
          <a:ln/>
        </p:spPr>
        <p:txBody>
          <a:bodyPr/>
          <a:lstStyle>
            <a:lvl1pPr>
              <a:defRPr/>
            </a:lvl1pPr>
          </a:lstStyle>
          <a:p>
            <a:pPr>
              <a:defRPr/>
            </a:pPr>
            <a:fld id="{96C6C2BD-54F1-3A43-86A8-0F78284360DF}" type="slidenum">
              <a:rPr lang="en-US" altLang="en-US"/>
              <a:pPr>
                <a:defRPr/>
              </a:pPr>
              <a:t>‹#›</a:t>
            </a:fld>
            <a:endParaRPr lang="en-US" altLang="en-US"/>
          </a:p>
        </p:txBody>
      </p:sp>
    </p:spTree>
    <p:extLst>
      <p:ext uri="{BB962C8B-B14F-4D97-AF65-F5344CB8AC3E}">
        <p14:creationId xmlns:p14="http://schemas.microsoft.com/office/powerpoint/2010/main" val="4205419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F9230A3-D679-E342-8718-B660313102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F4C7F65-D760-6A47-AE02-933EE6FAD9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4C36EC7-1061-5745-A189-36FE963C0A2E}"/>
              </a:ext>
            </a:extLst>
          </p:cNvPr>
          <p:cNvSpPr>
            <a:spLocks noGrp="1" noChangeArrowheads="1"/>
          </p:cNvSpPr>
          <p:nvPr>
            <p:ph type="sldNum" sz="quarter" idx="12"/>
          </p:nvPr>
        </p:nvSpPr>
        <p:spPr>
          <a:ln/>
        </p:spPr>
        <p:txBody>
          <a:bodyPr/>
          <a:lstStyle>
            <a:lvl1pPr>
              <a:defRPr/>
            </a:lvl1pPr>
          </a:lstStyle>
          <a:p>
            <a:pPr>
              <a:defRPr/>
            </a:pPr>
            <a:fld id="{B12AB0C4-F189-4C48-BF06-47939DE800D1}" type="slidenum">
              <a:rPr lang="en-US" altLang="en-US"/>
              <a:pPr>
                <a:defRPr/>
              </a:pPr>
              <a:t>‹#›</a:t>
            </a:fld>
            <a:endParaRPr lang="en-US" altLang="en-US"/>
          </a:p>
        </p:txBody>
      </p:sp>
    </p:spTree>
    <p:extLst>
      <p:ext uri="{BB962C8B-B14F-4D97-AF65-F5344CB8AC3E}">
        <p14:creationId xmlns:p14="http://schemas.microsoft.com/office/powerpoint/2010/main" val="25522927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ACCAD42-D59D-AE40-ADD3-54658C79E47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99B2F09-A8F2-FB46-9A0B-C68C8C72A3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7979BC0-E9B0-0244-8501-A425CA4A375B}"/>
              </a:ext>
            </a:extLst>
          </p:cNvPr>
          <p:cNvSpPr>
            <a:spLocks noGrp="1" noChangeArrowheads="1"/>
          </p:cNvSpPr>
          <p:nvPr>
            <p:ph type="sldNum" sz="quarter" idx="12"/>
          </p:nvPr>
        </p:nvSpPr>
        <p:spPr>
          <a:ln/>
        </p:spPr>
        <p:txBody>
          <a:bodyPr/>
          <a:lstStyle>
            <a:lvl1pPr>
              <a:defRPr/>
            </a:lvl1pPr>
          </a:lstStyle>
          <a:p>
            <a:pPr>
              <a:defRPr/>
            </a:pPr>
            <a:fld id="{10F4FC6C-EE77-D746-A9D5-7F27B2AA3EE9}" type="slidenum">
              <a:rPr lang="en-US" altLang="en-US"/>
              <a:pPr>
                <a:defRPr/>
              </a:pPr>
              <a:t>‹#›</a:t>
            </a:fld>
            <a:endParaRPr lang="en-US" altLang="en-US"/>
          </a:p>
        </p:txBody>
      </p:sp>
    </p:spTree>
    <p:extLst>
      <p:ext uri="{BB962C8B-B14F-4D97-AF65-F5344CB8AC3E}">
        <p14:creationId xmlns:p14="http://schemas.microsoft.com/office/powerpoint/2010/main" val="39305843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DFAB1D-1CB0-5048-BE77-437B6EA901F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14121F-2C27-364B-A540-A4235D14E4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07B02FA-66B1-0F48-A624-F32E04B6057A}"/>
              </a:ext>
            </a:extLst>
          </p:cNvPr>
          <p:cNvSpPr>
            <a:spLocks noGrp="1" noChangeArrowheads="1"/>
          </p:cNvSpPr>
          <p:nvPr>
            <p:ph type="sldNum" sz="quarter" idx="12"/>
          </p:nvPr>
        </p:nvSpPr>
        <p:spPr>
          <a:ln/>
        </p:spPr>
        <p:txBody>
          <a:bodyPr/>
          <a:lstStyle>
            <a:lvl1pPr>
              <a:defRPr/>
            </a:lvl1pPr>
          </a:lstStyle>
          <a:p>
            <a:pPr>
              <a:defRPr/>
            </a:pPr>
            <a:fld id="{8A9541E3-229F-7749-9DA6-83CDA7ACB676}" type="slidenum">
              <a:rPr lang="en-US" altLang="en-US"/>
              <a:pPr>
                <a:defRPr/>
              </a:pPr>
              <a:t>‹#›</a:t>
            </a:fld>
            <a:endParaRPr lang="en-US" altLang="en-US"/>
          </a:p>
        </p:txBody>
      </p:sp>
    </p:spTree>
    <p:extLst>
      <p:ext uri="{BB962C8B-B14F-4D97-AF65-F5344CB8AC3E}">
        <p14:creationId xmlns:p14="http://schemas.microsoft.com/office/powerpoint/2010/main" val="3399292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6524C66-A44A-9442-B42D-E7ED37B8129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1C9A973-5519-1248-952B-E6A19877AC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665B063-91C1-2E41-B9F7-AB2C694AC44C}"/>
              </a:ext>
            </a:extLst>
          </p:cNvPr>
          <p:cNvSpPr>
            <a:spLocks noGrp="1" noChangeArrowheads="1"/>
          </p:cNvSpPr>
          <p:nvPr>
            <p:ph type="sldNum" sz="quarter" idx="12"/>
          </p:nvPr>
        </p:nvSpPr>
        <p:spPr>
          <a:ln/>
        </p:spPr>
        <p:txBody>
          <a:bodyPr/>
          <a:lstStyle>
            <a:lvl1pPr>
              <a:defRPr/>
            </a:lvl1pPr>
          </a:lstStyle>
          <a:p>
            <a:pPr>
              <a:defRPr/>
            </a:pPr>
            <a:fld id="{8ACEA003-E77C-8344-9996-71CBD00C97FA}" type="slidenum">
              <a:rPr lang="en-US" altLang="en-US"/>
              <a:pPr>
                <a:defRPr/>
              </a:pPr>
              <a:t>‹#›</a:t>
            </a:fld>
            <a:endParaRPr lang="en-US" altLang="en-US"/>
          </a:p>
        </p:txBody>
      </p:sp>
    </p:spTree>
    <p:extLst>
      <p:ext uri="{BB962C8B-B14F-4D97-AF65-F5344CB8AC3E}">
        <p14:creationId xmlns:p14="http://schemas.microsoft.com/office/powerpoint/2010/main" val="1143634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1FDF8327-9058-4741-8474-AE9834EE57CC}"/>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93404826-651E-CC4E-ACA5-FA5C89A084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5842D267-EC2E-8446-B3CB-665A3676B572}"/>
              </a:ext>
            </a:extLst>
          </p:cNvPr>
          <p:cNvSpPr>
            <a:spLocks noGrp="1" noChangeArrowheads="1"/>
          </p:cNvSpPr>
          <p:nvPr>
            <p:ph type="sldNum" sz="quarter" idx="12"/>
          </p:nvPr>
        </p:nvSpPr>
        <p:spPr>
          <a:ln/>
        </p:spPr>
        <p:txBody>
          <a:bodyPr/>
          <a:lstStyle>
            <a:lvl1pPr>
              <a:defRPr/>
            </a:lvl1pPr>
          </a:lstStyle>
          <a:p>
            <a:pPr>
              <a:defRPr/>
            </a:pPr>
            <a:fld id="{FE4F400F-FABC-FA4D-9926-2C9A5CAB14DA}" type="slidenum">
              <a:rPr lang="en-US" altLang="en-US"/>
              <a:pPr>
                <a:defRPr/>
              </a:pPr>
              <a:t>‹#›</a:t>
            </a:fld>
            <a:endParaRPr lang="en-US" altLang="en-US"/>
          </a:p>
        </p:txBody>
      </p:sp>
    </p:spTree>
    <p:extLst>
      <p:ext uri="{BB962C8B-B14F-4D97-AF65-F5344CB8AC3E}">
        <p14:creationId xmlns:p14="http://schemas.microsoft.com/office/powerpoint/2010/main" val="29321952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3C2F995F-077A-5444-8265-8488486E64E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DA35BAE-D253-754C-973F-3E43B125A5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FF642AF-C547-AB40-AAA9-9B3E7B4B4C21}"/>
              </a:ext>
            </a:extLst>
          </p:cNvPr>
          <p:cNvSpPr>
            <a:spLocks noGrp="1" noChangeArrowheads="1"/>
          </p:cNvSpPr>
          <p:nvPr>
            <p:ph type="sldNum" sz="quarter" idx="12"/>
          </p:nvPr>
        </p:nvSpPr>
        <p:spPr>
          <a:ln/>
        </p:spPr>
        <p:txBody>
          <a:bodyPr/>
          <a:lstStyle>
            <a:lvl1pPr>
              <a:defRPr/>
            </a:lvl1pPr>
          </a:lstStyle>
          <a:p>
            <a:fld id="{F456BB85-FC2B-B340-8AED-84F799F78B72}" type="slidenum">
              <a:rPr lang="en-US" altLang="en-US"/>
              <a:pPr/>
              <a:t>‹#›</a:t>
            </a:fld>
            <a:endParaRPr lang="en-US" altLang="en-US"/>
          </a:p>
        </p:txBody>
      </p:sp>
    </p:spTree>
    <p:extLst>
      <p:ext uri="{BB962C8B-B14F-4D97-AF65-F5344CB8AC3E}">
        <p14:creationId xmlns:p14="http://schemas.microsoft.com/office/powerpoint/2010/main" val="1346161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DF5114E-796A-DC43-84AE-9F1FE2995DF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A91284E-488A-9445-967B-6EF221E3352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80EA99-A1A5-9342-9127-B8B06BC557A4}"/>
              </a:ext>
            </a:extLst>
          </p:cNvPr>
          <p:cNvSpPr>
            <a:spLocks noGrp="1" noChangeArrowheads="1"/>
          </p:cNvSpPr>
          <p:nvPr>
            <p:ph type="sldNum" sz="quarter" idx="12"/>
          </p:nvPr>
        </p:nvSpPr>
        <p:spPr>
          <a:ln/>
        </p:spPr>
        <p:txBody>
          <a:bodyPr/>
          <a:lstStyle>
            <a:lvl1pPr>
              <a:defRPr/>
            </a:lvl1pPr>
          </a:lstStyle>
          <a:p>
            <a:fld id="{1F880644-0080-F742-8A1D-D858B1166508}" type="slidenum">
              <a:rPr lang="en-US" altLang="en-US"/>
              <a:pPr/>
              <a:t>‹#›</a:t>
            </a:fld>
            <a:endParaRPr lang="en-US" altLang="en-US"/>
          </a:p>
        </p:txBody>
      </p:sp>
    </p:spTree>
    <p:extLst>
      <p:ext uri="{BB962C8B-B14F-4D97-AF65-F5344CB8AC3E}">
        <p14:creationId xmlns:p14="http://schemas.microsoft.com/office/powerpoint/2010/main" val="9787955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US"/>
              <a:t>Click to edit Master text styles</a:t>
            </a:r>
          </a:p>
        </p:txBody>
      </p:sp>
      <p:sp>
        <p:nvSpPr>
          <p:cNvPr id="4" name="Rectangle 4">
            <a:extLst>
              <a:ext uri="{FF2B5EF4-FFF2-40B4-BE49-F238E27FC236}">
                <a16:creationId xmlns:a16="http://schemas.microsoft.com/office/drawing/2014/main" id="{CF38DB22-D9E5-014D-95DF-DEB28DE86CC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7EB10C5-396D-CE45-85F4-2252E1E949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6D249E5-65A2-4F41-9F6C-2479FE81B32C}"/>
              </a:ext>
            </a:extLst>
          </p:cNvPr>
          <p:cNvSpPr>
            <a:spLocks noGrp="1" noChangeArrowheads="1"/>
          </p:cNvSpPr>
          <p:nvPr>
            <p:ph type="sldNum" sz="quarter" idx="12"/>
          </p:nvPr>
        </p:nvSpPr>
        <p:spPr>
          <a:ln/>
        </p:spPr>
        <p:txBody>
          <a:bodyPr/>
          <a:lstStyle>
            <a:lvl1pPr>
              <a:defRPr/>
            </a:lvl1pPr>
          </a:lstStyle>
          <a:p>
            <a:fld id="{22D0730D-BF9B-214B-A362-AB582568ACA1}" type="slidenum">
              <a:rPr lang="en-US" altLang="en-US"/>
              <a:pPr/>
              <a:t>‹#›</a:t>
            </a:fld>
            <a:endParaRPr lang="en-US" altLang="en-US"/>
          </a:p>
        </p:txBody>
      </p:sp>
    </p:spTree>
    <p:extLst>
      <p:ext uri="{BB962C8B-B14F-4D97-AF65-F5344CB8AC3E}">
        <p14:creationId xmlns:p14="http://schemas.microsoft.com/office/powerpoint/2010/main" val="3009312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341D210-D316-9D4D-92E8-BDAD98157A6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32387AF-2F81-BD46-81BA-B6558D432F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5888C3C-9CBF-744B-A7C7-41191178D200}"/>
              </a:ext>
            </a:extLst>
          </p:cNvPr>
          <p:cNvSpPr>
            <a:spLocks noGrp="1" noChangeArrowheads="1"/>
          </p:cNvSpPr>
          <p:nvPr>
            <p:ph type="sldNum" sz="quarter" idx="12"/>
          </p:nvPr>
        </p:nvSpPr>
        <p:spPr>
          <a:ln/>
        </p:spPr>
        <p:txBody>
          <a:bodyPr/>
          <a:lstStyle>
            <a:lvl1pPr>
              <a:defRPr/>
            </a:lvl1pPr>
          </a:lstStyle>
          <a:p>
            <a:fld id="{F84355DA-9D18-E846-B3F9-21D44EA92282}" type="slidenum">
              <a:rPr lang="en-US" altLang="en-US"/>
              <a:pPr/>
              <a:t>‹#›</a:t>
            </a:fld>
            <a:endParaRPr lang="en-US" altLang="en-US"/>
          </a:p>
        </p:txBody>
      </p:sp>
    </p:spTree>
    <p:extLst>
      <p:ext uri="{BB962C8B-B14F-4D97-AF65-F5344CB8AC3E}">
        <p14:creationId xmlns:p14="http://schemas.microsoft.com/office/powerpoint/2010/main" val="38588032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3DD54A4-4C56-2646-9C74-826A4441594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60A2927-A703-3940-B57D-09FE3B14C19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2235DE2-C113-F940-BA44-8EB5D0835428}"/>
              </a:ext>
            </a:extLst>
          </p:cNvPr>
          <p:cNvSpPr>
            <a:spLocks noGrp="1" noChangeArrowheads="1"/>
          </p:cNvSpPr>
          <p:nvPr>
            <p:ph type="sldNum" sz="quarter" idx="12"/>
          </p:nvPr>
        </p:nvSpPr>
        <p:spPr>
          <a:ln/>
        </p:spPr>
        <p:txBody>
          <a:bodyPr/>
          <a:lstStyle>
            <a:lvl1pPr>
              <a:defRPr/>
            </a:lvl1pPr>
          </a:lstStyle>
          <a:p>
            <a:fld id="{9CBD7B42-A1DD-5B40-8046-394080990CF4}" type="slidenum">
              <a:rPr lang="en-US" altLang="en-US"/>
              <a:pPr/>
              <a:t>‹#›</a:t>
            </a:fld>
            <a:endParaRPr lang="en-US" altLang="en-US"/>
          </a:p>
        </p:txBody>
      </p:sp>
    </p:spTree>
    <p:extLst>
      <p:ext uri="{BB962C8B-B14F-4D97-AF65-F5344CB8AC3E}">
        <p14:creationId xmlns:p14="http://schemas.microsoft.com/office/powerpoint/2010/main" val="20940747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98E9F78-94FF-004F-977B-26ABDA4B142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007AE71-D20E-AD49-B0FB-7ECBC671CAD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1A2AF5B-EBB1-B34B-802F-EFF3699161FE}"/>
              </a:ext>
            </a:extLst>
          </p:cNvPr>
          <p:cNvSpPr>
            <a:spLocks noGrp="1" noChangeArrowheads="1"/>
          </p:cNvSpPr>
          <p:nvPr>
            <p:ph type="sldNum" sz="quarter" idx="12"/>
          </p:nvPr>
        </p:nvSpPr>
        <p:spPr>
          <a:ln/>
        </p:spPr>
        <p:txBody>
          <a:bodyPr/>
          <a:lstStyle>
            <a:lvl1pPr>
              <a:defRPr/>
            </a:lvl1pPr>
          </a:lstStyle>
          <a:p>
            <a:fld id="{B8F34F9C-99AA-754B-82DE-CCBFA3629B22}" type="slidenum">
              <a:rPr lang="en-US" altLang="en-US"/>
              <a:pPr/>
              <a:t>‹#›</a:t>
            </a:fld>
            <a:endParaRPr lang="en-US" altLang="en-US"/>
          </a:p>
        </p:txBody>
      </p:sp>
    </p:spTree>
    <p:extLst>
      <p:ext uri="{BB962C8B-B14F-4D97-AF65-F5344CB8AC3E}">
        <p14:creationId xmlns:p14="http://schemas.microsoft.com/office/powerpoint/2010/main" val="3636569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7B3C8B3-13BF-684B-A94D-328F5796744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08EB0CF-2CC7-0E48-A165-0D07C61089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893B61A-5C06-3449-9D68-B3E3972A505F}"/>
              </a:ext>
            </a:extLst>
          </p:cNvPr>
          <p:cNvSpPr>
            <a:spLocks noGrp="1" noChangeArrowheads="1"/>
          </p:cNvSpPr>
          <p:nvPr>
            <p:ph type="sldNum" sz="quarter" idx="12"/>
          </p:nvPr>
        </p:nvSpPr>
        <p:spPr>
          <a:ln/>
        </p:spPr>
        <p:txBody>
          <a:bodyPr/>
          <a:lstStyle>
            <a:lvl1pPr>
              <a:defRPr/>
            </a:lvl1pPr>
          </a:lstStyle>
          <a:p>
            <a:fld id="{6666696A-88AE-A640-9DB4-BF26A2C4C39C}" type="slidenum">
              <a:rPr lang="en-US" altLang="en-US"/>
              <a:pPr/>
              <a:t>‹#›</a:t>
            </a:fld>
            <a:endParaRPr lang="en-US" altLang="en-US"/>
          </a:p>
        </p:txBody>
      </p:sp>
    </p:spTree>
    <p:extLst>
      <p:ext uri="{BB962C8B-B14F-4D97-AF65-F5344CB8AC3E}">
        <p14:creationId xmlns:p14="http://schemas.microsoft.com/office/powerpoint/2010/main" val="41322401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Rectangle 4">
            <a:extLst>
              <a:ext uri="{FF2B5EF4-FFF2-40B4-BE49-F238E27FC236}">
                <a16:creationId xmlns:a16="http://schemas.microsoft.com/office/drawing/2014/main" id="{15FEF09E-BF00-784F-AD96-7AF8AA877A7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611457F-FC62-094F-9554-AC5342650C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7843EFE-3E4C-0740-9227-B18C810A6B24}"/>
              </a:ext>
            </a:extLst>
          </p:cNvPr>
          <p:cNvSpPr>
            <a:spLocks noGrp="1" noChangeArrowheads="1"/>
          </p:cNvSpPr>
          <p:nvPr>
            <p:ph type="sldNum" sz="quarter" idx="12"/>
          </p:nvPr>
        </p:nvSpPr>
        <p:spPr>
          <a:ln/>
        </p:spPr>
        <p:txBody>
          <a:bodyPr/>
          <a:lstStyle>
            <a:lvl1pPr>
              <a:defRPr/>
            </a:lvl1pPr>
          </a:lstStyle>
          <a:p>
            <a:fld id="{64A544E5-93CD-9E4F-9BF0-B5FA9C6FBFDA}" type="slidenum">
              <a:rPr lang="en-US" altLang="en-US"/>
              <a:pPr/>
              <a:t>‹#›</a:t>
            </a:fld>
            <a:endParaRPr lang="en-US" altLang="en-US"/>
          </a:p>
        </p:txBody>
      </p:sp>
    </p:spTree>
    <p:extLst>
      <p:ext uri="{BB962C8B-B14F-4D97-AF65-F5344CB8AC3E}">
        <p14:creationId xmlns:p14="http://schemas.microsoft.com/office/powerpoint/2010/main" val="10580224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Rectangle 4">
            <a:extLst>
              <a:ext uri="{FF2B5EF4-FFF2-40B4-BE49-F238E27FC236}">
                <a16:creationId xmlns:a16="http://schemas.microsoft.com/office/drawing/2014/main" id="{50D2E672-9673-5242-87BD-AB88508749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F875DE7-3D21-134A-80C2-6B6AC7C77CA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B5939ED-0BF1-E142-AE25-257D6D2149C3}"/>
              </a:ext>
            </a:extLst>
          </p:cNvPr>
          <p:cNvSpPr>
            <a:spLocks noGrp="1" noChangeArrowheads="1"/>
          </p:cNvSpPr>
          <p:nvPr>
            <p:ph type="sldNum" sz="quarter" idx="12"/>
          </p:nvPr>
        </p:nvSpPr>
        <p:spPr>
          <a:ln/>
        </p:spPr>
        <p:txBody>
          <a:bodyPr/>
          <a:lstStyle>
            <a:lvl1pPr>
              <a:defRPr/>
            </a:lvl1pPr>
          </a:lstStyle>
          <a:p>
            <a:fld id="{BEE7A1B5-8FB7-BF45-8346-228E0A627F69}" type="slidenum">
              <a:rPr lang="en-US" altLang="en-US"/>
              <a:pPr/>
              <a:t>‹#›</a:t>
            </a:fld>
            <a:endParaRPr lang="en-US" altLang="en-US"/>
          </a:p>
        </p:txBody>
      </p:sp>
    </p:spTree>
    <p:extLst>
      <p:ext uri="{BB962C8B-B14F-4D97-AF65-F5344CB8AC3E}">
        <p14:creationId xmlns:p14="http://schemas.microsoft.com/office/powerpoint/2010/main" val="23470422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5FB1B9B-06EA-2042-82D3-FDE38A58A7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268B3CE-C307-004C-B2CD-3988BDCABA4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FA52CBE-1D4B-7C45-98CD-1DF72313E2FD}"/>
              </a:ext>
            </a:extLst>
          </p:cNvPr>
          <p:cNvSpPr>
            <a:spLocks noGrp="1" noChangeArrowheads="1"/>
          </p:cNvSpPr>
          <p:nvPr>
            <p:ph type="sldNum" sz="quarter" idx="12"/>
          </p:nvPr>
        </p:nvSpPr>
        <p:spPr>
          <a:ln/>
        </p:spPr>
        <p:txBody>
          <a:bodyPr/>
          <a:lstStyle>
            <a:lvl1pPr>
              <a:defRPr/>
            </a:lvl1pPr>
          </a:lstStyle>
          <a:p>
            <a:fld id="{860E8D63-D2EE-004E-AD4B-4C71EDEC5495}" type="slidenum">
              <a:rPr lang="en-US" altLang="en-US"/>
              <a:pPr/>
              <a:t>‹#›</a:t>
            </a:fld>
            <a:endParaRPr lang="en-US" altLang="en-US"/>
          </a:p>
        </p:txBody>
      </p:sp>
    </p:spTree>
    <p:extLst>
      <p:ext uri="{BB962C8B-B14F-4D97-AF65-F5344CB8AC3E}">
        <p14:creationId xmlns:p14="http://schemas.microsoft.com/office/powerpoint/2010/main" val="4084641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0800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0800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3622D1D-3080-9045-B11D-36C052E6848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E404EC3-F6CB-1347-95A7-98EABBF768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59ADDCD-AE1E-284A-9EEC-1C9D84523E6B}"/>
              </a:ext>
            </a:extLst>
          </p:cNvPr>
          <p:cNvSpPr>
            <a:spLocks noGrp="1" noChangeArrowheads="1"/>
          </p:cNvSpPr>
          <p:nvPr>
            <p:ph type="sldNum" sz="quarter" idx="12"/>
          </p:nvPr>
        </p:nvSpPr>
        <p:spPr>
          <a:ln/>
        </p:spPr>
        <p:txBody>
          <a:bodyPr/>
          <a:lstStyle>
            <a:lvl1pPr>
              <a:defRPr/>
            </a:lvl1pPr>
          </a:lstStyle>
          <a:p>
            <a:fld id="{D9BEA795-5056-7C40-A62A-D7A7F84828C9}" type="slidenum">
              <a:rPr lang="en-US" altLang="en-US"/>
              <a:pPr/>
              <a:t>‹#›</a:t>
            </a:fld>
            <a:endParaRPr lang="en-US" altLang="en-US"/>
          </a:p>
        </p:txBody>
      </p:sp>
    </p:spTree>
    <p:extLst>
      <p:ext uri="{BB962C8B-B14F-4D97-AF65-F5344CB8AC3E}">
        <p14:creationId xmlns:p14="http://schemas.microsoft.com/office/powerpoint/2010/main" val="40214940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1" descr="TitleSlideOverlay.png">
            <a:extLst>
              <a:ext uri="{FF2B5EF4-FFF2-40B4-BE49-F238E27FC236}">
                <a16:creationId xmlns:a16="http://schemas.microsoft.com/office/drawing/2014/main" id="{C7010699-BB93-5A48-A46F-64704C3941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2">
            <a:extLst>
              <a:ext uri="{FF2B5EF4-FFF2-40B4-BE49-F238E27FC236}">
                <a16:creationId xmlns:a16="http://schemas.microsoft.com/office/drawing/2014/main" id="{BF14C1E5-7F67-8B4A-9664-C0790772ED0D}"/>
              </a:ext>
            </a:extLst>
          </p:cNvPr>
          <p:cNvGrpSpPr>
            <a:grpSpLocks/>
          </p:cNvGrpSpPr>
          <p:nvPr/>
        </p:nvGrpSpPr>
        <p:grpSpPr bwMode="auto">
          <a:xfrm>
            <a:off x="103188" y="1664229"/>
            <a:ext cx="9264650" cy="3058583"/>
            <a:chOff x="103644" y="1997845"/>
            <a:chExt cx="9264100" cy="3669157"/>
          </a:xfrm>
        </p:grpSpPr>
        <p:sp>
          <p:nvSpPr>
            <p:cNvPr id="6" name="Freeform 5">
              <a:extLst>
                <a:ext uri="{FF2B5EF4-FFF2-40B4-BE49-F238E27FC236}">
                  <a16:creationId xmlns:a16="http://schemas.microsoft.com/office/drawing/2014/main" id="{5B95493A-5F42-6A45-931C-81F5138EA4CD}"/>
                </a:ext>
              </a:extLst>
            </p:cNvPr>
            <p:cNvSpPr/>
            <p:nvPr/>
          </p:nvSpPr>
          <p:spPr>
            <a:xfrm rot="15669120">
              <a:off x="3703347" y="-841681"/>
              <a:ext cx="2064694" cy="9264100"/>
            </a:xfrm>
            <a:custGeom>
              <a:avLst/>
              <a:gdLst>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1503 w 2209695"/>
                <a:gd name="connsiteY10" fmla="*/ 8780893 h 9154402"/>
                <a:gd name="connsiteX11" fmla="*/ 0 w 2209695"/>
                <a:gd name="connsiteY11" fmla="*/ 1104848 h 9154402"/>
                <a:gd name="connsiteX12" fmla="*/ 323604 w 2209695"/>
                <a:gd name="connsiteY12" fmla="*/ 323603 h 9154402"/>
                <a:gd name="connsiteX13" fmla="*/ 1104850 w 2209695"/>
                <a:gd name="connsiteY13" fmla="*/ 2 h 9154402"/>
                <a:gd name="connsiteX14" fmla="*/ 1104848 w 2209695"/>
                <a:gd name="connsiteY14"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1503 w 2209695"/>
                <a:gd name="connsiteY9" fmla="*/ 8780893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1503 w 2209695"/>
                <a:gd name="connsiteY8" fmla="*/ 8780893 h 9154402"/>
                <a:gd name="connsiteX9" fmla="*/ 0 w 2209695"/>
                <a:gd name="connsiteY9" fmla="*/ 1104848 h 9154402"/>
                <a:gd name="connsiteX10" fmla="*/ 323604 w 2209695"/>
                <a:gd name="connsiteY10" fmla="*/ 323603 h 9154402"/>
                <a:gd name="connsiteX11" fmla="*/ 1104850 w 2209695"/>
                <a:gd name="connsiteY11" fmla="*/ 2 h 9154402"/>
                <a:gd name="connsiteX12" fmla="*/ 1104848 w 2209695"/>
                <a:gd name="connsiteY12" fmla="*/ 0 h 9154402"/>
                <a:gd name="connsiteX0" fmla="*/ 1144487 w 2249334"/>
                <a:gd name="connsiteY0" fmla="*/ 0 h 9154755"/>
                <a:gd name="connsiteX1" fmla="*/ 1144487 w 2249334"/>
                <a:gd name="connsiteY1" fmla="*/ 0 h 9154755"/>
                <a:gd name="connsiteX2" fmla="*/ 1925732 w 2249334"/>
                <a:gd name="connsiteY2" fmla="*/ 323604 h 9154755"/>
                <a:gd name="connsiteX3" fmla="*/ 2249333 w 2249334"/>
                <a:gd name="connsiteY3" fmla="*/ 1104850 h 9154755"/>
                <a:gd name="connsiteX4" fmla="*/ 2249334 w 2249334"/>
                <a:gd name="connsiteY4" fmla="*/ 9154402 h 9154755"/>
                <a:gd name="connsiteX5" fmla="*/ 2249334 w 2249334"/>
                <a:gd name="connsiteY5" fmla="*/ 9154402 h 9154755"/>
                <a:gd name="connsiteX6" fmla="*/ 2249334 w 2249334"/>
                <a:gd name="connsiteY6" fmla="*/ 9154402 h 9154755"/>
                <a:gd name="connsiteX7" fmla="*/ 0 w 2249334"/>
                <a:gd name="connsiteY7" fmla="*/ 9154755 h 9154755"/>
                <a:gd name="connsiteX8" fmla="*/ 41142 w 2249334"/>
                <a:gd name="connsiteY8" fmla="*/ 8780893 h 9154755"/>
                <a:gd name="connsiteX9" fmla="*/ 39639 w 2249334"/>
                <a:gd name="connsiteY9" fmla="*/ 1104848 h 9154755"/>
                <a:gd name="connsiteX10" fmla="*/ 363243 w 2249334"/>
                <a:gd name="connsiteY10" fmla="*/ 323603 h 9154755"/>
                <a:gd name="connsiteX11" fmla="*/ 1144489 w 2249334"/>
                <a:gd name="connsiteY11" fmla="*/ 2 h 9154755"/>
                <a:gd name="connsiteX12" fmla="*/ 1144487 w 2249334"/>
                <a:gd name="connsiteY12" fmla="*/ 0 h 9154755"/>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1503 w 2209695"/>
                <a:gd name="connsiteY7" fmla="*/ 8780893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37157 w 2209695"/>
                <a:gd name="connsiteY7" fmla="*/ 8792966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37157 w 2301135"/>
                <a:gd name="connsiteY0" fmla="*/ 8792966 h 9245842"/>
                <a:gd name="connsiteX1" fmla="*/ 0 w 2301135"/>
                <a:gd name="connsiteY1" fmla="*/ 1104848 h 9245842"/>
                <a:gd name="connsiteX2" fmla="*/ 323604 w 2301135"/>
                <a:gd name="connsiteY2" fmla="*/ 323603 h 9245842"/>
                <a:gd name="connsiteX3" fmla="*/ 1104850 w 2301135"/>
                <a:gd name="connsiteY3" fmla="*/ 2 h 9245842"/>
                <a:gd name="connsiteX4" fmla="*/ 1104848 w 2301135"/>
                <a:gd name="connsiteY4" fmla="*/ 0 h 9245842"/>
                <a:gd name="connsiteX5" fmla="*/ 1104848 w 2301135"/>
                <a:gd name="connsiteY5" fmla="*/ 0 h 9245842"/>
                <a:gd name="connsiteX6" fmla="*/ 1886093 w 2301135"/>
                <a:gd name="connsiteY6" fmla="*/ 323604 h 9245842"/>
                <a:gd name="connsiteX7" fmla="*/ 2209694 w 2301135"/>
                <a:gd name="connsiteY7" fmla="*/ 1104850 h 9245842"/>
                <a:gd name="connsiteX8" fmla="*/ 2209695 w 2301135"/>
                <a:gd name="connsiteY8" fmla="*/ 9154402 h 9245842"/>
                <a:gd name="connsiteX9" fmla="*/ 2209695 w 2301135"/>
                <a:gd name="connsiteY9" fmla="*/ 9154402 h 9245842"/>
                <a:gd name="connsiteX10" fmla="*/ 2301135 w 2301135"/>
                <a:gd name="connsiteY10" fmla="*/ 9245842 h 9245842"/>
                <a:gd name="connsiteX0" fmla="*/ 37157 w 2209695"/>
                <a:gd name="connsiteY0" fmla="*/ 8792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67397 w 2209695"/>
                <a:gd name="connsiteY0" fmla="*/ 8829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695" h="9154402">
                  <a:moveTo>
                    <a:pt x="67397" y="8829966"/>
                  </a:moveTo>
                  <a:lnTo>
                    <a:pt x="0" y="1104848"/>
                  </a:lnTo>
                  <a:cubicBezTo>
                    <a:pt x="0" y="811824"/>
                    <a:pt x="116404" y="530802"/>
                    <a:pt x="323604" y="323603"/>
                  </a:cubicBezTo>
                  <a:cubicBezTo>
                    <a:pt x="530804" y="116404"/>
                    <a:pt x="811826" y="1"/>
                    <a:pt x="1104850" y="2"/>
                  </a:cubicBezTo>
                  <a:lnTo>
                    <a:pt x="1104848" y="0"/>
                  </a:lnTo>
                  <a:lnTo>
                    <a:pt x="1104848" y="0"/>
                  </a:lnTo>
                  <a:cubicBezTo>
                    <a:pt x="1397872" y="0"/>
                    <a:pt x="1678894" y="116404"/>
                    <a:pt x="1886093" y="323604"/>
                  </a:cubicBezTo>
                  <a:cubicBezTo>
                    <a:pt x="2093292" y="530804"/>
                    <a:pt x="2209695" y="811826"/>
                    <a:pt x="2209694" y="1104850"/>
                  </a:cubicBezTo>
                  <a:cubicBezTo>
                    <a:pt x="2209694" y="3788034"/>
                    <a:pt x="2209695" y="6471218"/>
                    <a:pt x="2209695" y="9154402"/>
                  </a:cubicBezTo>
                  <a:lnTo>
                    <a:pt x="2209695" y="9154402"/>
                  </a:lnTo>
                </a:path>
              </a:pathLst>
            </a:custGeom>
            <a:solidFill>
              <a:srgbClr val="073779">
                <a:alpha val="80000"/>
              </a:srgbClr>
            </a:solidFill>
            <a:ln w="25400">
              <a:solidFill>
                <a:schemeClr val="accent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7" name="Freeform 6">
              <a:extLst>
                <a:ext uri="{FF2B5EF4-FFF2-40B4-BE49-F238E27FC236}">
                  <a16:creationId xmlns:a16="http://schemas.microsoft.com/office/drawing/2014/main" id="{3BE5CAE7-9602-A540-BB5F-9BCD55B79B06}"/>
                </a:ext>
              </a:extLst>
            </p:cNvPr>
            <p:cNvSpPr/>
            <p:nvPr/>
          </p:nvSpPr>
          <p:spPr>
            <a:xfrm rot="15660000">
              <a:off x="5179505" y="1578770"/>
              <a:ext cx="1041076" cy="7135388"/>
            </a:xfrm>
            <a:custGeom>
              <a:avLst/>
              <a:gdLst>
                <a:gd name="connsiteX0" fmla="*/ 498324 w 996648"/>
                <a:gd name="connsiteY0" fmla="*/ 0 h 6971904"/>
                <a:gd name="connsiteX1" fmla="*/ 498324 w 996648"/>
                <a:gd name="connsiteY1" fmla="*/ 0 h 6971904"/>
                <a:gd name="connsiteX2" fmla="*/ 850692 w 996648"/>
                <a:gd name="connsiteY2" fmla="*/ 145956 h 6971904"/>
                <a:gd name="connsiteX3" fmla="*/ 996647 w 996648"/>
                <a:gd name="connsiteY3" fmla="*/ 498325 h 6971904"/>
                <a:gd name="connsiteX4" fmla="*/ 996648 w 996648"/>
                <a:gd name="connsiteY4" fmla="*/ 6971904 h 6971904"/>
                <a:gd name="connsiteX5" fmla="*/ 996648 w 996648"/>
                <a:gd name="connsiteY5" fmla="*/ 6971904 h 6971904"/>
                <a:gd name="connsiteX6" fmla="*/ 996648 w 996648"/>
                <a:gd name="connsiteY6" fmla="*/ 6971904 h 6971904"/>
                <a:gd name="connsiteX7" fmla="*/ 0 w 996648"/>
                <a:gd name="connsiteY7" fmla="*/ 6971904 h 6971904"/>
                <a:gd name="connsiteX8" fmla="*/ 0 w 996648"/>
                <a:gd name="connsiteY8" fmla="*/ 6971904 h 6971904"/>
                <a:gd name="connsiteX9" fmla="*/ 0 w 996648"/>
                <a:gd name="connsiteY9" fmla="*/ 6971904 h 6971904"/>
                <a:gd name="connsiteX10" fmla="*/ 0 w 996648"/>
                <a:gd name="connsiteY10" fmla="*/ 498324 h 6971904"/>
                <a:gd name="connsiteX11" fmla="*/ 145956 w 996648"/>
                <a:gd name="connsiteY11" fmla="*/ 145956 h 6971904"/>
                <a:gd name="connsiteX12" fmla="*/ 498325 w 996648"/>
                <a:gd name="connsiteY12" fmla="*/ 1 h 6971904"/>
                <a:gd name="connsiteX13" fmla="*/ 498324 w 996648"/>
                <a:gd name="connsiteY13" fmla="*/ 0 h 6971904"/>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996648 w 1051569"/>
                <a:gd name="connsiteY5" fmla="*/ 6971904 h 7134903"/>
                <a:gd name="connsiteX6" fmla="*/ 1051569 w 1051569"/>
                <a:gd name="connsiteY6" fmla="*/ 7134903 h 7134903"/>
                <a:gd name="connsiteX7" fmla="*/ 0 w 1051569"/>
                <a:gd name="connsiteY7" fmla="*/ 6971904 h 7134903"/>
                <a:gd name="connsiteX8" fmla="*/ 0 w 1051569"/>
                <a:gd name="connsiteY8" fmla="*/ 6971904 h 7134903"/>
                <a:gd name="connsiteX9" fmla="*/ 0 w 1051569"/>
                <a:gd name="connsiteY9" fmla="*/ 6971904 h 7134903"/>
                <a:gd name="connsiteX10" fmla="*/ 0 w 1051569"/>
                <a:gd name="connsiteY10" fmla="*/ 498324 h 7134903"/>
                <a:gd name="connsiteX11" fmla="*/ 145956 w 1051569"/>
                <a:gd name="connsiteY11" fmla="*/ 145956 h 7134903"/>
                <a:gd name="connsiteX12" fmla="*/ 498325 w 1051569"/>
                <a:gd name="connsiteY12" fmla="*/ 1 h 7134903"/>
                <a:gd name="connsiteX13" fmla="*/ 498324 w 1051569"/>
                <a:gd name="connsiteY13"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1051569 w 1051569"/>
                <a:gd name="connsiteY5" fmla="*/ 7134903 h 7134903"/>
                <a:gd name="connsiteX6" fmla="*/ 0 w 1051569"/>
                <a:gd name="connsiteY6" fmla="*/ 6971904 h 7134903"/>
                <a:gd name="connsiteX7" fmla="*/ 0 w 1051569"/>
                <a:gd name="connsiteY7" fmla="*/ 6971904 h 7134903"/>
                <a:gd name="connsiteX8" fmla="*/ 0 w 1051569"/>
                <a:gd name="connsiteY8" fmla="*/ 6971904 h 7134903"/>
                <a:gd name="connsiteX9" fmla="*/ 0 w 1051569"/>
                <a:gd name="connsiteY9" fmla="*/ 498324 h 7134903"/>
                <a:gd name="connsiteX10" fmla="*/ 145956 w 1051569"/>
                <a:gd name="connsiteY10" fmla="*/ 145956 h 7134903"/>
                <a:gd name="connsiteX11" fmla="*/ 498325 w 1051569"/>
                <a:gd name="connsiteY11" fmla="*/ 1 h 7134903"/>
                <a:gd name="connsiteX12" fmla="*/ 498324 w 1051569"/>
                <a:gd name="connsiteY12" fmla="*/ 0 h 7134903"/>
                <a:gd name="connsiteX0" fmla="*/ 498324 w 1217677"/>
                <a:gd name="connsiteY0" fmla="*/ 0 h 7134903"/>
                <a:gd name="connsiteX1" fmla="*/ 498324 w 1217677"/>
                <a:gd name="connsiteY1" fmla="*/ 0 h 7134903"/>
                <a:gd name="connsiteX2" fmla="*/ 850692 w 1217677"/>
                <a:gd name="connsiteY2" fmla="*/ 145956 h 7134903"/>
                <a:gd name="connsiteX3" fmla="*/ 996647 w 1217677"/>
                <a:gd name="connsiteY3" fmla="*/ 498325 h 7134903"/>
                <a:gd name="connsiteX4" fmla="*/ 1051569 w 1217677"/>
                <a:gd name="connsiteY4" fmla="*/ 7134903 h 7134903"/>
                <a:gd name="connsiteX5" fmla="*/ 0 w 1217677"/>
                <a:gd name="connsiteY5" fmla="*/ 6971904 h 7134903"/>
                <a:gd name="connsiteX6" fmla="*/ 0 w 1217677"/>
                <a:gd name="connsiteY6" fmla="*/ 6971904 h 7134903"/>
                <a:gd name="connsiteX7" fmla="*/ 0 w 1217677"/>
                <a:gd name="connsiteY7" fmla="*/ 6971904 h 7134903"/>
                <a:gd name="connsiteX8" fmla="*/ 0 w 1217677"/>
                <a:gd name="connsiteY8" fmla="*/ 498324 h 7134903"/>
                <a:gd name="connsiteX9" fmla="*/ 145956 w 1217677"/>
                <a:gd name="connsiteY9" fmla="*/ 145956 h 7134903"/>
                <a:gd name="connsiteX10" fmla="*/ 498325 w 1217677"/>
                <a:gd name="connsiteY10" fmla="*/ 1 h 7134903"/>
                <a:gd name="connsiteX11" fmla="*/ 498324 w 1217677"/>
                <a:gd name="connsiteY11"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1051569 w 1051569"/>
                <a:gd name="connsiteY4" fmla="*/ 7134903 h 7134903"/>
                <a:gd name="connsiteX5" fmla="*/ 0 w 1051569"/>
                <a:gd name="connsiteY5" fmla="*/ 6971904 h 7134903"/>
                <a:gd name="connsiteX6" fmla="*/ 0 w 1051569"/>
                <a:gd name="connsiteY6" fmla="*/ 6971904 h 7134903"/>
                <a:gd name="connsiteX7" fmla="*/ 0 w 1051569"/>
                <a:gd name="connsiteY7" fmla="*/ 6971904 h 7134903"/>
                <a:gd name="connsiteX8" fmla="*/ 0 w 1051569"/>
                <a:gd name="connsiteY8" fmla="*/ 498324 h 7134903"/>
                <a:gd name="connsiteX9" fmla="*/ 145956 w 1051569"/>
                <a:gd name="connsiteY9" fmla="*/ 145956 h 7134903"/>
                <a:gd name="connsiteX10" fmla="*/ 498325 w 1051569"/>
                <a:gd name="connsiteY10" fmla="*/ 1 h 7134903"/>
                <a:gd name="connsiteX11" fmla="*/ 498324 w 1051569"/>
                <a:gd name="connsiteY11" fmla="*/ 0 h 7134903"/>
                <a:gd name="connsiteX0" fmla="*/ 0 w 1143009"/>
                <a:gd name="connsiteY0" fmla="*/ 6971904 h 7226343"/>
                <a:gd name="connsiteX1" fmla="*/ 0 w 1143009"/>
                <a:gd name="connsiteY1" fmla="*/ 6971904 h 7226343"/>
                <a:gd name="connsiteX2" fmla="*/ 0 w 1143009"/>
                <a:gd name="connsiteY2" fmla="*/ 6971904 h 7226343"/>
                <a:gd name="connsiteX3" fmla="*/ 0 w 1143009"/>
                <a:gd name="connsiteY3" fmla="*/ 498324 h 7226343"/>
                <a:gd name="connsiteX4" fmla="*/ 145956 w 1143009"/>
                <a:gd name="connsiteY4" fmla="*/ 145956 h 7226343"/>
                <a:gd name="connsiteX5" fmla="*/ 498325 w 1143009"/>
                <a:gd name="connsiteY5" fmla="*/ 1 h 7226343"/>
                <a:gd name="connsiteX6" fmla="*/ 498324 w 1143009"/>
                <a:gd name="connsiteY6" fmla="*/ 0 h 7226343"/>
                <a:gd name="connsiteX7" fmla="*/ 498324 w 1143009"/>
                <a:gd name="connsiteY7" fmla="*/ 0 h 7226343"/>
                <a:gd name="connsiteX8" fmla="*/ 850692 w 1143009"/>
                <a:gd name="connsiteY8" fmla="*/ 145956 h 7226343"/>
                <a:gd name="connsiteX9" fmla="*/ 996647 w 1143009"/>
                <a:gd name="connsiteY9" fmla="*/ 498325 h 7226343"/>
                <a:gd name="connsiteX10" fmla="*/ 1143009 w 1143009"/>
                <a:gd name="connsiteY10" fmla="*/ 7226343 h 7226343"/>
                <a:gd name="connsiteX0" fmla="*/ 0 w 1095577"/>
                <a:gd name="connsiteY0" fmla="*/ 6971904 h 7197301"/>
                <a:gd name="connsiteX1" fmla="*/ 0 w 1095577"/>
                <a:gd name="connsiteY1" fmla="*/ 6971904 h 7197301"/>
                <a:gd name="connsiteX2" fmla="*/ 0 w 1095577"/>
                <a:gd name="connsiteY2" fmla="*/ 6971904 h 7197301"/>
                <a:gd name="connsiteX3" fmla="*/ 0 w 1095577"/>
                <a:gd name="connsiteY3" fmla="*/ 498324 h 7197301"/>
                <a:gd name="connsiteX4" fmla="*/ 145956 w 1095577"/>
                <a:gd name="connsiteY4" fmla="*/ 145956 h 7197301"/>
                <a:gd name="connsiteX5" fmla="*/ 498325 w 1095577"/>
                <a:gd name="connsiteY5" fmla="*/ 1 h 7197301"/>
                <a:gd name="connsiteX6" fmla="*/ 498324 w 1095577"/>
                <a:gd name="connsiteY6" fmla="*/ 0 h 7197301"/>
                <a:gd name="connsiteX7" fmla="*/ 498324 w 1095577"/>
                <a:gd name="connsiteY7" fmla="*/ 0 h 7197301"/>
                <a:gd name="connsiteX8" fmla="*/ 850692 w 1095577"/>
                <a:gd name="connsiteY8" fmla="*/ 145956 h 7197301"/>
                <a:gd name="connsiteX9" fmla="*/ 996647 w 1095577"/>
                <a:gd name="connsiteY9" fmla="*/ 498325 h 7197301"/>
                <a:gd name="connsiteX10" fmla="*/ 1095577 w 1095577"/>
                <a:gd name="connsiteY10" fmla="*/ 7197301 h 7197301"/>
                <a:gd name="connsiteX0" fmla="*/ 0 w 1045874"/>
                <a:gd name="connsiteY0" fmla="*/ 6971904 h 7103308"/>
                <a:gd name="connsiteX1" fmla="*/ 0 w 1045874"/>
                <a:gd name="connsiteY1" fmla="*/ 6971904 h 7103308"/>
                <a:gd name="connsiteX2" fmla="*/ 0 w 1045874"/>
                <a:gd name="connsiteY2" fmla="*/ 6971904 h 7103308"/>
                <a:gd name="connsiteX3" fmla="*/ 0 w 1045874"/>
                <a:gd name="connsiteY3" fmla="*/ 498324 h 7103308"/>
                <a:gd name="connsiteX4" fmla="*/ 145956 w 1045874"/>
                <a:gd name="connsiteY4" fmla="*/ 145956 h 7103308"/>
                <a:gd name="connsiteX5" fmla="*/ 498325 w 1045874"/>
                <a:gd name="connsiteY5" fmla="*/ 1 h 7103308"/>
                <a:gd name="connsiteX6" fmla="*/ 498324 w 1045874"/>
                <a:gd name="connsiteY6" fmla="*/ 0 h 7103308"/>
                <a:gd name="connsiteX7" fmla="*/ 498324 w 1045874"/>
                <a:gd name="connsiteY7" fmla="*/ 0 h 7103308"/>
                <a:gd name="connsiteX8" fmla="*/ 850692 w 1045874"/>
                <a:gd name="connsiteY8" fmla="*/ 145956 h 7103308"/>
                <a:gd name="connsiteX9" fmla="*/ 996647 w 1045874"/>
                <a:gd name="connsiteY9" fmla="*/ 498325 h 7103308"/>
                <a:gd name="connsiteX10" fmla="*/ 1045874 w 1045874"/>
                <a:gd name="connsiteY10" fmla="*/ 7103308 h 7103308"/>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0884" h="7134813">
                  <a:moveTo>
                    <a:pt x="0" y="6971904"/>
                  </a:moveTo>
                  <a:lnTo>
                    <a:pt x="0" y="6971904"/>
                  </a:lnTo>
                  <a:lnTo>
                    <a:pt x="0" y="6971904"/>
                  </a:lnTo>
                  <a:lnTo>
                    <a:pt x="0" y="498324"/>
                  </a:lnTo>
                  <a:cubicBezTo>
                    <a:pt x="0" y="366160"/>
                    <a:pt x="52502" y="239410"/>
                    <a:pt x="145956" y="145956"/>
                  </a:cubicBezTo>
                  <a:cubicBezTo>
                    <a:pt x="239410" y="52502"/>
                    <a:pt x="366161" y="1"/>
                    <a:pt x="498325" y="1"/>
                  </a:cubicBezTo>
                  <a:lnTo>
                    <a:pt x="498324" y="0"/>
                  </a:lnTo>
                  <a:lnTo>
                    <a:pt x="498324" y="0"/>
                  </a:lnTo>
                  <a:cubicBezTo>
                    <a:pt x="630488" y="0"/>
                    <a:pt x="757238" y="52502"/>
                    <a:pt x="850692" y="145956"/>
                  </a:cubicBezTo>
                  <a:cubicBezTo>
                    <a:pt x="944146" y="239410"/>
                    <a:pt x="996647" y="366161"/>
                    <a:pt x="996647" y="498325"/>
                  </a:cubicBezTo>
                  <a:cubicBezTo>
                    <a:pt x="1030126" y="1663149"/>
                    <a:pt x="1037566" y="5867764"/>
                    <a:pt x="1040884" y="7134813"/>
                  </a:cubicBezTo>
                </a:path>
              </a:pathLst>
            </a:custGeom>
            <a:solidFill>
              <a:schemeClr val="tx2">
                <a:alpha val="60000"/>
              </a:schemeClr>
            </a:solidFill>
            <a:ln>
              <a:solidFill>
                <a:schemeClr val="bg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8" name="Freeform 7">
              <a:extLst>
                <a:ext uri="{FF2B5EF4-FFF2-40B4-BE49-F238E27FC236}">
                  <a16:creationId xmlns:a16="http://schemas.microsoft.com/office/drawing/2014/main" id="{8980668D-8DBC-2B44-8557-EA1841630D20}"/>
                </a:ext>
              </a:extLst>
            </p:cNvPr>
            <p:cNvSpPr/>
            <p:nvPr/>
          </p:nvSpPr>
          <p:spPr>
            <a:xfrm rot="15660000">
              <a:off x="6127967" y="-69104"/>
              <a:ext cx="931572" cy="5297173"/>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 name="connsiteX0" fmla="*/ 0 w 962833"/>
                <a:gd name="connsiteY0" fmla="*/ 6172200 h 6320186"/>
                <a:gd name="connsiteX1" fmla="*/ 0 w 962833"/>
                <a:gd name="connsiteY1" fmla="*/ 6172200 h 6320186"/>
                <a:gd name="connsiteX2" fmla="*/ 5534 w 962833"/>
                <a:gd name="connsiteY2" fmla="*/ 6164375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5534" y="6164375"/>
                  </a:lnTo>
                  <a:cubicBezTo>
                    <a:pt x="3689" y="4261983"/>
                    <a:pt x="1845" y="2359592"/>
                    <a:pt x="0" y="457200"/>
                  </a:cubicBez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chemeClr val="tx2">
                <a:alpha val="5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9" name="Freeform 8">
              <a:extLst>
                <a:ext uri="{FF2B5EF4-FFF2-40B4-BE49-F238E27FC236}">
                  <a16:creationId xmlns:a16="http://schemas.microsoft.com/office/drawing/2014/main" id="{A0757F87-C64E-2144-8CBF-498506728154}"/>
                </a:ext>
              </a:extLst>
            </p:cNvPr>
            <p:cNvSpPr/>
            <p:nvPr/>
          </p:nvSpPr>
          <p:spPr>
            <a:xfrm rot="15660000">
              <a:off x="5623969" y="-611195"/>
              <a:ext cx="963313" cy="6321050"/>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rgbClr val="073779">
                <a:alpha val="50000"/>
              </a:srgbClr>
            </a:solidFill>
            <a:ln w="2540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0" name="Freeform 9">
              <a:extLst>
                <a:ext uri="{FF2B5EF4-FFF2-40B4-BE49-F238E27FC236}">
                  <a16:creationId xmlns:a16="http://schemas.microsoft.com/office/drawing/2014/main" id="{C0BA03A8-10CD-724B-828A-E9D2D400CFF8}"/>
                </a:ext>
              </a:extLst>
            </p:cNvPr>
            <p:cNvSpPr/>
            <p:nvPr/>
          </p:nvSpPr>
          <p:spPr>
            <a:xfrm rot="15660000">
              <a:off x="6394602" y="-278564"/>
              <a:ext cx="552278" cy="5105097"/>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099" h="5109912">
                  <a:moveTo>
                    <a:pt x="0" y="5016061"/>
                  </a:moveTo>
                  <a:lnTo>
                    <a:pt x="0" y="5016061"/>
                  </a:lnTo>
                  <a:lnTo>
                    <a:pt x="0" y="251460"/>
                  </a:ln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36054" y="5039297"/>
                    <a:pt x="552099" y="5109912"/>
                  </a:cubicBezTo>
                </a:path>
              </a:pathLst>
            </a:custGeom>
            <a:solidFill>
              <a:schemeClr val="accent1">
                <a:alpha val="30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1" name="Freeform 10">
              <a:extLst>
                <a:ext uri="{FF2B5EF4-FFF2-40B4-BE49-F238E27FC236}">
                  <a16:creationId xmlns:a16="http://schemas.microsoft.com/office/drawing/2014/main" id="{87B1F824-60C4-374F-8A6B-C607E791D979}"/>
                </a:ext>
              </a:extLst>
            </p:cNvPr>
            <p:cNvSpPr/>
            <p:nvPr/>
          </p:nvSpPr>
          <p:spPr>
            <a:xfrm rot="15660000">
              <a:off x="7468480" y="1179374"/>
              <a:ext cx="536408" cy="2935113"/>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328 w 552099"/>
                <a:gd name="connsiteY1" fmla="*/ 2862849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328 w 552099"/>
                <a:gd name="connsiteY0" fmla="*/ 2862849 h 5109912"/>
                <a:gd name="connsiteX1" fmla="*/ 0 w 552099"/>
                <a:gd name="connsiteY1" fmla="*/ 251460 h 5109912"/>
                <a:gd name="connsiteX2" fmla="*/ 73651 w 552099"/>
                <a:gd name="connsiteY2" fmla="*/ 73651 h 5109912"/>
                <a:gd name="connsiteX3" fmla="*/ 251460 w 552099"/>
                <a:gd name="connsiteY3" fmla="*/ 0 h 5109912"/>
                <a:gd name="connsiteX4" fmla="*/ 251460 w 552099"/>
                <a:gd name="connsiteY4" fmla="*/ 0 h 5109912"/>
                <a:gd name="connsiteX5" fmla="*/ 429269 w 552099"/>
                <a:gd name="connsiteY5" fmla="*/ 73651 h 5109912"/>
                <a:gd name="connsiteX6" fmla="*/ 502920 w 552099"/>
                <a:gd name="connsiteY6" fmla="*/ 251460 h 5109912"/>
                <a:gd name="connsiteX7" fmla="*/ 552099 w 552099"/>
                <a:gd name="connsiteY7" fmla="*/ 5109912 h 5109912"/>
                <a:gd name="connsiteX0" fmla="*/ 328 w 543353"/>
                <a:gd name="connsiteY0" fmla="*/ 2862849 h 2928006"/>
                <a:gd name="connsiteX1" fmla="*/ 0 w 543353"/>
                <a:gd name="connsiteY1" fmla="*/ 251460 h 2928006"/>
                <a:gd name="connsiteX2" fmla="*/ 73651 w 543353"/>
                <a:gd name="connsiteY2" fmla="*/ 73651 h 2928006"/>
                <a:gd name="connsiteX3" fmla="*/ 251460 w 543353"/>
                <a:gd name="connsiteY3" fmla="*/ 0 h 2928006"/>
                <a:gd name="connsiteX4" fmla="*/ 251460 w 543353"/>
                <a:gd name="connsiteY4" fmla="*/ 0 h 2928006"/>
                <a:gd name="connsiteX5" fmla="*/ 429269 w 543353"/>
                <a:gd name="connsiteY5" fmla="*/ 73651 h 2928006"/>
                <a:gd name="connsiteX6" fmla="*/ 502920 w 543353"/>
                <a:gd name="connsiteY6" fmla="*/ 251460 h 2928006"/>
                <a:gd name="connsiteX7" fmla="*/ 543353 w 543353"/>
                <a:gd name="connsiteY7" fmla="*/ 2928006 h 2928006"/>
                <a:gd name="connsiteX0" fmla="*/ 328 w 537043"/>
                <a:gd name="connsiteY0" fmla="*/ 2862849 h 2967890"/>
                <a:gd name="connsiteX1" fmla="*/ 0 w 537043"/>
                <a:gd name="connsiteY1" fmla="*/ 251460 h 2967890"/>
                <a:gd name="connsiteX2" fmla="*/ 73651 w 537043"/>
                <a:gd name="connsiteY2" fmla="*/ 73651 h 2967890"/>
                <a:gd name="connsiteX3" fmla="*/ 251460 w 537043"/>
                <a:gd name="connsiteY3" fmla="*/ 0 h 2967890"/>
                <a:gd name="connsiteX4" fmla="*/ 251460 w 537043"/>
                <a:gd name="connsiteY4" fmla="*/ 0 h 2967890"/>
                <a:gd name="connsiteX5" fmla="*/ 429269 w 537043"/>
                <a:gd name="connsiteY5" fmla="*/ 73651 h 2967890"/>
                <a:gd name="connsiteX6" fmla="*/ 502920 w 537043"/>
                <a:gd name="connsiteY6" fmla="*/ 251460 h 2967890"/>
                <a:gd name="connsiteX7" fmla="*/ 537043 w 537043"/>
                <a:gd name="connsiteY7" fmla="*/ 2967890 h 2967890"/>
                <a:gd name="connsiteX0" fmla="*/ 328 w 528237"/>
                <a:gd name="connsiteY0" fmla="*/ 2862849 h 2951509"/>
                <a:gd name="connsiteX1" fmla="*/ 0 w 528237"/>
                <a:gd name="connsiteY1" fmla="*/ 251460 h 2951509"/>
                <a:gd name="connsiteX2" fmla="*/ 73651 w 528237"/>
                <a:gd name="connsiteY2" fmla="*/ 73651 h 2951509"/>
                <a:gd name="connsiteX3" fmla="*/ 251460 w 528237"/>
                <a:gd name="connsiteY3" fmla="*/ 0 h 2951509"/>
                <a:gd name="connsiteX4" fmla="*/ 251460 w 528237"/>
                <a:gd name="connsiteY4" fmla="*/ 0 h 2951509"/>
                <a:gd name="connsiteX5" fmla="*/ 429269 w 528237"/>
                <a:gd name="connsiteY5" fmla="*/ 73651 h 2951509"/>
                <a:gd name="connsiteX6" fmla="*/ 502920 w 528237"/>
                <a:gd name="connsiteY6" fmla="*/ 251460 h 2951509"/>
                <a:gd name="connsiteX7" fmla="*/ 524305 w 528237"/>
                <a:gd name="connsiteY7" fmla="*/ 2951509 h 2951509"/>
                <a:gd name="connsiteX0" fmla="*/ 328 w 528237"/>
                <a:gd name="connsiteY0" fmla="*/ 2862849 h 2929811"/>
                <a:gd name="connsiteX1" fmla="*/ 0 w 528237"/>
                <a:gd name="connsiteY1" fmla="*/ 251460 h 2929811"/>
                <a:gd name="connsiteX2" fmla="*/ 73651 w 528237"/>
                <a:gd name="connsiteY2" fmla="*/ 73651 h 2929811"/>
                <a:gd name="connsiteX3" fmla="*/ 251460 w 528237"/>
                <a:gd name="connsiteY3" fmla="*/ 0 h 2929811"/>
                <a:gd name="connsiteX4" fmla="*/ 251460 w 528237"/>
                <a:gd name="connsiteY4" fmla="*/ 0 h 2929811"/>
                <a:gd name="connsiteX5" fmla="*/ 429269 w 528237"/>
                <a:gd name="connsiteY5" fmla="*/ 73651 h 2929811"/>
                <a:gd name="connsiteX6" fmla="*/ 502920 w 528237"/>
                <a:gd name="connsiteY6" fmla="*/ 251460 h 2929811"/>
                <a:gd name="connsiteX7" fmla="*/ 527738 w 528237"/>
                <a:gd name="connsiteY7" fmla="*/ 2929811 h 2929811"/>
                <a:gd name="connsiteX0" fmla="*/ 4542 w 528237"/>
                <a:gd name="connsiteY0" fmla="*/ 2863516 h 2929811"/>
                <a:gd name="connsiteX1" fmla="*/ 0 w 528237"/>
                <a:gd name="connsiteY1" fmla="*/ 251460 h 2929811"/>
                <a:gd name="connsiteX2" fmla="*/ 73651 w 528237"/>
                <a:gd name="connsiteY2" fmla="*/ 73651 h 2929811"/>
                <a:gd name="connsiteX3" fmla="*/ 251460 w 528237"/>
                <a:gd name="connsiteY3" fmla="*/ 0 h 2929811"/>
                <a:gd name="connsiteX4" fmla="*/ 251460 w 528237"/>
                <a:gd name="connsiteY4" fmla="*/ 0 h 2929811"/>
                <a:gd name="connsiteX5" fmla="*/ 429269 w 528237"/>
                <a:gd name="connsiteY5" fmla="*/ 73651 h 2929811"/>
                <a:gd name="connsiteX6" fmla="*/ 502920 w 528237"/>
                <a:gd name="connsiteY6" fmla="*/ 251460 h 2929811"/>
                <a:gd name="connsiteX7" fmla="*/ 527738 w 528237"/>
                <a:gd name="connsiteY7" fmla="*/ 2929811 h 2929811"/>
                <a:gd name="connsiteX0" fmla="*/ 4542 w 538755"/>
                <a:gd name="connsiteY0" fmla="*/ 2863516 h 2953801"/>
                <a:gd name="connsiteX1" fmla="*/ 0 w 538755"/>
                <a:gd name="connsiteY1" fmla="*/ 251460 h 2953801"/>
                <a:gd name="connsiteX2" fmla="*/ 73651 w 538755"/>
                <a:gd name="connsiteY2" fmla="*/ 73651 h 2953801"/>
                <a:gd name="connsiteX3" fmla="*/ 251460 w 538755"/>
                <a:gd name="connsiteY3" fmla="*/ 0 h 2953801"/>
                <a:gd name="connsiteX4" fmla="*/ 251460 w 538755"/>
                <a:gd name="connsiteY4" fmla="*/ 0 h 2953801"/>
                <a:gd name="connsiteX5" fmla="*/ 429269 w 538755"/>
                <a:gd name="connsiteY5" fmla="*/ 73651 h 2953801"/>
                <a:gd name="connsiteX6" fmla="*/ 502920 w 538755"/>
                <a:gd name="connsiteY6" fmla="*/ 251460 h 2953801"/>
                <a:gd name="connsiteX7" fmla="*/ 538755 w 538755"/>
                <a:gd name="connsiteY7" fmla="*/ 2953801 h 2953801"/>
                <a:gd name="connsiteX0" fmla="*/ 4542 w 536285"/>
                <a:gd name="connsiteY0" fmla="*/ 2863516 h 2938929"/>
                <a:gd name="connsiteX1" fmla="*/ 0 w 536285"/>
                <a:gd name="connsiteY1" fmla="*/ 251460 h 2938929"/>
                <a:gd name="connsiteX2" fmla="*/ 73651 w 536285"/>
                <a:gd name="connsiteY2" fmla="*/ 73651 h 2938929"/>
                <a:gd name="connsiteX3" fmla="*/ 251460 w 536285"/>
                <a:gd name="connsiteY3" fmla="*/ 0 h 2938929"/>
                <a:gd name="connsiteX4" fmla="*/ 251460 w 536285"/>
                <a:gd name="connsiteY4" fmla="*/ 0 h 2938929"/>
                <a:gd name="connsiteX5" fmla="*/ 429269 w 536285"/>
                <a:gd name="connsiteY5" fmla="*/ 73651 h 2938929"/>
                <a:gd name="connsiteX6" fmla="*/ 502920 w 536285"/>
                <a:gd name="connsiteY6" fmla="*/ 251460 h 2938929"/>
                <a:gd name="connsiteX7" fmla="*/ 536285 w 536285"/>
                <a:gd name="connsiteY7" fmla="*/ 2938929 h 2938929"/>
                <a:gd name="connsiteX0" fmla="*/ 6777 w 536285"/>
                <a:gd name="connsiteY0" fmla="*/ 2849391 h 2938929"/>
                <a:gd name="connsiteX1" fmla="*/ 0 w 536285"/>
                <a:gd name="connsiteY1" fmla="*/ 251460 h 2938929"/>
                <a:gd name="connsiteX2" fmla="*/ 73651 w 536285"/>
                <a:gd name="connsiteY2" fmla="*/ 73651 h 2938929"/>
                <a:gd name="connsiteX3" fmla="*/ 251460 w 536285"/>
                <a:gd name="connsiteY3" fmla="*/ 0 h 2938929"/>
                <a:gd name="connsiteX4" fmla="*/ 251460 w 536285"/>
                <a:gd name="connsiteY4" fmla="*/ 0 h 2938929"/>
                <a:gd name="connsiteX5" fmla="*/ 429269 w 536285"/>
                <a:gd name="connsiteY5" fmla="*/ 73651 h 2938929"/>
                <a:gd name="connsiteX6" fmla="*/ 502920 w 536285"/>
                <a:gd name="connsiteY6" fmla="*/ 251460 h 2938929"/>
                <a:gd name="connsiteX7" fmla="*/ 536285 w 536285"/>
                <a:gd name="connsiteY7" fmla="*/ 2938929 h 293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6285" h="2938929">
                  <a:moveTo>
                    <a:pt x="6777" y="2849391"/>
                  </a:moveTo>
                  <a:cubicBezTo>
                    <a:pt x="6668" y="1978928"/>
                    <a:pt x="109" y="1121923"/>
                    <a:pt x="0" y="251460"/>
                  </a:cubicBez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17682" y="905440"/>
                    <a:pt x="536285" y="2938929"/>
                  </a:cubicBezTo>
                </a:path>
              </a:pathLst>
            </a:custGeom>
            <a:solidFill>
              <a:schemeClr val="accent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12" name="Freeform 11">
            <a:extLst>
              <a:ext uri="{FF2B5EF4-FFF2-40B4-BE49-F238E27FC236}">
                <a16:creationId xmlns:a16="http://schemas.microsoft.com/office/drawing/2014/main" id="{FE8D25B3-175F-A749-9B44-65D8C7A91CBE}"/>
              </a:ext>
            </a:extLst>
          </p:cNvPr>
          <p:cNvSpPr/>
          <p:nvPr/>
        </p:nvSpPr>
        <p:spPr>
          <a:xfrm rot="15660000">
            <a:off x="5832872" y="-1039151"/>
            <a:ext cx="821532" cy="6048375"/>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 name="connsiteX0" fmla="*/ 0 w 981537"/>
              <a:gd name="connsiteY0" fmla="*/ 6172200 h 6338829"/>
              <a:gd name="connsiteX1" fmla="*/ 0 w 981537"/>
              <a:gd name="connsiteY1" fmla="*/ 6172200 h 6338829"/>
              <a:gd name="connsiteX2" fmla="*/ 0 w 981537"/>
              <a:gd name="connsiteY2" fmla="*/ 6172200 h 6338829"/>
              <a:gd name="connsiteX3" fmla="*/ 0 w 981537"/>
              <a:gd name="connsiteY3" fmla="*/ 457200 h 6338829"/>
              <a:gd name="connsiteX4" fmla="*/ 133911 w 981537"/>
              <a:gd name="connsiteY4" fmla="*/ 133911 h 6338829"/>
              <a:gd name="connsiteX5" fmla="*/ 457201 w 981537"/>
              <a:gd name="connsiteY5" fmla="*/ 1 h 6338829"/>
              <a:gd name="connsiteX6" fmla="*/ 457200 w 981537"/>
              <a:gd name="connsiteY6" fmla="*/ 0 h 6338829"/>
              <a:gd name="connsiteX7" fmla="*/ 457200 w 981537"/>
              <a:gd name="connsiteY7" fmla="*/ 0 h 6338829"/>
              <a:gd name="connsiteX8" fmla="*/ 780489 w 981537"/>
              <a:gd name="connsiteY8" fmla="*/ 133911 h 6338829"/>
              <a:gd name="connsiteX9" fmla="*/ 914399 w 981537"/>
              <a:gd name="connsiteY9" fmla="*/ 457201 h 6338829"/>
              <a:gd name="connsiteX10" fmla="*/ 981537 w 981537"/>
              <a:gd name="connsiteY10" fmla="*/ 6338829 h 6338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1537" h="6338829">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89058" y="4544471"/>
                  <a:pt x="981537" y="6338829"/>
                </a:cubicBezTo>
              </a:path>
            </a:pathLst>
          </a:custGeom>
          <a:solidFill>
            <a:schemeClr val="bg2">
              <a:lumMod val="40000"/>
              <a:lumOff val="60000"/>
              <a:alpha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nvGrpSpPr>
          <p:cNvPr id="13" name="Group 40">
            <a:extLst>
              <a:ext uri="{FF2B5EF4-FFF2-40B4-BE49-F238E27FC236}">
                <a16:creationId xmlns:a16="http://schemas.microsoft.com/office/drawing/2014/main" id="{FE8BEB4B-BCB4-5444-91DF-31A055223259}"/>
              </a:ext>
            </a:extLst>
          </p:cNvPr>
          <p:cNvGrpSpPr>
            <a:grpSpLocks/>
          </p:cNvGrpSpPr>
          <p:nvPr/>
        </p:nvGrpSpPr>
        <p:grpSpPr bwMode="auto">
          <a:xfrm>
            <a:off x="787401" y="-808303"/>
            <a:ext cx="5637213" cy="2251605"/>
            <a:chOff x="787878" y="-970104"/>
            <a:chExt cx="5636587" cy="2701922"/>
          </a:xfrm>
        </p:grpSpPr>
        <p:sp>
          <p:nvSpPr>
            <p:cNvPr id="14" name="Oval 13">
              <a:extLst>
                <a:ext uri="{FF2B5EF4-FFF2-40B4-BE49-F238E27FC236}">
                  <a16:creationId xmlns:a16="http://schemas.microsoft.com/office/drawing/2014/main" id="{5D0C81E4-0650-2743-B7EF-E62BBD3DA05D}"/>
                </a:ext>
              </a:extLst>
            </p:cNvPr>
            <p:cNvSpPr/>
            <p:nvPr/>
          </p:nvSpPr>
          <p:spPr>
            <a:xfrm>
              <a:off x="2383139" y="1122219"/>
              <a:ext cx="609532" cy="60959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5" name="Oval 14">
              <a:extLst>
                <a:ext uri="{FF2B5EF4-FFF2-40B4-BE49-F238E27FC236}">
                  <a16:creationId xmlns:a16="http://schemas.microsoft.com/office/drawing/2014/main" id="{D2FBFD1C-53C6-D941-A6E7-89C515384784}"/>
                </a:ext>
              </a:extLst>
            </p:cNvPr>
            <p:cNvSpPr/>
            <p:nvPr userDrawn="1"/>
          </p:nvSpPr>
          <p:spPr>
            <a:xfrm>
              <a:off x="2856161" y="76057"/>
              <a:ext cx="1023823" cy="8381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6" name="Oval 15">
              <a:extLst>
                <a:ext uri="{FF2B5EF4-FFF2-40B4-BE49-F238E27FC236}">
                  <a16:creationId xmlns:a16="http://schemas.microsoft.com/office/drawing/2014/main" id="{007C5311-6BD2-6148-9FC0-4DD554C458CF}"/>
                </a:ext>
              </a:extLst>
            </p:cNvPr>
            <p:cNvSpPr/>
            <p:nvPr/>
          </p:nvSpPr>
          <p:spPr>
            <a:xfrm>
              <a:off x="1948212" y="45895"/>
              <a:ext cx="1023823" cy="8683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7" name="Pie 16">
              <a:extLst>
                <a:ext uri="{FF2B5EF4-FFF2-40B4-BE49-F238E27FC236}">
                  <a16:creationId xmlns:a16="http://schemas.microsoft.com/office/drawing/2014/main" id="{46715228-E2C8-9846-BC51-6C6EE61AC810}"/>
                </a:ext>
              </a:extLst>
            </p:cNvPr>
            <p:cNvSpPr/>
            <p:nvPr/>
          </p:nvSpPr>
          <p:spPr>
            <a:xfrm>
              <a:off x="1219630" y="-765316"/>
              <a:ext cx="3504811" cy="1520823"/>
            </a:xfrm>
            <a:prstGeom prst="pie">
              <a:avLst>
                <a:gd name="adj1" fmla="val 22874"/>
                <a:gd name="adj2" fmla="val 1080188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8" name="Oval 17">
              <a:extLst>
                <a:ext uri="{FF2B5EF4-FFF2-40B4-BE49-F238E27FC236}">
                  <a16:creationId xmlns:a16="http://schemas.microsoft.com/office/drawing/2014/main" id="{775470FA-1811-9845-961D-77E4570AC26F}"/>
                </a:ext>
              </a:extLst>
            </p:cNvPr>
            <p:cNvSpPr/>
            <p:nvPr/>
          </p:nvSpPr>
          <p:spPr>
            <a:xfrm>
              <a:off x="2345043" y="141145"/>
              <a:ext cx="1023823" cy="95249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9" name="Arc 18">
              <a:extLst>
                <a:ext uri="{FF2B5EF4-FFF2-40B4-BE49-F238E27FC236}">
                  <a16:creationId xmlns:a16="http://schemas.microsoft.com/office/drawing/2014/main" id="{0B569ABC-A332-E74D-9D1C-C3C2A16A8346}"/>
                </a:ext>
              </a:extLst>
            </p:cNvPr>
            <p:cNvSpPr/>
            <p:nvPr/>
          </p:nvSpPr>
          <p:spPr>
            <a:xfrm rot="12469977">
              <a:off x="1178360" y="-177942"/>
              <a:ext cx="1133349" cy="831849"/>
            </a:xfrm>
            <a:prstGeom prst="arc">
              <a:avLst>
                <a:gd name="adj1" fmla="val 11101214"/>
                <a:gd name="adj2" fmla="val 2123019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0" name="Pie 19">
              <a:extLst>
                <a:ext uri="{FF2B5EF4-FFF2-40B4-BE49-F238E27FC236}">
                  <a16:creationId xmlns:a16="http://schemas.microsoft.com/office/drawing/2014/main" id="{B5E06527-1F28-2D46-9F84-218591D855FB}"/>
                </a:ext>
              </a:extLst>
            </p:cNvPr>
            <p:cNvSpPr/>
            <p:nvPr/>
          </p:nvSpPr>
          <p:spPr>
            <a:xfrm rot="60000">
              <a:off x="787878" y="-198580"/>
              <a:ext cx="380958" cy="381000"/>
            </a:xfrm>
            <a:prstGeom prst="pie">
              <a:avLst>
                <a:gd name="adj1" fmla="val 21598475"/>
                <a:gd name="adj2" fmla="val 106342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1" name="Arc 20">
              <a:extLst>
                <a:ext uri="{FF2B5EF4-FFF2-40B4-BE49-F238E27FC236}">
                  <a16:creationId xmlns:a16="http://schemas.microsoft.com/office/drawing/2014/main" id="{7D6432A3-9110-4142-B0E2-DE2E44DFBD88}"/>
                </a:ext>
              </a:extLst>
            </p:cNvPr>
            <p:cNvSpPr/>
            <p:nvPr/>
          </p:nvSpPr>
          <p:spPr>
            <a:xfrm rot="6387309">
              <a:off x="4862458" y="-839837"/>
              <a:ext cx="1452561" cy="1671452"/>
            </a:xfrm>
            <a:prstGeom prst="arc">
              <a:avLst>
                <a:gd name="adj1" fmla="val 15214126"/>
                <a:gd name="adj2" fmla="val 441491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2" name="Oval 21">
              <a:extLst>
                <a:ext uri="{FF2B5EF4-FFF2-40B4-BE49-F238E27FC236}">
                  <a16:creationId xmlns:a16="http://schemas.microsoft.com/office/drawing/2014/main" id="{D98E30E7-6741-5640-959C-8F5236BA9F19}"/>
                </a:ext>
              </a:extLst>
            </p:cNvPr>
            <p:cNvSpPr/>
            <p:nvPr/>
          </p:nvSpPr>
          <p:spPr>
            <a:xfrm>
              <a:off x="5362545" y="461820"/>
              <a:ext cx="757154" cy="6429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3" name="Oval 22">
              <a:extLst>
                <a:ext uri="{FF2B5EF4-FFF2-40B4-BE49-F238E27FC236}">
                  <a16:creationId xmlns:a16="http://schemas.microsoft.com/office/drawing/2014/main" id="{DE7D8C08-D772-0B41-AF5E-CC2F20E33E3B}"/>
                </a:ext>
              </a:extLst>
            </p:cNvPr>
            <p:cNvSpPr/>
            <p:nvPr/>
          </p:nvSpPr>
          <p:spPr>
            <a:xfrm>
              <a:off x="4800632" y="152257"/>
              <a:ext cx="757154" cy="6445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4" name="Arc 23">
              <a:extLst>
                <a:ext uri="{FF2B5EF4-FFF2-40B4-BE49-F238E27FC236}">
                  <a16:creationId xmlns:a16="http://schemas.microsoft.com/office/drawing/2014/main" id="{2FAB2445-A098-4C48-8A88-9C1547430537}"/>
                </a:ext>
              </a:extLst>
            </p:cNvPr>
            <p:cNvSpPr/>
            <p:nvPr/>
          </p:nvSpPr>
          <p:spPr>
            <a:xfrm rot="6387309">
              <a:off x="3395747" y="-1039842"/>
              <a:ext cx="1906585" cy="2046060"/>
            </a:xfrm>
            <a:prstGeom prst="arc">
              <a:avLst>
                <a:gd name="adj1" fmla="val 15243146"/>
                <a:gd name="adj2" fmla="val 43690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5" name="Oval 24">
              <a:extLst>
                <a:ext uri="{FF2B5EF4-FFF2-40B4-BE49-F238E27FC236}">
                  <a16:creationId xmlns:a16="http://schemas.microsoft.com/office/drawing/2014/main" id="{B432E8F5-AF0A-274C-A777-70BD98191DCB}"/>
                </a:ext>
              </a:extLst>
            </p:cNvPr>
            <p:cNvSpPr/>
            <p:nvPr/>
          </p:nvSpPr>
          <p:spPr>
            <a:xfrm>
              <a:off x="6114936" y="590407"/>
              <a:ext cx="152383" cy="152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6" name="Oval 25">
              <a:extLst>
                <a:ext uri="{FF2B5EF4-FFF2-40B4-BE49-F238E27FC236}">
                  <a16:creationId xmlns:a16="http://schemas.microsoft.com/office/drawing/2014/main" id="{F655CE46-6E1D-CF43-8F8A-D0C48DC4AEF5}"/>
                </a:ext>
              </a:extLst>
            </p:cNvPr>
            <p:cNvSpPr/>
            <p:nvPr/>
          </p:nvSpPr>
          <p:spPr>
            <a:xfrm>
              <a:off x="6191128" y="485632"/>
              <a:ext cx="104763" cy="1047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27" name="Rectangle 26">
            <a:extLst>
              <a:ext uri="{FF2B5EF4-FFF2-40B4-BE49-F238E27FC236}">
                <a16:creationId xmlns:a16="http://schemas.microsoft.com/office/drawing/2014/main" id="{ED555753-33E0-7A47-8AFE-3A62FA31E9CB}"/>
              </a:ext>
            </a:extLst>
          </p:cNvPr>
          <p:cNvSpPr/>
          <p:nvPr/>
        </p:nvSpPr>
        <p:spPr>
          <a:xfrm>
            <a:off x="0" y="0"/>
            <a:ext cx="9144000" cy="5715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ctrTitle"/>
          </p:nvPr>
        </p:nvSpPr>
        <p:spPr>
          <a:xfrm rot="21042312">
            <a:off x="1022824" y="2467883"/>
            <a:ext cx="7551601" cy="1343839"/>
          </a:xfrm>
        </p:spPr>
        <p:txBody>
          <a:bodyPr anchor="b">
            <a:noAutofit/>
          </a:bodyPr>
          <a:lstStyle>
            <a:lvl1pPr algn="l">
              <a:defRPr sz="3833">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rot="21060000">
            <a:off x="2550459" y="3920668"/>
            <a:ext cx="6400800" cy="762000"/>
          </a:xfrm>
        </p:spPr>
        <p:txBody>
          <a:bodyPr anchor="ctr" anchorCtr="0"/>
          <a:lstStyle>
            <a:lvl1pPr marL="0" indent="0" algn="l">
              <a:spcAft>
                <a:spcPts val="0"/>
              </a:spcAft>
              <a:buNone/>
              <a:defRPr sz="2000">
                <a:solidFill>
                  <a:schemeClr val="bg1"/>
                </a:solidFill>
                <a:effectLst/>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25472378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2B4AB869-D1E7-6F48-84ED-8D733A3BC41B}"/>
              </a:ext>
            </a:extLst>
          </p:cNvPr>
          <p:cNvSpPr/>
          <p:nvPr/>
        </p:nvSpPr>
        <p:spPr>
          <a:xfrm rot="16200000">
            <a:off x="4095221" y="-2696633"/>
            <a:ext cx="1209146"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1A3AA4FA-6027-EB47-8C00-BA9B37D0258E}"/>
              </a:ext>
            </a:extLst>
          </p:cNvPr>
          <p:cNvSpPr>
            <a:spLocks noGrp="1"/>
          </p:cNvSpPr>
          <p:nvPr>
            <p:ph type="dt" sz="half" idx="10"/>
          </p:nvPr>
        </p:nvSpPr>
        <p:spPr/>
        <p:txBody>
          <a:bodyPr/>
          <a:lstStyle>
            <a:lvl1pPr eaLnBrk="0" hangingPunct="0">
              <a:defRPr/>
            </a:lvl1pPr>
          </a:lstStyle>
          <a:p>
            <a:fld id="{35F77CE3-F009-984F-B173-4AB0F833B343}" type="datetimeFigureOut">
              <a:rPr lang="en-US" altLang="en-US"/>
              <a:pPr/>
              <a:t>2/17/25</a:t>
            </a:fld>
            <a:endParaRPr lang="en-US" altLang="en-US"/>
          </a:p>
        </p:txBody>
      </p:sp>
      <p:sp>
        <p:nvSpPr>
          <p:cNvPr id="6" name="Footer Placeholder 4">
            <a:extLst>
              <a:ext uri="{FF2B5EF4-FFF2-40B4-BE49-F238E27FC236}">
                <a16:creationId xmlns:a16="http://schemas.microsoft.com/office/drawing/2014/main" id="{A8FBE56D-2779-AE4D-A8A7-2CEAE2518FDF}"/>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7" name="Slide Number Placeholder 5">
            <a:extLst>
              <a:ext uri="{FF2B5EF4-FFF2-40B4-BE49-F238E27FC236}">
                <a16:creationId xmlns:a16="http://schemas.microsoft.com/office/drawing/2014/main" id="{14520FCA-AF7F-1447-81BF-AEF48676A10B}"/>
              </a:ext>
            </a:extLst>
          </p:cNvPr>
          <p:cNvSpPr>
            <a:spLocks noGrp="1"/>
          </p:cNvSpPr>
          <p:nvPr>
            <p:ph type="sldNum" sz="quarter" idx="12"/>
          </p:nvPr>
        </p:nvSpPr>
        <p:spPr/>
        <p:txBody>
          <a:bodyPr/>
          <a:lstStyle>
            <a:lvl1pPr eaLnBrk="0" hangingPunct="0">
              <a:defRPr/>
            </a:lvl1pPr>
          </a:lstStyle>
          <a:p>
            <a:fld id="{50430E57-9644-D941-B8DB-3D2607740B49}" type="slidenum">
              <a:rPr lang="en-US" altLang="en-US"/>
              <a:pPr/>
              <a:t>‹#›</a:t>
            </a:fld>
            <a:endParaRPr lang="en-US" altLang="en-US"/>
          </a:p>
        </p:txBody>
      </p:sp>
    </p:spTree>
    <p:extLst>
      <p:ext uri="{BB962C8B-B14F-4D97-AF65-F5344CB8AC3E}">
        <p14:creationId xmlns:p14="http://schemas.microsoft.com/office/powerpoint/2010/main" val="10348608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2908C4E-2E4A-3144-AAF4-645D4C41D266}"/>
              </a:ext>
            </a:extLst>
          </p:cNvPr>
          <p:cNvSpPr/>
          <p:nvPr/>
        </p:nvSpPr>
        <p:spPr>
          <a:xfrm rot="15660000">
            <a:off x="5266664" y="935964"/>
            <a:ext cx="866510" cy="7135812"/>
          </a:xfrm>
          <a:custGeom>
            <a:avLst/>
            <a:gdLst>
              <a:gd name="connsiteX0" fmla="*/ 498324 w 996648"/>
              <a:gd name="connsiteY0" fmla="*/ 0 h 6971904"/>
              <a:gd name="connsiteX1" fmla="*/ 498324 w 996648"/>
              <a:gd name="connsiteY1" fmla="*/ 0 h 6971904"/>
              <a:gd name="connsiteX2" fmla="*/ 850692 w 996648"/>
              <a:gd name="connsiteY2" fmla="*/ 145956 h 6971904"/>
              <a:gd name="connsiteX3" fmla="*/ 996647 w 996648"/>
              <a:gd name="connsiteY3" fmla="*/ 498325 h 6971904"/>
              <a:gd name="connsiteX4" fmla="*/ 996648 w 996648"/>
              <a:gd name="connsiteY4" fmla="*/ 6971904 h 6971904"/>
              <a:gd name="connsiteX5" fmla="*/ 996648 w 996648"/>
              <a:gd name="connsiteY5" fmla="*/ 6971904 h 6971904"/>
              <a:gd name="connsiteX6" fmla="*/ 996648 w 996648"/>
              <a:gd name="connsiteY6" fmla="*/ 6971904 h 6971904"/>
              <a:gd name="connsiteX7" fmla="*/ 0 w 996648"/>
              <a:gd name="connsiteY7" fmla="*/ 6971904 h 6971904"/>
              <a:gd name="connsiteX8" fmla="*/ 0 w 996648"/>
              <a:gd name="connsiteY8" fmla="*/ 6971904 h 6971904"/>
              <a:gd name="connsiteX9" fmla="*/ 0 w 996648"/>
              <a:gd name="connsiteY9" fmla="*/ 6971904 h 6971904"/>
              <a:gd name="connsiteX10" fmla="*/ 0 w 996648"/>
              <a:gd name="connsiteY10" fmla="*/ 498324 h 6971904"/>
              <a:gd name="connsiteX11" fmla="*/ 145956 w 996648"/>
              <a:gd name="connsiteY11" fmla="*/ 145956 h 6971904"/>
              <a:gd name="connsiteX12" fmla="*/ 498325 w 996648"/>
              <a:gd name="connsiteY12" fmla="*/ 1 h 6971904"/>
              <a:gd name="connsiteX13" fmla="*/ 498324 w 996648"/>
              <a:gd name="connsiteY13" fmla="*/ 0 h 6971904"/>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996648 w 1051569"/>
              <a:gd name="connsiteY5" fmla="*/ 6971904 h 7134903"/>
              <a:gd name="connsiteX6" fmla="*/ 1051569 w 1051569"/>
              <a:gd name="connsiteY6" fmla="*/ 7134903 h 7134903"/>
              <a:gd name="connsiteX7" fmla="*/ 0 w 1051569"/>
              <a:gd name="connsiteY7" fmla="*/ 6971904 h 7134903"/>
              <a:gd name="connsiteX8" fmla="*/ 0 w 1051569"/>
              <a:gd name="connsiteY8" fmla="*/ 6971904 h 7134903"/>
              <a:gd name="connsiteX9" fmla="*/ 0 w 1051569"/>
              <a:gd name="connsiteY9" fmla="*/ 6971904 h 7134903"/>
              <a:gd name="connsiteX10" fmla="*/ 0 w 1051569"/>
              <a:gd name="connsiteY10" fmla="*/ 498324 h 7134903"/>
              <a:gd name="connsiteX11" fmla="*/ 145956 w 1051569"/>
              <a:gd name="connsiteY11" fmla="*/ 145956 h 7134903"/>
              <a:gd name="connsiteX12" fmla="*/ 498325 w 1051569"/>
              <a:gd name="connsiteY12" fmla="*/ 1 h 7134903"/>
              <a:gd name="connsiteX13" fmla="*/ 498324 w 1051569"/>
              <a:gd name="connsiteY13"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1051569 w 1051569"/>
              <a:gd name="connsiteY5" fmla="*/ 7134903 h 7134903"/>
              <a:gd name="connsiteX6" fmla="*/ 0 w 1051569"/>
              <a:gd name="connsiteY6" fmla="*/ 6971904 h 7134903"/>
              <a:gd name="connsiteX7" fmla="*/ 0 w 1051569"/>
              <a:gd name="connsiteY7" fmla="*/ 6971904 h 7134903"/>
              <a:gd name="connsiteX8" fmla="*/ 0 w 1051569"/>
              <a:gd name="connsiteY8" fmla="*/ 6971904 h 7134903"/>
              <a:gd name="connsiteX9" fmla="*/ 0 w 1051569"/>
              <a:gd name="connsiteY9" fmla="*/ 498324 h 7134903"/>
              <a:gd name="connsiteX10" fmla="*/ 145956 w 1051569"/>
              <a:gd name="connsiteY10" fmla="*/ 145956 h 7134903"/>
              <a:gd name="connsiteX11" fmla="*/ 498325 w 1051569"/>
              <a:gd name="connsiteY11" fmla="*/ 1 h 7134903"/>
              <a:gd name="connsiteX12" fmla="*/ 498324 w 1051569"/>
              <a:gd name="connsiteY12" fmla="*/ 0 h 7134903"/>
              <a:gd name="connsiteX0" fmla="*/ 498324 w 1217677"/>
              <a:gd name="connsiteY0" fmla="*/ 0 h 7134903"/>
              <a:gd name="connsiteX1" fmla="*/ 498324 w 1217677"/>
              <a:gd name="connsiteY1" fmla="*/ 0 h 7134903"/>
              <a:gd name="connsiteX2" fmla="*/ 850692 w 1217677"/>
              <a:gd name="connsiteY2" fmla="*/ 145956 h 7134903"/>
              <a:gd name="connsiteX3" fmla="*/ 996647 w 1217677"/>
              <a:gd name="connsiteY3" fmla="*/ 498325 h 7134903"/>
              <a:gd name="connsiteX4" fmla="*/ 1051569 w 1217677"/>
              <a:gd name="connsiteY4" fmla="*/ 7134903 h 7134903"/>
              <a:gd name="connsiteX5" fmla="*/ 0 w 1217677"/>
              <a:gd name="connsiteY5" fmla="*/ 6971904 h 7134903"/>
              <a:gd name="connsiteX6" fmla="*/ 0 w 1217677"/>
              <a:gd name="connsiteY6" fmla="*/ 6971904 h 7134903"/>
              <a:gd name="connsiteX7" fmla="*/ 0 w 1217677"/>
              <a:gd name="connsiteY7" fmla="*/ 6971904 h 7134903"/>
              <a:gd name="connsiteX8" fmla="*/ 0 w 1217677"/>
              <a:gd name="connsiteY8" fmla="*/ 498324 h 7134903"/>
              <a:gd name="connsiteX9" fmla="*/ 145956 w 1217677"/>
              <a:gd name="connsiteY9" fmla="*/ 145956 h 7134903"/>
              <a:gd name="connsiteX10" fmla="*/ 498325 w 1217677"/>
              <a:gd name="connsiteY10" fmla="*/ 1 h 7134903"/>
              <a:gd name="connsiteX11" fmla="*/ 498324 w 1217677"/>
              <a:gd name="connsiteY11"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1051569 w 1051569"/>
              <a:gd name="connsiteY4" fmla="*/ 7134903 h 7134903"/>
              <a:gd name="connsiteX5" fmla="*/ 0 w 1051569"/>
              <a:gd name="connsiteY5" fmla="*/ 6971904 h 7134903"/>
              <a:gd name="connsiteX6" fmla="*/ 0 w 1051569"/>
              <a:gd name="connsiteY6" fmla="*/ 6971904 h 7134903"/>
              <a:gd name="connsiteX7" fmla="*/ 0 w 1051569"/>
              <a:gd name="connsiteY7" fmla="*/ 6971904 h 7134903"/>
              <a:gd name="connsiteX8" fmla="*/ 0 w 1051569"/>
              <a:gd name="connsiteY8" fmla="*/ 498324 h 7134903"/>
              <a:gd name="connsiteX9" fmla="*/ 145956 w 1051569"/>
              <a:gd name="connsiteY9" fmla="*/ 145956 h 7134903"/>
              <a:gd name="connsiteX10" fmla="*/ 498325 w 1051569"/>
              <a:gd name="connsiteY10" fmla="*/ 1 h 7134903"/>
              <a:gd name="connsiteX11" fmla="*/ 498324 w 1051569"/>
              <a:gd name="connsiteY11" fmla="*/ 0 h 7134903"/>
              <a:gd name="connsiteX0" fmla="*/ 0 w 1143009"/>
              <a:gd name="connsiteY0" fmla="*/ 6971904 h 7226343"/>
              <a:gd name="connsiteX1" fmla="*/ 0 w 1143009"/>
              <a:gd name="connsiteY1" fmla="*/ 6971904 h 7226343"/>
              <a:gd name="connsiteX2" fmla="*/ 0 w 1143009"/>
              <a:gd name="connsiteY2" fmla="*/ 6971904 h 7226343"/>
              <a:gd name="connsiteX3" fmla="*/ 0 w 1143009"/>
              <a:gd name="connsiteY3" fmla="*/ 498324 h 7226343"/>
              <a:gd name="connsiteX4" fmla="*/ 145956 w 1143009"/>
              <a:gd name="connsiteY4" fmla="*/ 145956 h 7226343"/>
              <a:gd name="connsiteX5" fmla="*/ 498325 w 1143009"/>
              <a:gd name="connsiteY5" fmla="*/ 1 h 7226343"/>
              <a:gd name="connsiteX6" fmla="*/ 498324 w 1143009"/>
              <a:gd name="connsiteY6" fmla="*/ 0 h 7226343"/>
              <a:gd name="connsiteX7" fmla="*/ 498324 w 1143009"/>
              <a:gd name="connsiteY7" fmla="*/ 0 h 7226343"/>
              <a:gd name="connsiteX8" fmla="*/ 850692 w 1143009"/>
              <a:gd name="connsiteY8" fmla="*/ 145956 h 7226343"/>
              <a:gd name="connsiteX9" fmla="*/ 996647 w 1143009"/>
              <a:gd name="connsiteY9" fmla="*/ 498325 h 7226343"/>
              <a:gd name="connsiteX10" fmla="*/ 1143009 w 1143009"/>
              <a:gd name="connsiteY10" fmla="*/ 7226343 h 7226343"/>
              <a:gd name="connsiteX0" fmla="*/ 0 w 1095577"/>
              <a:gd name="connsiteY0" fmla="*/ 6971904 h 7197301"/>
              <a:gd name="connsiteX1" fmla="*/ 0 w 1095577"/>
              <a:gd name="connsiteY1" fmla="*/ 6971904 h 7197301"/>
              <a:gd name="connsiteX2" fmla="*/ 0 w 1095577"/>
              <a:gd name="connsiteY2" fmla="*/ 6971904 h 7197301"/>
              <a:gd name="connsiteX3" fmla="*/ 0 w 1095577"/>
              <a:gd name="connsiteY3" fmla="*/ 498324 h 7197301"/>
              <a:gd name="connsiteX4" fmla="*/ 145956 w 1095577"/>
              <a:gd name="connsiteY4" fmla="*/ 145956 h 7197301"/>
              <a:gd name="connsiteX5" fmla="*/ 498325 w 1095577"/>
              <a:gd name="connsiteY5" fmla="*/ 1 h 7197301"/>
              <a:gd name="connsiteX6" fmla="*/ 498324 w 1095577"/>
              <a:gd name="connsiteY6" fmla="*/ 0 h 7197301"/>
              <a:gd name="connsiteX7" fmla="*/ 498324 w 1095577"/>
              <a:gd name="connsiteY7" fmla="*/ 0 h 7197301"/>
              <a:gd name="connsiteX8" fmla="*/ 850692 w 1095577"/>
              <a:gd name="connsiteY8" fmla="*/ 145956 h 7197301"/>
              <a:gd name="connsiteX9" fmla="*/ 996647 w 1095577"/>
              <a:gd name="connsiteY9" fmla="*/ 498325 h 7197301"/>
              <a:gd name="connsiteX10" fmla="*/ 1095577 w 1095577"/>
              <a:gd name="connsiteY10" fmla="*/ 7197301 h 7197301"/>
              <a:gd name="connsiteX0" fmla="*/ 0 w 1045874"/>
              <a:gd name="connsiteY0" fmla="*/ 6971904 h 7103308"/>
              <a:gd name="connsiteX1" fmla="*/ 0 w 1045874"/>
              <a:gd name="connsiteY1" fmla="*/ 6971904 h 7103308"/>
              <a:gd name="connsiteX2" fmla="*/ 0 w 1045874"/>
              <a:gd name="connsiteY2" fmla="*/ 6971904 h 7103308"/>
              <a:gd name="connsiteX3" fmla="*/ 0 w 1045874"/>
              <a:gd name="connsiteY3" fmla="*/ 498324 h 7103308"/>
              <a:gd name="connsiteX4" fmla="*/ 145956 w 1045874"/>
              <a:gd name="connsiteY4" fmla="*/ 145956 h 7103308"/>
              <a:gd name="connsiteX5" fmla="*/ 498325 w 1045874"/>
              <a:gd name="connsiteY5" fmla="*/ 1 h 7103308"/>
              <a:gd name="connsiteX6" fmla="*/ 498324 w 1045874"/>
              <a:gd name="connsiteY6" fmla="*/ 0 h 7103308"/>
              <a:gd name="connsiteX7" fmla="*/ 498324 w 1045874"/>
              <a:gd name="connsiteY7" fmla="*/ 0 h 7103308"/>
              <a:gd name="connsiteX8" fmla="*/ 850692 w 1045874"/>
              <a:gd name="connsiteY8" fmla="*/ 145956 h 7103308"/>
              <a:gd name="connsiteX9" fmla="*/ 996647 w 1045874"/>
              <a:gd name="connsiteY9" fmla="*/ 498325 h 7103308"/>
              <a:gd name="connsiteX10" fmla="*/ 1045874 w 1045874"/>
              <a:gd name="connsiteY10" fmla="*/ 7103308 h 7103308"/>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0884" h="7134813">
                <a:moveTo>
                  <a:pt x="0" y="6971904"/>
                </a:moveTo>
                <a:lnTo>
                  <a:pt x="0" y="6971904"/>
                </a:lnTo>
                <a:lnTo>
                  <a:pt x="0" y="6971904"/>
                </a:lnTo>
                <a:lnTo>
                  <a:pt x="0" y="498324"/>
                </a:lnTo>
                <a:cubicBezTo>
                  <a:pt x="0" y="366160"/>
                  <a:pt x="52502" y="239410"/>
                  <a:pt x="145956" y="145956"/>
                </a:cubicBezTo>
                <a:cubicBezTo>
                  <a:pt x="239410" y="52502"/>
                  <a:pt x="366161" y="1"/>
                  <a:pt x="498325" y="1"/>
                </a:cubicBezTo>
                <a:lnTo>
                  <a:pt x="498324" y="0"/>
                </a:lnTo>
                <a:lnTo>
                  <a:pt x="498324" y="0"/>
                </a:lnTo>
                <a:cubicBezTo>
                  <a:pt x="630488" y="0"/>
                  <a:pt x="757238" y="52502"/>
                  <a:pt x="850692" y="145956"/>
                </a:cubicBezTo>
                <a:cubicBezTo>
                  <a:pt x="944146" y="239410"/>
                  <a:pt x="996647" y="366161"/>
                  <a:pt x="996647" y="498325"/>
                </a:cubicBezTo>
                <a:cubicBezTo>
                  <a:pt x="1030126" y="1663149"/>
                  <a:pt x="1037566" y="5867764"/>
                  <a:pt x="1040884" y="7134813"/>
                </a:cubicBezTo>
              </a:path>
            </a:pathLst>
          </a:custGeom>
          <a:solidFill>
            <a:schemeClr val="tx2">
              <a:alpha val="60000"/>
            </a:schemeClr>
          </a:solidFill>
          <a:ln>
            <a:solidFill>
              <a:schemeClr val="bg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pic>
        <p:nvPicPr>
          <p:cNvPr id="6" name="Picture 32" descr="TitleSlideOverlay.png">
            <a:extLst>
              <a:ext uri="{FF2B5EF4-FFF2-40B4-BE49-F238E27FC236}">
                <a16:creationId xmlns:a16="http://schemas.microsoft.com/office/drawing/2014/main" id="{5BBB1720-4397-A54A-B168-A8E25F6B11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33">
            <a:extLst>
              <a:ext uri="{FF2B5EF4-FFF2-40B4-BE49-F238E27FC236}">
                <a16:creationId xmlns:a16="http://schemas.microsoft.com/office/drawing/2014/main" id="{1C6A2DF6-82D0-B74D-A9CF-9254D1CCF0A9}"/>
              </a:ext>
            </a:extLst>
          </p:cNvPr>
          <p:cNvGrpSpPr>
            <a:grpSpLocks/>
          </p:cNvGrpSpPr>
          <p:nvPr/>
        </p:nvGrpSpPr>
        <p:grpSpPr bwMode="auto">
          <a:xfrm>
            <a:off x="787401" y="-808303"/>
            <a:ext cx="5637213" cy="2251605"/>
            <a:chOff x="787878" y="-970104"/>
            <a:chExt cx="5636587" cy="2701922"/>
          </a:xfrm>
        </p:grpSpPr>
        <p:sp>
          <p:nvSpPr>
            <p:cNvPr id="8" name="Oval 7">
              <a:extLst>
                <a:ext uri="{FF2B5EF4-FFF2-40B4-BE49-F238E27FC236}">
                  <a16:creationId xmlns:a16="http://schemas.microsoft.com/office/drawing/2014/main" id="{E2A52BD5-2653-7646-8FE5-44D726EBCBEA}"/>
                </a:ext>
              </a:extLst>
            </p:cNvPr>
            <p:cNvSpPr/>
            <p:nvPr/>
          </p:nvSpPr>
          <p:spPr>
            <a:xfrm>
              <a:off x="2383139" y="1122219"/>
              <a:ext cx="609532" cy="60959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9" name="Oval 8">
              <a:extLst>
                <a:ext uri="{FF2B5EF4-FFF2-40B4-BE49-F238E27FC236}">
                  <a16:creationId xmlns:a16="http://schemas.microsoft.com/office/drawing/2014/main" id="{42C09DB0-1A41-B642-AC00-530D852A9D6E}"/>
                </a:ext>
              </a:extLst>
            </p:cNvPr>
            <p:cNvSpPr/>
            <p:nvPr/>
          </p:nvSpPr>
          <p:spPr>
            <a:xfrm>
              <a:off x="2856161" y="76057"/>
              <a:ext cx="1023823" cy="8381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0" name="Oval 9">
              <a:extLst>
                <a:ext uri="{FF2B5EF4-FFF2-40B4-BE49-F238E27FC236}">
                  <a16:creationId xmlns:a16="http://schemas.microsoft.com/office/drawing/2014/main" id="{032D4079-AE3C-5D48-A0C4-EFBA59742C57}"/>
                </a:ext>
              </a:extLst>
            </p:cNvPr>
            <p:cNvSpPr/>
            <p:nvPr/>
          </p:nvSpPr>
          <p:spPr>
            <a:xfrm>
              <a:off x="1948212" y="45895"/>
              <a:ext cx="1023823" cy="8683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1" name="Pie 10">
              <a:extLst>
                <a:ext uri="{FF2B5EF4-FFF2-40B4-BE49-F238E27FC236}">
                  <a16:creationId xmlns:a16="http://schemas.microsoft.com/office/drawing/2014/main" id="{CD5C221E-BBEF-6F4E-82E3-3038E78D0954}"/>
                </a:ext>
              </a:extLst>
            </p:cNvPr>
            <p:cNvSpPr/>
            <p:nvPr/>
          </p:nvSpPr>
          <p:spPr>
            <a:xfrm>
              <a:off x="1219630" y="-765316"/>
              <a:ext cx="3504811" cy="1520823"/>
            </a:xfrm>
            <a:prstGeom prst="pie">
              <a:avLst>
                <a:gd name="adj1" fmla="val 22874"/>
                <a:gd name="adj2" fmla="val 1080188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2" name="Oval 11">
              <a:extLst>
                <a:ext uri="{FF2B5EF4-FFF2-40B4-BE49-F238E27FC236}">
                  <a16:creationId xmlns:a16="http://schemas.microsoft.com/office/drawing/2014/main" id="{11A1D35D-AC45-044C-952A-3FB5D4567ADF}"/>
                </a:ext>
              </a:extLst>
            </p:cNvPr>
            <p:cNvSpPr/>
            <p:nvPr/>
          </p:nvSpPr>
          <p:spPr>
            <a:xfrm>
              <a:off x="2345043" y="141145"/>
              <a:ext cx="1023823" cy="95249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3" name="Arc 12">
              <a:extLst>
                <a:ext uri="{FF2B5EF4-FFF2-40B4-BE49-F238E27FC236}">
                  <a16:creationId xmlns:a16="http://schemas.microsoft.com/office/drawing/2014/main" id="{ED6087D8-FD4C-F446-B1EE-796DF03480AF}"/>
                </a:ext>
              </a:extLst>
            </p:cNvPr>
            <p:cNvSpPr/>
            <p:nvPr/>
          </p:nvSpPr>
          <p:spPr>
            <a:xfrm rot="12469977">
              <a:off x="1178360" y="-177942"/>
              <a:ext cx="1133349" cy="831849"/>
            </a:xfrm>
            <a:prstGeom prst="arc">
              <a:avLst>
                <a:gd name="adj1" fmla="val 11101214"/>
                <a:gd name="adj2" fmla="val 2123019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4" name="Pie 13">
              <a:extLst>
                <a:ext uri="{FF2B5EF4-FFF2-40B4-BE49-F238E27FC236}">
                  <a16:creationId xmlns:a16="http://schemas.microsoft.com/office/drawing/2014/main" id="{6597DEA3-798C-BF48-8F4C-70BD9E853CC3}"/>
                </a:ext>
              </a:extLst>
            </p:cNvPr>
            <p:cNvSpPr/>
            <p:nvPr/>
          </p:nvSpPr>
          <p:spPr>
            <a:xfrm rot="60000">
              <a:off x="787878" y="-198580"/>
              <a:ext cx="380958" cy="381000"/>
            </a:xfrm>
            <a:prstGeom prst="pie">
              <a:avLst>
                <a:gd name="adj1" fmla="val 21598475"/>
                <a:gd name="adj2" fmla="val 106342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5" name="Arc 14">
              <a:extLst>
                <a:ext uri="{FF2B5EF4-FFF2-40B4-BE49-F238E27FC236}">
                  <a16:creationId xmlns:a16="http://schemas.microsoft.com/office/drawing/2014/main" id="{8408739B-ED44-A847-9CA7-760290A6616E}"/>
                </a:ext>
              </a:extLst>
            </p:cNvPr>
            <p:cNvSpPr/>
            <p:nvPr/>
          </p:nvSpPr>
          <p:spPr>
            <a:xfrm rot="6387309">
              <a:off x="4862458" y="-839837"/>
              <a:ext cx="1452561" cy="1671452"/>
            </a:xfrm>
            <a:prstGeom prst="arc">
              <a:avLst>
                <a:gd name="adj1" fmla="val 15214126"/>
                <a:gd name="adj2" fmla="val 441491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6" name="Oval 15">
              <a:extLst>
                <a:ext uri="{FF2B5EF4-FFF2-40B4-BE49-F238E27FC236}">
                  <a16:creationId xmlns:a16="http://schemas.microsoft.com/office/drawing/2014/main" id="{B1E1151E-18D2-8242-8615-18F8AAA77BB9}"/>
                </a:ext>
              </a:extLst>
            </p:cNvPr>
            <p:cNvSpPr/>
            <p:nvPr/>
          </p:nvSpPr>
          <p:spPr>
            <a:xfrm>
              <a:off x="5362545" y="461820"/>
              <a:ext cx="757154" cy="6429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7" name="Oval 16">
              <a:extLst>
                <a:ext uri="{FF2B5EF4-FFF2-40B4-BE49-F238E27FC236}">
                  <a16:creationId xmlns:a16="http://schemas.microsoft.com/office/drawing/2014/main" id="{B5BC2B48-1778-EB4D-B218-9D84DF6A8876}"/>
                </a:ext>
              </a:extLst>
            </p:cNvPr>
            <p:cNvSpPr/>
            <p:nvPr/>
          </p:nvSpPr>
          <p:spPr>
            <a:xfrm>
              <a:off x="4800632" y="152257"/>
              <a:ext cx="757154" cy="6445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8" name="Arc 17">
              <a:extLst>
                <a:ext uri="{FF2B5EF4-FFF2-40B4-BE49-F238E27FC236}">
                  <a16:creationId xmlns:a16="http://schemas.microsoft.com/office/drawing/2014/main" id="{89F17D0C-213B-3E4D-AB63-EF8B3D329F86}"/>
                </a:ext>
              </a:extLst>
            </p:cNvPr>
            <p:cNvSpPr/>
            <p:nvPr/>
          </p:nvSpPr>
          <p:spPr>
            <a:xfrm rot="6387309">
              <a:off x="3395747" y="-1039842"/>
              <a:ext cx="1906585" cy="2046060"/>
            </a:xfrm>
            <a:prstGeom prst="arc">
              <a:avLst>
                <a:gd name="adj1" fmla="val 15243146"/>
                <a:gd name="adj2" fmla="val 43690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9" name="Oval 18">
              <a:extLst>
                <a:ext uri="{FF2B5EF4-FFF2-40B4-BE49-F238E27FC236}">
                  <a16:creationId xmlns:a16="http://schemas.microsoft.com/office/drawing/2014/main" id="{E57BAAB8-57FF-F942-AB60-8692A2CC6BD3}"/>
                </a:ext>
              </a:extLst>
            </p:cNvPr>
            <p:cNvSpPr/>
            <p:nvPr/>
          </p:nvSpPr>
          <p:spPr>
            <a:xfrm>
              <a:off x="6114936" y="590407"/>
              <a:ext cx="152383" cy="152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0" name="Oval 19">
              <a:extLst>
                <a:ext uri="{FF2B5EF4-FFF2-40B4-BE49-F238E27FC236}">
                  <a16:creationId xmlns:a16="http://schemas.microsoft.com/office/drawing/2014/main" id="{44CCE7BC-DECA-9C44-8AF2-C4FF3772EF48}"/>
                </a:ext>
              </a:extLst>
            </p:cNvPr>
            <p:cNvSpPr/>
            <p:nvPr/>
          </p:nvSpPr>
          <p:spPr>
            <a:xfrm>
              <a:off x="6191128" y="485632"/>
              <a:ext cx="104763" cy="1047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21" name="Freeform 20">
            <a:extLst>
              <a:ext uri="{FF2B5EF4-FFF2-40B4-BE49-F238E27FC236}">
                <a16:creationId xmlns:a16="http://schemas.microsoft.com/office/drawing/2014/main" id="{DF09B7E5-E19D-9D4E-AF18-7EEEF19D6D4D}"/>
              </a:ext>
            </a:extLst>
          </p:cNvPr>
          <p:cNvSpPr/>
          <p:nvPr/>
        </p:nvSpPr>
        <p:spPr>
          <a:xfrm rot="15660000">
            <a:off x="5833005" y="-446351"/>
            <a:ext cx="806979" cy="6030912"/>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chemeClr val="bg2">
              <a:lumMod val="40000"/>
              <a:lumOff val="60000"/>
              <a:alpha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2" name="Freeform 21">
            <a:extLst>
              <a:ext uri="{FF2B5EF4-FFF2-40B4-BE49-F238E27FC236}">
                <a16:creationId xmlns:a16="http://schemas.microsoft.com/office/drawing/2014/main" id="{9207E887-1D64-B64F-8627-E172FB5E18FC}"/>
              </a:ext>
            </a:extLst>
          </p:cNvPr>
          <p:cNvSpPr/>
          <p:nvPr/>
        </p:nvSpPr>
        <p:spPr>
          <a:xfrm rot="15669120">
            <a:off x="4187693" y="-749696"/>
            <a:ext cx="1490928" cy="8821737"/>
          </a:xfrm>
          <a:custGeom>
            <a:avLst/>
            <a:gdLst>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1503 w 2209695"/>
              <a:gd name="connsiteY10" fmla="*/ 8780893 h 9154402"/>
              <a:gd name="connsiteX11" fmla="*/ 0 w 2209695"/>
              <a:gd name="connsiteY11" fmla="*/ 1104848 h 9154402"/>
              <a:gd name="connsiteX12" fmla="*/ 323604 w 2209695"/>
              <a:gd name="connsiteY12" fmla="*/ 323603 h 9154402"/>
              <a:gd name="connsiteX13" fmla="*/ 1104850 w 2209695"/>
              <a:gd name="connsiteY13" fmla="*/ 2 h 9154402"/>
              <a:gd name="connsiteX14" fmla="*/ 1104848 w 2209695"/>
              <a:gd name="connsiteY14"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1503 w 2209695"/>
              <a:gd name="connsiteY9" fmla="*/ 8780893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1503 w 2209695"/>
              <a:gd name="connsiteY8" fmla="*/ 8780893 h 9154402"/>
              <a:gd name="connsiteX9" fmla="*/ 0 w 2209695"/>
              <a:gd name="connsiteY9" fmla="*/ 1104848 h 9154402"/>
              <a:gd name="connsiteX10" fmla="*/ 323604 w 2209695"/>
              <a:gd name="connsiteY10" fmla="*/ 323603 h 9154402"/>
              <a:gd name="connsiteX11" fmla="*/ 1104850 w 2209695"/>
              <a:gd name="connsiteY11" fmla="*/ 2 h 9154402"/>
              <a:gd name="connsiteX12" fmla="*/ 1104848 w 2209695"/>
              <a:gd name="connsiteY12" fmla="*/ 0 h 9154402"/>
              <a:gd name="connsiteX0" fmla="*/ 1144487 w 2249334"/>
              <a:gd name="connsiteY0" fmla="*/ 0 h 9154755"/>
              <a:gd name="connsiteX1" fmla="*/ 1144487 w 2249334"/>
              <a:gd name="connsiteY1" fmla="*/ 0 h 9154755"/>
              <a:gd name="connsiteX2" fmla="*/ 1925732 w 2249334"/>
              <a:gd name="connsiteY2" fmla="*/ 323604 h 9154755"/>
              <a:gd name="connsiteX3" fmla="*/ 2249333 w 2249334"/>
              <a:gd name="connsiteY3" fmla="*/ 1104850 h 9154755"/>
              <a:gd name="connsiteX4" fmla="*/ 2249334 w 2249334"/>
              <a:gd name="connsiteY4" fmla="*/ 9154402 h 9154755"/>
              <a:gd name="connsiteX5" fmla="*/ 2249334 w 2249334"/>
              <a:gd name="connsiteY5" fmla="*/ 9154402 h 9154755"/>
              <a:gd name="connsiteX6" fmla="*/ 2249334 w 2249334"/>
              <a:gd name="connsiteY6" fmla="*/ 9154402 h 9154755"/>
              <a:gd name="connsiteX7" fmla="*/ 0 w 2249334"/>
              <a:gd name="connsiteY7" fmla="*/ 9154755 h 9154755"/>
              <a:gd name="connsiteX8" fmla="*/ 41142 w 2249334"/>
              <a:gd name="connsiteY8" fmla="*/ 8780893 h 9154755"/>
              <a:gd name="connsiteX9" fmla="*/ 39639 w 2249334"/>
              <a:gd name="connsiteY9" fmla="*/ 1104848 h 9154755"/>
              <a:gd name="connsiteX10" fmla="*/ 363243 w 2249334"/>
              <a:gd name="connsiteY10" fmla="*/ 323603 h 9154755"/>
              <a:gd name="connsiteX11" fmla="*/ 1144489 w 2249334"/>
              <a:gd name="connsiteY11" fmla="*/ 2 h 9154755"/>
              <a:gd name="connsiteX12" fmla="*/ 1144487 w 2249334"/>
              <a:gd name="connsiteY12" fmla="*/ 0 h 9154755"/>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1503 w 2209695"/>
              <a:gd name="connsiteY7" fmla="*/ 8780893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37157 w 2209695"/>
              <a:gd name="connsiteY7" fmla="*/ 8792966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37157 w 2301135"/>
              <a:gd name="connsiteY0" fmla="*/ 8792966 h 9245842"/>
              <a:gd name="connsiteX1" fmla="*/ 0 w 2301135"/>
              <a:gd name="connsiteY1" fmla="*/ 1104848 h 9245842"/>
              <a:gd name="connsiteX2" fmla="*/ 323604 w 2301135"/>
              <a:gd name="connsiteY2" fmla="*/ 323603 h 9245842"/>
              <a:gd name="connsiteX3" fmla="*/ 1104850 w 2301135"/>
              <a:gd name="connsiteY3" fmla="*/ 2 h 9245842"/>
              <a:gd name="connsiteX4" fmla="*/ 1104848 w 2301135"/>
              <a:gd name="connsiteY4" fmla="*/ 0 h 9245842"/>
              <a:gd name="connsiteX5" fmla="*/ 1104848 w 2301135"/>
              <a:gd name="connsiteY5" fmla="*/ 0 h 9245842"/>
              <a:gd name="connsiteX6" fmla="*/ 1886093 w 2301135"/>
              <a:gd name="connsiteY6" fmla="*/ 323604 h 9245842"/>
              <a:gd name="connsiteX7" fmla="*/ 2209694 w 2301135"/>
              <a:gd name="connsiteY7" fmla="*/ 1104850 h 9245842"/>
              <a:gd name="connsiteX8" fmla="*/ 2209695 w 2301135"/>
              <a:gd name="connsiteY8" fmla="*/ 9154402 h 9245842"/>
              <a:gd name="connsiteX9" fmla="*/ 2209695 w 2301135"/>
              <a:gd name="connsiteY9" fmla="*/ 9154402 h 9245842"/>
              <a:gd name="connsiteX10" fmla="*/ 2301135 w 2301135"/>
              <a:gd name="connsiteY10" fmla="*/ 9245842 h 9245842"/>
              <a:gd name="connsiteX0" fmla="*/ 37157 w 2209695"/>
              <a:gd name="connsiteY0" fmla="*/ 8792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132845 w 2209695"/>
              <a:gd name="connsiteY0" fmla="*/ 885693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70836 w 2209695"/>
              <a:gd name="connsiteY0" fmla="*/ 8848823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695" h="9154402">
                <a:moveTo>
                  <a:pt x="70836" y="8848823"/>
                </a:moveTo>
                <a:lnTo>
                  <a:pt x="0" y="1104848"/>
                </a:lnTo>
                <a:cubicBezTo>
                  <a:pt x="0" y="811824"/>
                  <a:pt x="116404" y="530802"/>
                  <a:pt x="323604" y="323603"/>
                </a:cubicBezTo>
                <a:cubicBezTo>
                  <a:pt x="530804" y="116404"/>
                  <a:pt x="811826" y="1"/>
                  <a:pt x="1104850" y="2"/>
                </a:cubicBezTo>
                <a:lnTo>
                  <a:pt x="1104848" y="0"/>
                </a:lnTo>
                <a:lnTo>
                  <a:pt x="1104848" y="0"/>
                </a:lnTo>
                <a:cubicBezTo>
                  <a:pt x="1397872" y="0"/>
                  <a:pt x="1678894" y="116404"/>
                  <a:pt x="1886093" y="323604"/>
                </a:cubicBezTo>
                <a:cubicBezTo>
                  <a:pt x="2093292" y="530804"/>
                  <a:pt x="2209695" y="811826"/>
                  <a:pt x="2209694" y="1104850"/>
                </a:cubicBezTo>
                <a:cubicBezTo>
                  <a:pt x="2209694" y="3788034"/>
                  <a:pt x="2209695" y="6471218"/>
                  <a:pt x="2209695" y="9154402"/>
                </a:cubicBezTo>
                <a:lnTo>
                  <a:pt x="2209695" y="9154402"/>
                </a:lnTo>
              </a:path>
            </a:pathLst>
          </a:cu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3" name="Freeform 22">
            <a:extLst>
              <a:ext uri="{FF2B5EF4-FFF2-40B4-BE49-F238E27FC236}">
                <a16:creationId xmlns:a16="http://schemas.microsoft.com/office/drawing/2014/main" id="{570DCCD9-90F8-FF46-9275-A2C80A91F07E}"/>
              </a:ext>
            </a:extLst>
          </p:cNvPr>
          <p:cNvSpPr/>
          <p:nvPr/>
        </p:nvSpPr>
        <p:spPr>
          <a:xfrm rot="15660000">
            <a:off x="6206199" y="76598"/>
            <a:ext cx="776553" cy="5295900"/>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chemeClr val="tx2">
              <a:alpha val="5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4" name="Freeform 23">
            <a:extLst>
              <a:ext uri="{FF2B5EF4-FFF2-40B4-BE49-F238E27FC236}">
                <a16:creationId xmlns:a16="http://schemas.microsoft.com/office/drawing/2014/main" id="{0429A044-E205-7D42-B817-F2CEAAAB75FB}"/>
              </a:ext>
            </a:extLst>
          </p:cNvPr>
          <p:cNvSpPr/>
          <p:nvPr/>
        </p:nvSpPr>
        <p:spPr>
          <a:xfrm rot="15660000">
            <a:off x="5704682" y="-461962"/>
            <a:ext cx="801688" cy="6321425"/>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rgbClr val="073779">
              <a:alpha val="50000"/>
            </a:srgbClr>
          </a:solidFill>
          <a:ln w="2540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5" name="Freeform 24">
            <a:extLst>
              <a:ext uri="{FF2B5EF4-FFF2-40B4-BE49-F238E27FC236}">
                <a16:creationId xmlns:a16="http://schemas.microsoft.com/office/drawing/2014/main" id="{48DB889B-8CB9-4844-B9A3-D91029E0A60C}"/>
              </a:ext>
            </a:extLst>
          </p:cNvPr>
          <p:cNvSpPr/>
          <p:nvPr/>
        </p:nvSpPr>
        <p:spPr>
          <a:xfrm rot="15660000">
            <a:off x="6441282" y="-82020"/>
            <a:ext cx="460375" cy="5103812"/>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099" h="5109912">
                <a:moveTo>
                  <a:pt x="0" y="5016061"/>
                </a:moveTo>
                <a:lnTo>
                  <a:pt x="0" y="5016061"/>
                </a:lnTo>
                <a:lnTo>
                  <a:pt x="0" y="251460"/>
                </a:ln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36054" y="5039297"/>
                  <a:pt x="552099" y="5109912"/>
                </a:cubicBezTo>
              </a:path>
            </a:pathLst>
          </a:custGeom>
          <a:solidFill>
            <a:schemeClr val="accent1">
              <a:alpha val="30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6" name="Freeform 25">
            <a:extLst>
              <a:ext uri="{FF2B5EF4-FFF2-40B4-BE49-F238E27FC236}">
                <a16:creationId xmlns:a16="http://schemas.microsoft.com/office/drawing/2014/main" id="{F0CDF797-3A2E-A546-9484-10EE544B259B}"/>
              </a:ext>
            </a:extLst>
          </p:cNvPr>
          <p:cNvSpPr/>
          <p:nvPr/>
        </p:nvSpPr>
        <p:spPr>
          <a:xfrm rot="15660000">
            <a:off x="7513242" y="1308762"/>
            <a:ext cx="440531" cy="2947987"/>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328 w 552099"/>
              <a:gd name="connsiteY1" fmla="*/ 2862849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328 w 552099"/>
              <a:gd name="connsiteY0" fmla="*/ 2862849 h 5109912"/>
              <a:gd name="connsiteX1" fmla="*/ 0 w 552099"/>
              <a:gd name="connsiteY1" fmla="*/ 251460 h 5109912"/>
              <a:gd name="connsiteX2" fmla="*/ 73651 w 552099"/>
              <a:gd name="connsiteY2" fmla="*/ 73651 h 5109912"/>
              <a:gd name="connsiteX3" fmla="*/ 251460 w 552099"/>
              <a:gd name="connsiteY3" fmla="*/ 0 h 5109912"/>
              <a:gd name="connsiteX4" fmla="*/ 251460 w 552099"/>
              <a:gd name="connsiteY4" fmla="*/ 0 h 5109912"/>
              <a:gd name="connsiteX5" fmla="*/ 429269 w 552099"/>
              <a:gd name="connsiteY5" fmla="*/ 73651 h 5109912"/>
              <a:gd name="connsiteX6" fmla="*/ 502920 w 552099"/>
              <a:gd name="connsiteY6" fmla="*/ 251460 h 5109912"/>
              <a:gd name="connsiteX7" fmla="*/ 552099 w 552099"/>
              <a:gd name="connsiteY7" fmla="*/ 5109912 h 5109912"/>
              <a:gd name="connsiteX0" fmla="*/ 328 w 543353"/>
              <a:gd name="connsiteY0" fmla="*/ 2862849 h 2928006"/>
              <a:gd name="connsiteX1" fmla="*/ 0 w 543353"/>
              <a:gd name="connsiteY1" fmla="*/ 251460 h 2928006"/>
              <a:gd name="connsiteX2" fmla="*/ 73651 w 543353"/>
              <a:gd name="connsiteY2" fmla="*/ 73651 h 2928006"/>
              <a:gd name="connsiteX3" fmla="*/ 251460 w 543353"/>
              <a:gd name="connsiteY3" fmla="*/ 0 h 2928006"/>
              <a:gd name="connsiteX4" fmla="*/ 251460 w 543353"/>
              <a:gd name="connsiteY4" fmla="*/ 0 h 2928006"/>
              <a:gd name="connsiteX5" fmla="*/ 429269 w 543353"/>
              <a:gd name="connsiteY5" fmla="*/ 73651 h 2928006"/>
              <a:gd name="connsiteX6" fmla="*/ 502920 w 543353"/>
              <a:gd name="connsiteY6" fmla="*/ 251460 h 2928006"/>
              <a:gd name="connsiteX7" fmla="*/ 543353 w 543353"/>
              <a:gd name="connsiteY7" fmla="*/ 2928006 h 2928006"/>
              <a:gd name="connsiteX0" fmla="*/ 328 w 537043"/>
              <a:gd name="connsiteY0" fmla="*/ 2862849 h 2967890"/>
              <a:gd name="connsiteX1" fmla="*/ 0 w 537043"/>
              <a:gd name="connsiteY1" fmla="*/ 251460 h 2967890"/>
              <a:gd name="connsiteX2" fmla="*/ 73651 w 537043"/>
              <a:gd name="connsiteY2" fmla="*/ 73651 h 2967890"/>
              <a:gd name="connsiteX3" fmla="*/ 251460 w 537043"/>
              <a:gd name="connsiteY3" fmla="*/ 0 h 2967890"/>
              <a:gd name="connsiteX4" fmla="*/ 251460 w 537043"/>
              <a:gd name="connsiteY4" fmla="*/ 0 h 2967890"/>
              <a:gd name="connsiteX5" fmla="*/ 429269 w 537043"/>
              <a:gd name="connsiteY5" fmla="*/ 73651 h 2967890"/>
              <a:gd name="connsiteX6" fmla="*/ 502920 w 537043"/>
              <a:gd name="connsiteY6" fmla="*/ 251460 h 2967890"/>
              <a:gd name="connsiteX7" fmla="*/ 537043 w 537043"/>
              <a:gd name="connsiteY7" fmla="*/ 2967890 h 2967890"/>
              <a:gd name="connsiteX0" fmla="*/ 328 w 528237"/>
              <a:gd name="connsiteY0" fmla="*/ 2862849 h 2951509"/>
              <a:gd name="connsiteX1" fmla="*/ 0 w 528237"/>
              <a:gd name="connsiteY1" fmla="*/ 251460 h 2951509"/>
              <a:gd name="connsiteX2" fmla="*/ 73651 w 528237"/>
              <a:gd name="connsiteY2" fmla="*/ 73651 h 2951509"/>
              <a:gd name="connsiteX3" fmla="*/ 251460 w 528237"/>
              <a:gd name="connsiteY3" fmla="*/ 0 h 2951509"/>
              <a:gd name="connsiteX4" fmla="*/ 251460 w 528237"/>
              <a:gd name="connsiteY4" fmla="*/ 0 h 2951509"/>
              <a:gd name="connsiteX5" fmla="*/ 429269 w 528237"/>
              <a:gd name="connsiteY5" fmla="*/ 73651 h 2951509"/>
              <a:gd name="connsiteX6" fmla="*/ 502920 w 528237"/>
              <a:gd name="connsiteY6" fmla="*/ 251460 h 2951509"/>
              <a:gd name="connsiteX7" fmla="*/ 524305 w 528237"/>
              <a:gd name="connsiteY7" fmla="*/ 2951509 h 295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8237" h="2951509">
                <a:moveTo>
                  <a:pt x="328" y="2862849"/>
                </a:moveTo>
                <a:cubicBezTo>
                  <a:pt x="219" y="1992386"/>
                  <a:pt x="109" y="1121923"/>
                  <a:pt x="0" y="251460"/>
                </a:cubicBez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05702" y="918020"/>
                  <a:pt x="524305" y="2951509"/>
                </a:cubicBezTo>
              </a:path>
            </a:pathLst>
          </a:custGeom>
          <a:solidFill>
            <a:schemeClr val="accent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7" name="Rectangle 26">
            <a:extLst>
              <a:ext uri="{FF2B5EF4-FFF2-40B4-BE49-F238E27FC236}">
                <a16:creationId xmlns:a16="http://schemas.microsoft.com/office/drawing/2014/main" id="{CED1A3FB-FFEB-B147-8344-924702BC45AE}"/>
              </a:ext>
            </a:extLst>
          </p:cNvPr>
          <p:cNvSpPr/>
          <p:nvPr/>
        </p:nvSpPr>
        <p:spPr>
          <a:xfrm>
            <a:off x="0" y="0"/>
            <a:ext cx="9144000" cy="5715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ctrTitle"/>
          </p:nvPr>
        </p:nvSpPr>
        <p:spPr>
          <a:xfrm rot="21042312">
            <a:off x="1248863" y="2970551"/>
            <a:ext cx="7324068" cy="1343839"/>
          </a:xfrm>
        </p:spPr>
        <p:txBody>
          <a:bodyPr anchor="b">
            <a:noAutofit/>
          </a:bodyPr>
          <a:lstStyle>
            <a:lvl1pPr algn="l">
              <a:defRPr sz="3833">
                <a:solidFill>
                  <a:schemeClr val="bg1"/>
                </a:solidFill>
              </a:defRPr>
            </a:lvl1pPr>
          </a:lstStyle>
          <a:p>
            <a:r>
              <a:rPr lang="en-US"/>
              <a:t>Click to edit Master title style</a:t>
            </a:r>
            <a:endParaRPr/>
          </a:p>
        </p:txBody>
      </p:sp>
      <p:sp>
        <p:nvSpPr>
          <p:cNvPr id="30" name="Picture Placeholder 2"/>
          <p:cNvSpPr>
            <a:spLocks noGrp="1"/>
          </p:cNvSpPr>
          <p:nvPr>
            <p:ph type="pic" idx="13"/>
          </p:nvPr>
        </p:nvSpPr>
        <p:spPr>
          <a:xfrm rot="21068552">
            <a:off x="914506" y="697238"/>
            <a:ext cx="3923711" cy="2337215"/>
          </a:xfrm>
          <a:prstGeom prst="roundRect">
            <a:avLst>
              <a:gd name="adj" fmla="val 7476"/>
            </a:avLst>
          </a:prstGeom>
          <a:ln w="63500">
            <a:solidFill>
              <a:schemeClr val="accent2"/>
            </a:solidFill>
          </a:ln>
        </p:spPr>
        <p:txBody>
          <a:bodyPr/>
          <a:lstStyle>
            <a:lvl1pPr marL="0" indent="0">
              <a:buNone/>
              <a:defRPr sz="2000"/>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r>
              <a:rPr lang="en-US" noProof="0"/>
              <a:t>Drag picture to placeholder or click icon to add</a:t>
            </a:r>
            <a:endParaRPr noProof="0"/>
          </a:p>
        </p:txBody>
      </p:sp>
      <p:sp>
        <p:nvSpPr>
          <p:cNvPr id="36" name="Subtitle 2"/>
          <p:cNvSpPr>
            <a:spLocks noGrp="1"/>
          </p:cNvSpPr>
          <p:nvPr>
            <p:ph type="subTitle" idx="1"/>
          </p:nvPr>
        </p:nvSpPr>
        <p:spPr>
          <a:xfrm rot="21060000">
            <a:off x="2550459" y="4159020"/>
            <a:ext cx="6400800" cy="762000"/>
          </a:xfrm>
        </p:spPr>
        <p:txBody>
          <a:bodyPr anchor="ctr" anchorCtr="0"/>
          <a:lstStyle>
            <a:lvl1pPr marL="0" indent="0" algn="l">
              <a:spcAft>
                <a:spcPts val="0"/>
              </a:spcAft>
              <a:buNone/>
              <a:defRPr sz="2000">
                <a:solidFill>
                  <a:schemeClr val="bg1"/>
                </a:solidFill>
                <a:effectLst/>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15869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4" name="Picture 31" descr="SectionHeaderOverlay.png">
            <a:extLst>
              <a:ext uri="{FF2B5EF4-FFF2-40B4-BE49-F238E27FC236}">
                <a16:creationId xmlns:a16="http://schemas.microsoft.com/office/drawing/2014/main" id="{FEEDFD06-B636-3E48-93C2-F63B6CA022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4">
            <a:extLst>
              <a:ext uri="{FF2B5EF4-FFF2-40B4-BE49-F238E27FC236}">
                <a16:creationId xmlns:a16="http://schemas.microsoft.com/office/drawing/2014/main" id="{9BCB8806-09BB-3845-BC59-C4F395ECEE51}"/>
              </a:ext>
            </a:extLst>
          </p:cNvPr>
          <p:cNvSpPr/>
          <p:nvPr/>
        </p:nvSpPr>
        <p:spPr>
          <a:xfrm rot="4809906">
            <a:off x="3500041" y="839391"/>
            <a:ext cx="916781" cy="8104188"/>
          </a:xfrm>
          <a:custGeom>
            <a:avLst/>
            <a:gdLst>
              <a:gd name="connsiteX0" fmla="*/ 533400 w 1066800"/>
              <a:gd name="connsiteY0" fmla="*/ 0 h 8120268"/>
              <a:gd name="connsiteX1" fmla="*/ 533400 w 1066800"/>
              <a:gd name="connsiteY1" fmla="*/ 0 h 8120268"/>
              <a:gd name="connsiteX2" fmla="*/ 910571 w 1066800"/>
              <a:gd name="connsiteY2" fmla="*/ 156230 h 8120268"/>
              <a:gd name="connsiteX3" fmla="*/ 1066800 w 1066800"/>
              <a:gd name="connsiteY3" fmla="*/ 533401 h 8120268"/>
              <a:gd name="connsiteX4" fmla="*/ 1066800 w 1066800"/>
              <a:gd name="connsiteY4" fmla="*/ 8120268 h 8120268"/>
              <a:gd name="connsiteX5" fmla="*/ 1066800 w 1066800"/>
              <a:gd name="connsiteY5" fmla="*/ 8120268 h 8120268"/>
              <a:gd name="connsiteX6" fmla="*/ 1066800 w 1066800"/>
              <a:gd name="connsiteY6" fmla="*/ 8120268 h 8120268"/>
              <a:gd name="connsiteX7" fmla="*/ 0 w 1066800"/>
              <a:gd name="connsiteY7" fmla="*/ 8120268 h 8120268"/>
              <a:gd name="connsiteX8" fmla="*/ 0 w 1066800"/>
              <a:gd name="connsiteY8" fmla="*/ 8120268 h 8120268"/>
              <a:gd name="connsiteX9" fmla="*/ 0 w 1066800"/>
              <a:gd name="connsiteY9" fmla="*/ 8120268 h 8120268"/>
              <a:gd name="connsiteX10" fmla="*/ 0 w 1066800"/>
              <a:gd name="connsiteY10" fmla="*/ 533400 h 8120268"/>
              <a:gd name="connsiteX11" fmla="*/ 156230 w 1066800"/>
              <a:gd name="connsiteY11" fmla="*/ 156229 h 8120268"/>
              <a:gd name="connsiteX12" fmla="*/ 533401 w 1066800"/>
              <a:gd name="connsiteY12" fmla="*/ 0 h 8120268"/>
              <a:gd name="connsiteX13" fmla="*/ 533400 w 1066800"/>
              <a:gd name="connsiteY13" fmla="*/ 0 h 8120268"/>
              <a:gd name="connsiteX0" fmla="*/ 533400 w 1109411"/>
              <a:gd name="connsiteY0" fmla="*/ 602505 h 8722773"/>
              <a:gd name="connsiteX1" fmla="*/ 533400 w 1109411"/>
              <a:gd name="connsiteY1" fmla="*/ 602505 h 8722773"/>
              <a:gd name="connsiteX2" fmla="*/ 910571 w 1109411"/>
              <a:gd name="connsiteY2" fmla="*/ 758735 h 8722773"/>
              <a:gd name="connsiteX3" fmla="*/ 1066800 w 1109411"/>
              <a:gd name="connsiteY3" fmla="*/ 1135906 h 8722773"/>
              <a:gd name="connsiteX4" fmla="*/ 1109048 w 1109411"/>
              <a:gd name="connsiteY4" fmla="*/ 7478466 h 8722773"/>
              <a:gd name="connsiteX5" fmla="*/ 1066800 w 1109411"/>
              <a:gd name="connsiteY5" fmla="*/ 8722773 h 8722773"/>
              <a:gd name="connsiteX6" fmla="*/ 1066800 w 1109411"/>
              <a:gd name="connsiteY6" fmla="*/ 8722773 h 8722773"/>
              <a:gd name="connsiteX7" fmla="*/ 1066800 w 1109411"/>
              <a:gd name="connsiteY7" fmla="*/ 8722773 h 8722773"/>
              <a:gd name="connsiteX8" fmla="*/ 0 w 1109411"/>
              <a:gd name="connsiteY8" fmla="*/ 8722773 h 8722773"/>
              <a:gd name="connsiteX9" fmla="*/ 0 w 1109411"/>
              <a:gd name="connsiteY9" fmla="*/ 8722773 h 8722773"/>
              <a:gd name="connsiteX10" fmla="*/ 0 w 1109411"/>
              <a:gd name="connsiteY10" fmla="*/ 8722773 h 8722773"/>
              <a:gd name="connsiteX11" fmla="*/ 0 w 1109411"/>
              <a:gd name="connsiteY11" fmla="*/ 1135905 h 8722773"/>
              <a:gd name="connsiteX12" fmla="*/ 156230 w 1109411"/>
              <a:gd name="connsiteY12" fmla="*/ 758734 h 8722773"/>
              <a:gd name="connsiteX13" fmla="*/ 533401 w 1109411"/>
              <a:gd name="connsiteY13" fmla="*/ 602505 h 8722773"/>
              <a:gd name="connsiteX14" fmla="*/ 533400 w 1109411"/>
              <a:gd name="connsiteY14" fmla="*/ 602505 h 8722773"/>
              <a:gd name="connsiteX0" fmla="*/ 533400 w 1109411"/>
              <a:gd name="connsiteY0" fmla="*/ 602505 h 8722773"/>
              <a:gd name="connsiteX1" fmla="*/ 533400 w 1109411"/>
              <a:gd name="connsiteY1" fmla="*/ 602505 h 8722773"/>
              <a:gd name="connsiteX2" fmla="*/ 910571 w 1109411"/>
              <a:gd name="connsiteY2" fmla="*/ 758735 h 8722773"/>
              <a:gd name="connsiteX3" fmla="*/ 1066800 w 1109411"/>
              <a:gd name="connsiteY3" fmla="*/ 1135906 h 8722773"/>
              <a:gd name="connsiteX4" fmla="*/ 1109048 w 1109411"/>
              <a:gd name="connsiteY4" fmla="*/ 7478466 h 8722773"/>
              <a:gd name="connsiteX5" fmla="*/ 1066800 w 1109411"/>
              <a:gd name="connsiteY5" fmla="*/ 8722773 h 8722773"/>
              <a:gd name="connsiteX6" fmla="*/ 1066800 w 1109411"/>
              <a:gd name="connsiteY6" fmla="*/ 8722773 h 8722773"/>
              <a:gd name="connsiteX7" fmla="*/ 1066800 w 1109411"/>
              <a:gd name="connsiteY7" fmla="*/ 8722773 h 8722773"/>
              <a:gd name="connsiteX8" fmla="*/ 0 w 1109411"/>
              <a:gd name="connsiteY8" fmla="*/ 8722773 h 8722773"/>
              <a:gd name="connsiteX9" fmla="*/ 0 w 1109411"/>
              <a:gd name="connsiteY9" fmla="*/ 8722773 h 8722773"/>
              <a:gd name="connsiteX10" fmla="*/ 0 w 1109411"/>
              <a:gd name="connsiteY10" fmla="*/ 8722773 h 8722773"/>
              <a:gd name="connsiteX11" fmla="*/ 0 w 1109411"/>
              <a:gd name="connsiteY11" fmla="*/ 1135905 h 8722773"/>
              <a:gd name="connsiteX12" fmla="*/ 156230 w 1109411"/>
              <a:gd name="connsiteY12" fmla="*/ 758734 h 8722773"/>
              <a:gd name="connsiteX13" fmla="*/ 533401 w 1109411"/>
              <a:gd name="connsiteY13" fmla="*/ 602505 h 8722773"/>
              <a:gd name="connsiteX14" fmla="*/ 533400 w 1109411"/>
              <a:gd name="connsiteY14" fmla="*/ 602505 h 8722773"/>
              <a:gd name="connsiteX0" fmla="*/ 533400 w 1128952"/>
              <a:gd name="connsiteY0" fmla="*/ 602505 h 8722773"/>
              <a:gd name="connsiteX1" fmla="*/ 533400 w 1128952"/>
              <a:gd name="connsiteY1" fmla="*/ 602505 h 8722773"/>
              <a:gd name="connsiteX2" fmla="*/ 910571 w 1128952"/>
              <a:gd name="connsiteY2" fmla="*/ 758735 h 8722773"/>
              <a:gd name="connsiteX3" fmla="*/ 1066800 w 1128952"/>
              <a:gd name="connsiteY3" fmla="*/ 1135906 h 8722773"/>
              <a:gd name="connsiteX4" fmla="*/ 1109048 w 1128952"/>
              <a:gd name="connsiteY4" fmla="*/ 7478466 h 8722773"/>
              <a:gd name="connsiteX5" fmla="*/ 1066800 w 1128952"/>
              <a:gd name="connsiteY5" fmla="*/ 8722773 h 8722773"/>
              <a:gd name="connsiteX6" fmla="*/ 1066800 w 1128952"/>
              <a:gd name="connsiteY6" fmla="*/ 8722773 h 8722773"/>
              <a:gd name="connsiteX7" fmla="*/ 1066800 w 1128952"/>
              <a:gd name="connsiteY7" fmla="*/ 8722773 h 8722773"/>
              <a:gd name="connsiteX8" fmla="*/ 0 w 1128952"/>
              <a:gd name="connsiteY8" fmla="*/ 8722773 h 8722773"/>
              <a:gd name="connsiteX9" fmla="*/ 0 w 1128952"/>
              <a:gd name="connsiteY9" fmla="*/ 8722773 h 8722773"/>
              <a:gd name="connsiteX10" fmla="*/ 0 w 1128952"/>
              <a:gd name="connsiteY10" fmla="*/ 8722773 h 8722773"/>
              <a:gd name="connsiteX11" fmla="*/ 0 w 1128952"/>
              <a:gd name="connsiteY11" fmla="*/ 1135905 h 8722773"/>
              <a:gd name="connsiteX12" fmla="*/ 156230 w 1128952"/>
              <a:gd name="connsiteY12" fmla="*/ 758734 h 8722773"/>
              <a:gd name="connsiteX13" fmla="*/ 533401 w 1128952"/>
              <a:gd name="connsiteY13" fmla="*/ 602505 h 8722773"/>
              <a:gd name="connsiteX14" fmla="*/ 533400 w 1128952"/>
              <a:gd name="connsiteY14" fmla="*/ 602505 h 8722773"/>
              <a:gd name="connsiteX0" fmla="*/ 533400 w 1109048"/>
              <a:gd name="connsiteY0" fmla="*/ 602505 h 8722773"/>
              <a:gd name="connsiteX1" fmla="*/ 533400 w 1109048"/>
              <a:gd name="connsiteY1" fmla="*/ 602505 h 8722773"/>
              <a:gd name="connsiteX2" fmla="*/ 910571 w 1109048"/>
              <a:gd name="connsiteY2" fmla="*/ 758735 h 8722773"/>
              <a:gd name="connsiteX3" fmla="*/ 1066800 w 1109048"/>
              <a:gd name="connsiteY3" fmla="*/ 1135906 h 8722773"/>
              <a:gd name="connsiteX4" fmla="*/ 1109048 w 1109048"/>
              <a:gd name="connsiteY4" fmla="*/ 7478466 h 8722773"/>
              <a:gd name="connsiteX5" fmla="*/ 1066800 w 1109048"/>
              <a:gd name="connsiteY5" fmla="*/ 8722773 h 8722773"/>
              <a:gd name="connsiteX6" fmla="*/ 1066800 w 1109048"/>
              <a:gd name="connsiteY6" fmla="*/ 8722773 h 8722773"/>
              <a:gd name="connsiteX7" fmla="*/ 1066800 w 1109048"/>
              <a:gd name="connsiteY7" fmla="*/ 8722773 h 8722773"/>
              <a:gd name="connsiteX8" fmla="*/ 0 w 1109048"/>
              <a:gd name="connsiteY8" fmla="*/ 8722773 h 8722773"/>
              <a:gd name="connsiteX9" fmla="*/ 0 w 1109048"/>
              <a:gd name="connsiteY9" fmla="*/ 8722773 h 8722773"/>
              <a:gd name="connsiteX10" fmla="*/ 0 w 1109048"/>
              <a:gd name="connsiteY10" fmla="*/ 8722773 h 8722773"/>
              <a:gd name="connsiteX11" fmla="*/ 0 w 1109048"/>
              <a:gd name="connsiteY11" fmla="*/ 1135905 h 8722773"/>
              <a:gd name="connsiteX12" fmla="*/ 156230 w 1109048"/>
              <a:gd name="connsiteY12" fmla="*/ 758734 h 8722773"/>
              <a:gd name="connsiteX13" fmla="*/ 533401 w 1109048"/>
              <a:gd name="connsiteY13" fmla="*/ 602505 h 8722773"/>
              <a:gd name="connsiteX14" fmla="*/ 533400 w 1109048"/>
              <a:gd name="connsiteY14" fmla="*/ 602505 h 8722773"/>
              <a:gd name="connsiteX0" fmla="*/ 533400 w 1109048"/>
              <a:gd name="connsiteY0" fmla="*/ 602799 h 8723067"/>
              <a:gd name="connsiteX1" fmla="*/ 533400 w 1109048"/>
              <a:gd name="connsiteY1" fmla="*/ 602799 h 8723067"/>
              <a:gd name="connsiteX2" fmla="*/ 910571 w 1109048"/>
              <a:gd name="connsiteY2" fmla="*/ 759029 h 8723067"/>
              <a:gd name="connsiteX3" fmla="*/ 1066800 w 1109048"/>
              <a:gd name="connsiteY3" fmla="*/ 1136200 h 8723067"/>
              <a:gd name="connsiteX4" fmla="*/ 1109048 w 1109048"/>
              <a:gd name="connsiteY4" fmla="*/ 7478760 h 8723067"/>
              <a:gd name="connsiteX5" fmla="*/ 1066800 w 1109048"/>
              <a:gd name="connsiteY5" fmla="*/ 8723067 h 8723067"/>
              <a:gd name="connsiteX6" fmla="*/ 1066800 w 1109048"/>
              <a:gd name="connsiteY6" fmla="*/ 8723067 h 8723067"/>
              <a:gd name="connsiteX7" fmla="*/ 1066800 w 1109048"/>
              <a:gd name="connsiteY7" fmla="*/ 8723067 h 8723067"/>
              <a:gd name="connsiteX8" fmla="*/ 0 w 1109048"/>
              <a:gd name="connsiteY8" fmla="*/ 8723067 h 8723067"/>
              <a:gd name="connsiteX9" fmla="*/ 0 w 1109048"/>
              <a:gd name="connsiteY9" fmla="*/ 8723067 h 8723067"/>
              <a:gd name="connsiteX10" fmla="*/ 0 w 1109048"/>
              <a:gd name="connsiteY10" fmla="*/ 8723067 h 8723067"/>
              <a:gd name="connsiteX11" fmla="*/ 0 w 1109048"/>
              <a:gd name="connsiteY11" fmla="*/ 1136199 h 8723067"/>
              <a:gd name="connsiteX12" fmla="*/ 156230 w 1109048"/>
              <a:gd name="connsiteY12" fmla="*/ 759028 h 8723067"/>
              <a:gd name="connsiteX13" fmla="*/ 533401 w 1109048"/>
              <a:gd name="connsiteY13" fmla="*/ 602799 h 8723067"/>
              <a:gd name="connsiteX14" fmla="*/ 533400 w 1109048"/>
              <a:gd name="connsiteY14" fmla="*/ 602799 h 8723067"/>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1066800 w 1109048"/>
              <a:gd name="connsiteY7" fmla="*/ 8120268 h 8120268"/>
              <a:gd name="connsiteX8" fmla="*/ 0 w 1109048"/>
              <a:gd name="connsiteY8" fmla="*/ 8120268 h 8120268"/>
              <a:gd name="connsiteX9" fmla="*/ 0 w 1109048"/>
              <a:gd name="connsiteY9" fmla="*/ 8120268 h 8120268"/>
              <a:gd name="connsiteX10" fmla="*/ 0 w 1109048"/>
              <a:gd name="connsiteY10" fmla="*/ 8120268 h 8120268"/>
              <a:gd name="connsiteX11" fmla="*/ 0 w 1109048"/>
              <a:gd name="connsiteY11" fmla="*/ 533400 h 8120268"/>
              <a:gd name="connsiteX12" fmla="*/ 156230 w 1109048"/>
              <a:gd name="connsiteY12" fmla="*/ 156229 h 8120268"/>
              <a:gd name="connsiteX13" fmla="*/ 533401 w 1109048"/>
              <a:gd name="connsiteY13" fmla="*/ 0 h 8120268"/>
              <a:gd name="connsiteX14" fmla="*/ 533400 w 1109048"/>
              <a:gd name="connsiteY14"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852372 w 1109048"/>
              <a:gd name="connsiteY7" fmla="*/ 8083096 h 8120268"/>
              <a:gd name="connsiteX8" fmla="*/ 0 w 1109048"/>
              <a:gd name="connsiteY8" fmla="*/ 8120268 h 8120268"/>
              <a:gd name="connsiteX9" fmla="*/ 0 w 1109048"/>
              <a:gd name="connsiteY9" fmla="*/ 8120268 h 8120268"/>
              <a:gd name="connsiteX10" fmla="*/ 0 w 1109048"/>
              <a:gd name="connsiteY10" fmla="*/ 8120268 h 8120268"/>
              <a:gd name="connsiteX11" fmla="*/ 0 w 1109048"/>
              <a:gd name="connsiteY11" fmla="*/ 533400 h 8120268"/>
              <a:gd name="connsiteX12" fmla="*/ 156230 w 1109048"/>
              <a:gd name="connsiteY12" fmla="*/ 156229 h 8120268"/>
              <a:gd name="connsiteX13" fmla="*/ 533401 w 1109048"/>
              <a:gd name="connsiteY13" fmla="*/ 0 h 8120268"/>
              <a:gd name="connsiteX14" fmla="*/ 533400 w 1109048"/>
              <a:gd name="connsiteY14"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1084010 w 1109048"/>
              <a:gd name="connsiteY7" fmla="*/ 8053661 h 8120268"/>
              <a:gd name="connsiteX8" fmla="*/ 852372 w 1109048"/>
              <a:gd name="connsiteY8" fmla="*/ 8083096 h 8120268"/>
              <a:gd name="connsiteX9" fmla="*/ 0 w 1109048"/>
              <a:gd name="connsiteY9" fmla="*/ 8120268 h 8120268"/>
              <a:gd name="connsiteX10" fmla="*/ 0 w 1109048"/>
              <a:gd name="connsiteY10" fmla="*/ 8120268 h 8120268"/>
              <a:gd name="connsiteX11" fmla="*/ 0 w 1109048"/>
              <a:gd name="connsiteY11" fmla="*/ 8120268 h 8120268"/>
              <a:gd name="connsiteX12" fmla="*/ 0 w 1109048"/>
              <a:gd name="connsiteY12" fmla="*/ 533400 h 8120268"/>
              <a:gd name="connsiteX13" fmla="*/ 156230 w 1109048"/>
              <a:gd name="connsiteY13" fmla="*/ 156229 h 8120268"/>
              <a:gd name="connsiteX14" fmla="*/ 533401 w 1109048"/>
              <a:gd name="connsiteY14" fmla="*/ 0 h 8120268"/>
              <a:gd name="connsiteX15" fmla="*/ 533400 w 1109048"/>
              <a:gd name="connsiteY15"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852372 w 1109048"/>
              <a:gd name="connsiteY7" fmla="*/ 8083096 h 8120268"/>
              <a:gd name="connsiteX8" fmla="*/ 0 w 1109048"/>
              <a:gd name="connsiteY8" fmla="*/ 8120268 h 8120268"/>
              <a:gd name="connsiteX9" fmla="*/ 0 w 1109048"/>
              <a:gd name="connsiteY9" fmla="*/ 8120268 h 8120268"/>
              <a:gd name="connsiteX10" fmla="*/ 0 w 1109048"/>
              <a:gd name="connsiteY10" fmla="*/ 8120268 h 8120268"/>
              <a:gd name="connsiteX11" fmla="*/ 0 w 1109048"/>
              <a:gd name="connsiteY11" fmla="*/ 533400 h 8120268"/>
              <a:gd name="connsiteX12" fmla="*/ 156230 w 1109048"/>
              <a:gd name="connsiteY12" fmla="*/ 156229 h 8120268"/>
              <a:gd name="connsiteX13" fmla="*/ 533401 w 1109048"/>
              <a:gd name="connsiteY13" fmla="*/ 0 h 8120268"/>
              <a:gd name="connsiteX14" fmla="*/ 533400 w 1109048"/>
              <a:gd name="connsiteY14"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852372 w 1109048"/>
              <a:gd name="connsiteY6" fmla="*/ 8083096 h 8120268"/>
              <a:gd name="connsiteX7" fmla="*/ 0 w 1109048"/>
              <a:gd name="connsiteY7" fmla="*/ 8120268 h 8120268"/>
              <a:gd name="connsiteX8" fmla="*/ 0 w 1109048"/>
              <a:gd name="connsiteY8" fmla="*/ 8120268 h 8120268"/>
              <a:gd name="connsiteX9" fmla="*/ 0 w 1109048"/>
              <a:gd name="connsiteY9" fmla="*/ 8120268 h 8120268"/>
              <a:gd name="connsiteX10" fmla="*/ 0 w 1109048"/>
              <a:gd name="connsiteY10" fmla="*/ 533400 h 8120268"/>
              <a:gd name="connsiteX11" fmla="*/ 156230 w 1109048"/>
              <a:gd name="connsiteY11" fmla="*/ 156229 h 8120268"/>
              <a:gd name="connsiteX12" fmla="*/ 533401 w 1109048"/>
              <a:gd name="connsiteY12" fmla="*/ 0 h 8120268"/>
              <a:gd name="connsiteX13" fmla="*/ 533400 w 1109048"/>
              <a:gd name="connsiteY13"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852372 w 1109048"/>
              <a:gd name="connsiteY5" fmla="*/ 8083096 h 8120268"/>
              <a:gd name="connsiteX6" fmla="*/ 0 w 1109048"/>
              <a:gd name="connsiteY6" fmla="*/ 8120268 h 8120268"/>
              <a:gd name="connsiteX7" fmla="*/ 0 w 1109048"/>
              <a:gd name="connsiteY7" fmla="*/ 8120268 h 8120268"/>
              <a:gd name="connsiteX8" fmla="*/ 0 w 1109048"/>
              <a:gd name="connsiteY8" fmla="*/ 8120268 h 8120268"/>
              <a:gd name="connsiteX9" fmla="*/ 0 w 1109048"/>
              <a:gd name="connsiteY9" fmla="*/ 533400 h 8120268"/>
              <a:gd name="connsiteX10" fmla="*/ 156230 w 1109048"/>
              <a:gd name="connsiteY10" fmla="*/ 156229 h 8120268"/>
              <a:gd name="connsiteX11" fmla="*/ 533401 w 1109048"/>
              <a:gd name="connsiteY11" fmla="*/ 0 h 8120268"/>
              <a:gd name="connsiteX12" fmla="*/ 533400 w 1109048"/>
              <a:gd name="connsiteY12"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852372 w 1109048"/>
              <a:gd name="connsiteY5" fmla="*/ 8083096 h 8120268"/>
              <a:gd name="connsiteX6" fmla="*/ 0 w 1109048"/>
              <a:gd name="connsiteY6" fmla="*/ 8120268 h 8120268"/>
              <a:gd name="connsiteX7" fmla="*/ 0 w 1109048"/>
              <a:gd name="connsiteY7" fmla="*/ 8120268 h 8120268"/>
              <a:gd name="connsiteX8" fmla="*/ 17782 w 1109048"/>
              <a:gd name="connsiteY8" fmla="*/ 7974865 h 8120268"/>
              <a:gd name="connsiteX9" fmla="*/ 0 w 1109048"/>
              <a:gd name="connsiteY9" fmla="*/ 533400 h 8120268"/>
              <a:gd name="connsiteX10" fmla="*/ 156230 w 1109048"/>
              <a:gd name="connsiteY10" fmla="*/ 156229 h 8120268"/>
              <a:gd name="connsiteX11" fmla="*/ 533401 w 1109048"/>
              <a:gd name="connsiteY11" fmla="*/ 0 h 8120268"/>
              <a:gd name="connsiteX12" fmla="*/ 533400 w 1109048"/>
              <a:gd name="connsiteY12"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852372 w 1109048"/>
              <a:gd name="connsiteY5" fmla="*/ 8083096 h 8120268"/>
              <a:gd name="connsiteX6" fmla="*/ 0 w 1109048"/>
              <a:gd name="connsiteY6" fmla="*/ 8120268 h 8120268"/>
              <a:gd name="connsiteX7" fmla="*/ 17782 w 1109048"/>
              <a:gd name="connsiteY7" fmla="*/ 7974865 h 8120268"/>
              <a:gd name="connsiteX8" fmla="*/ 0 w 1109048"/>
              <a:gd name="connsiteY8" fmla="*/ 533400 h 8120268"/>
              <a:gd name="connsiteX9" fmla="*/ 156230 w 1109048"/>
              <a:gd name="connsiteY9" fmla="*/ 156229 h 8120268"/>
              <a:gd name="connsiteX10" fmla="*/ 533401 w 1109048"/>
              <a:gd name="connsiteY10" fmla="*/ 0 h 8120268"/>
              <a:gd name="connsiteX11" fmla="*/ 533400 w 1109048"/>
              <a:gd name="connsiteY11" fmla="*/ 0 h 8120268"/>
              <a:gd name="connsiteX0" fmla="*/ 533400 w 1109048"/>
              <a:gd name="connsiteY0" fmla="*/ 0 h 8083096"/>
              <a:gd name="connsiteX1" fmla="*/ 533400 w 1109048"/>
              <a:gd name="connsiteY1" fmla="*/ 0 h 8083096"/>
              <a:gd name="connsiteX2" fmla="*/ 910571 w 1109048"/>
              <a:gd name="connsiteY2" fmla="*/ 156230 h 8083096"/>
              <a:gd name="connsiteX3" fmla="*/ 1066800 w 1109048"/>
              <a:gd name="connsiteY3" fmla="*/ 533401 h 8083096"/>
              <a:gd name="connsiteX4" fmla="*/ 1109048 w 1109048"/>
              <a:gd name="connsiteY4" fmla="*/ 6875961 h 8083096"/>
              <a:gd name="connsiteX5" fmla="*/ 852372 w 1109048"/>
              <a:gd name="connsiteY5" fmla="*/ 8083096 h 8083096"/>
              <a:gd name="connsiteX6" fmla="*/ 17782 w 1109048"/>
              <a:gd name="connsiteY6" fmla="*/ 7974865 h 8083096"/>
              <a:gd name="connsiteX7" fmla="*/ 0 w 1109048"/>
              <a:gd name="connsiteY7" fmla="*/ 533400 h 8083096"/>
              <a:gd name="connsiteX8" fmla="*/ 156230 w 1109048"/>
              <a:gd name="connsiteY8" fmla="*/ 156229 h 8083096"/>
              <a:gd name="connsiteX9" fmla="*/ 533401 w 1109048"/>
              <a:gd name="connsiteY9" fmla="*/ 0 h 8083096"/>
              <a:gd name="connsiteX10" fmla="*/ 533400 w 1109048"/>
              <a:gd name="connsiteY10" fmla="*/ 0 h 8083096"/>
              <a:gd name="connsiteX0" fmla="*/ 533400 w 1100209"/>
              <a:gd name="connsiteY0" fmla="*/ 0 h 8083096"/>
              <a:gd name="connsiteX1" fmla="*/ 533400 w 1100209"/>
              <a:gd name="connsiteY1" fmla="*/ 0 h 8083096"/>
              <a:gd name="connsiteX2" fmla="*/ 910571 w 1100209"/>
              <a:gd name="connsiteY2" fmla="*/ 156230 h 8083096"/>
              <a:gd name="connsiteX3" fmla="*/ 1066800 w 1100209"/>
              <a:gd name="connsiteY3" fmla="*/ 533401 h 8083096"/>
              <a:gd name="connsiteX4" fmla="*/ 1100209 w 1100209"/>
              <a:gd name="connsiteY4" fmla="*/ 6755640 h 8083096"/>
              <a:gd name="connsiteX5" fmla="*/ 852372 w 1100209"/>
              <a:gd name="connsiteY5" fmla="*/ 8083096 h 8083096"/>
              <a:gd name="connsiteX6" fmla="*/ 17782 w 1100209"/>
              <a:gd name="connsiteY6" fmla="*/ 7974865 h 8083096"/>
              <a:gd name="connsiteX7" fmla="*/ 0 w 1100209"/>
              <a:gd name="connsiteY7" fmla="*/ 533400 h 8083096"/>
              <a:gd name="connsiteX8" fmla="*/ 156230 w 1100209"/>
              <a:gd name="connsiteY8" fmla="*/ 156229 h 8083096"/>
              <a:gd name="connsiteX9" fmla="*/ 533401 w 1100209"/>
              <a:gd name="connsiteY9" fmla="*/ 0 h 8083096"/>
              <a:gd name="connsiteX10" fmla="*/ 533400 w 1100209"/>
              <a:gd name="connsiteY10" fmla="*/ 0 h 8083096"/>
              <a:gd name="connsiteX0" fmla="*/ 533400 w 1100209"/>
              <a:gd name="connsiteY0" fmla="*/ 0 h 8104720"/>
              <a:gd name="connsiteX1" fmla="*/ 533400 w 1100209"/>
              <a:gd name="connsiteY1" fmla="*/ 0 h 8104720"/>
              <a:gd name="connsiteX2" fmla="*/ 910571 w 1100209"/>
              <a:gd name="connsiteY2" fmla="*/ 156230 h 8104720"/>
              <a:gd name="connsiteX3" fmla="*/ 1066800 w 1100209"/>
              <a:gd name="connsiteY3" fmla="*/ 533401 h 8104720"/>
              <a:gd name="connsiteX4" fmla="*/ 1100209 w 1100209"/>
              <a:gd name="connsiteY4" fmla="*/ 6755640 h 8104720"/>
              <a:gd name="connsiteX5" fmla="*/ 848624 w 1100209"/>
              <a:gd name="connsiteY5" fmla="*/ 8104720 h 8104720"/>
              <a:gd name="connsiteX6" fmla="*/ 17782 w 1100209"/>
              <a:gd name="connsiteY6" fmla="*/ 7974865 h 8104720"/>
              <a:gd name="connsiteX7" fmla="*/ 0 w 1100209"/>
              <a:gd name="connsiteY7" fmla="*/ 533400 h 8104720"/>
              <a:gd name="connsiteX8" fmla="*/ 156230 w 1100209"/>
              <a:gd name="connsiteY8" fmla="*/ 156229 h 8104720"/>
              <a:gd name="connsiteX9" fmla="*/ 533401 w 1100209"/>
              <a:gd name="connsiteY9" fmla="*/ 0 h 8104720"/>
              <a:gd name="connsiteX10" fmla="*/ 533400 w 1100209"/>
              <a:gd name="connsiteY10" fmla="*/ 0 h 810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0209" h="8104720">
                <a:moveTo>
                  <a:pt x="533400" y="0"/>
                </a:moveTo>
                <a:lnTo>
                  <a:pt x="533400" y="0"/>
                </a:lnTo>
                <a:cubicBezTo>
                  <a:pt x="674867" y="0"/>
                  <a:pt x="810539" y="56198"/>
                  <a:pt x="910571" y="156230"/>
                </a:cubicBezTo>
                <a:cubicBezTo>
                  <a:pt x="1010603" y="256262"/>
                  <a:pt x="1055019" y="390601"/>
                  <a:pt x="1066800" y="533401"/>
                </a:cubicBezTo>
                <a:cubicBezTo>
                  <a:pt x="1066437" y="2679490"/>
                  <a:pt x="1093715" y="6711917"/>
                  <a:pt x="1100209" y="6755640"/>
                </a:cubicBezTo>
                <a:lnTo>
                  <a:pt x="848624" y="8104720"/>
                </a:lnTo>
                <a:lnTo>
                  <a:pt x="17782" y="7974865"/>
                </a:lnTo>
                <a:cubicBezTo>
                  <a:pt x="11855" y="5494377"/>
                  <a:pt x="5927" y="3013888"/>
                  <a:pt x="0" y="533400"/>
                </a:cubicBezTo>
                <a:cubicBezTo>
                  <a:pt x="0" y="391933"/>
                  <a:pt x="56198" y="256261"/>
                  <a:pt x="156230" y="156229"/>
                </a:cubicBezTo>
                <a:cubicBezTo>
                  <a:pt x="256262" y="56197"/>
                  <a:pt x="391935" y="0"/>
                  <a:pt x="533401" y="0"/>
                </a:cubicBezTo>
                <a:lnTo>
                  <a:pt x="533400" y="0"/>
                </a:lnTo>
                <a:close/>
              </a:path>
            </a:pathLst>
          </a:custGeom>
          <a:solidFill>
            <a:schemeClr val="accent1">
              <a:alpha val="30000"/>
            </a:schemeClr>
          </a:solidFill>
          <a:ln>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6" name="Freeform 5">
            <a:extLst>
              <a:ext uri="{FF2B5EF4-FFF2-40B4-BE49-F238E27FC236}">
                <a16:creationId xmlns:a16="http://schemas.microsoft.com/office/drawing/2014/main" id="{7C6AD5BB-95C2-424C-9DB1-E3B69C1212B4}"/>
              </a:ext>
            </a:extLst>
          </p:cNvPr>
          <p:cNvSpPr/>
          <p:nvPr/>
        </p:nvSpPr>
        <p:spPr>
          <a:xfrm rot="15600000" flipH="1" flipV="1">
            <a:off x="3560631" y="-1143132"/>
            <a:ext cx="1673489" cy="9264650"/>
          </a:xfrm>
          <a:custGeom>
            <a:avLst/>
            <a:gdLst>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1503 w 2209695"/>
              <a:gd name="connsiteY10" fmla="*/ 8780893 h 9154402"/>
              <a:gd name="connsiteX11" fmla="*/ 0 w 2209695"/>
              <a:gd name="connsiteY11" fmla="*/ 1104848 h 9154402"/>
              <a:gd name="connsiteX12" fmla="*/ 323604 w 2209695"/>
              <a:gd name="connsiteY12" fmla="*/ 323603 h 9154402"/>
              <a:gd name="connsiteX13" fmla="*/ 1104850 w 2209695"/>
              <a:gd name="connsiteY13" fmla="*/ 2 h 9154402"/>
              <a:gd name="connsiteX14" fmla="*/ 1104848 w 2209695"/>
              <a:gd name="connsiteY14"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1503 w 2209695"/>
              <a:gd name="connsiteY9" fmla="*/ 8780893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1503 w 2209695"/>
              <a:gd name="connsiteY8" fmla="*/ 8780893 h 9154402"/>
              <a:gd name="connsiteX9" fmla="*/ 0 w 2209695"/>
              <a:gd name="connsiteY9" fmla="*/ 1104848 h 9154402"/>
              <a:gd name="connsiteX10" fmla="*/ 323604 w 2209695"/>
              <a:gd name="connsiteY10" fmla="*/ 323603 h 9154402"/>
              <a:gd name="connsiteX11" fmla="*/ 1104850 w 2209695"/>
              <a:gd name="connsiteY11" fmla="*/ 2 h 9154402"/>
              <a:gd name="connsiteX12" fmla="*/ 1104848 w 2209695"/>
              <a:gd name="connsiteY12" fmla="*/ 0 h 9154402"/>
              <a:gd name="connsiteX0" fmla="*/ 1144487 w 2249334"/>
              <a:gd name="connsiteY0" fmla="*/ 0 h 9154755"/>
              <a:gd name="connsiteX1" fmla="*/ 1144487 w 2249334"/>
              <a:gd name="connsiteY1" fmla="*/ 0 h 9154755"/>
              <a:gd name="connsiteX2" fmla="*/ 1925732 w 2249334"/>
              <a:gd name="connsiteY2" fmla="*/ 323604 h 9154755"/>
              <a:gd name="connsiteX3" fmla="*/ 2249333 w 2249334"/>
              <a:gd name="connsiteY3" fmla="*/ 1104850 h 9154755"/>
              <a:gd name="connsiteX4" fmla="*/ 2249334 w 2249334"/>
              <a:gd name="connsiteY4" fmla="*/ 9154402 h 9154755"/>
              <a:gd name="connsiteX5" fmla="*/ 2249334 w 2249334"/>
              <a:gd name="connsiteY5" fmla="*/ 9154402 h 9154755"/>
              <a:gd name="connsiteX6" fmla="*/ 2249334 w 2249334"/>
              <a:gd name="connsiteY6" fmla="*/ 9154402 h 9154755"/>
              <a:gd name="connsiteX7" fmla="*/ 0 w 2249334"/>
              <a:gd name="connsiteY7" fmla="*/ 9154755 h 9154755"/>
              <a:gd name="connsiteX8" fmla="*/ 41142 w 2249334"/>
              <a:gd name="connsiteY8" fmla="*/ 8780893 h 9154755"/>
              <a:gd name="connsiteX9" fmla="*/ 39639 w 2249334"/>
              <a:gd name="connsiteY9" fmla="*/ 1104848 h 9154755"/>
              <a:gd name="connsiteX10" fmla="*/ 363243 w 2249334"/>
              <a:gd name="connsiteY10" fmla="*/ 323603 h 9154755"/>
              <a:gd name="connsiteX11" fmla="*/ 1144489 w 2249334"/>
              <a:gd name="connsiteY11" fmla="*/ 2 h 9154755"/>
              <a:gd name="connsiteX12" fmla="*/ 1144487 w 2249334"/>
              <a:gd name="connsiteY12" fmla="*/ 0 h 9154755"/>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1503 w 2209695"/>
              <a:gd name="connsiteY7" fmla="*/ 8780893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37157 w 2209695"/>
              <a:gd name="connsiteY7" fmla="*/ 8792966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37157 w 2301135"/>
              <a:gd name="connsiteY0" fmla="*/ 8792966 h 9245842"/>
              <a:gd name="connsiteX1" fmla="*/ 0 w 2301135"/>
              <a:gd name="connsiteY1" fmla="*/ 1104848 h 9245842"/>
              <a:gd name="connsiteX2" fmla="*/ 323604 w 2301135"/>
              <a:gd name="connsiteY2" fmla="*/ 323603 h 9245842"/>
              <a:gd name="connsiteX3" fmla="*/ 1104850 w 2301135"/>
              <a:gd name="connsiteY3" fmla="*/ 2 h 9245842"/>
              <a:gd name="connsiteX4" fmla="*/ 1104848 w 2301135"/>
              <a:gd name="connsiteY4" fmla="*/ 0 h 9245842"/>
              <a:gd name="connsiteX5" fmla="*/ 1104848 w 2301135"/>
              <a:gd name="connsiteY5" fmla="*/ 0 h 9245842"/>
              <a:gd name="connsiteX6" fmla="*/ 1886093 w 2301135"/>
              <a:gd name="connsiteY6" fmla="*/ 323604 h 9245842"/>
              <a:gd name="connsiteX7" fmla="*/ 2209694 w 2301135"/>
              <a:gd name="connsiteY7" fmla="*/ 1104850 h 9245842"/>
              <a:gd name="connsiteX8" fmla="*/ 2209695 w 2301135"/>
              <a:gd name="connsiteY8" fmla="*/ 9154402 h 9245842"/>
              <a:gd name="connsiteX9" fmla="*/ 2209695 w 2301135"/>
              <a:gd name="connsiteY9" fmla="*/ 9154402 h 9245842"/>
              <a:gd name="connsiteX10" fmla="*/ 2301135 w 2301135"/>
              <a:gd name="connsiteY10" fmla="*/ 9245842 h 9245842"/>
              <a:gd name="connsiteX0" fmla="*/ 37157 w 2209695"/>
              <a:gd name="connsiteY0" fmla="*/ 8792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695" h="9154402">
                <a:moveTo>
                  <a:pt x="93577" y="8811781"/>
                </a:moveTo>
                <a:lnTo>
                  <a:pt x="0" y="1104848"/>
                </a:lnTo>
                <a:cubicBezTo>
                  <a:pt x="0" y="811824"/>
                  <a:pt x="116404" y="530802"/>
                  <a:pt x="323604" y="323603"/>
                </a:cubicBezTo>
                <a:cubicBezTo>
                  <a:pt x="530804" y="116404"/>
                  <a:pt x="811826" y="1"/>
                  <a:pt x="1104850" y="2"/>
                </a:cubicBezTo>
                <a:lnTo>
                  <a:pt x="1104848" y="0"/>
                </a:lnTo>
                <a:lnTo>
                  <a:pt x="1104848" y="0"/>
                </a:lnTo>
                <a:cubicBezTo>
                  <a:pt x="1397872" y="0"/>
                  <a:pt x="1678894" y="116404"/>
                  <a:pt x="1886093" y="323604"/>
                </a:cubicBezTo>
                <a:cubicBezTo>
                  <a:pt x="2093292" y="530804"/>
                  <a:pt x="2209695" y="811826"/>
                  <a:pt x="2209694" y="1104850"/>
                </a:cubicBezTo>
                <a:cubicBezTo>
                  <a:pt x="2209694" y="3788034"/>
                  <a:pt x="2209695" y="6471218"/>
                  <a:pt x="2209695" y="9154402"/>
                </a:cubicBezTo>
                <a:lnTo>
                  <a:pt x="2209695" y="9154402"/>
                </a:lnTo>
              </a:path>
            </a:pathLst>
          </a:custGeom>
          <a:solidFill>
            <a:srgbClr val="073779">
              <a:alpha val="80000"/>
            </a:srgbClr>
          </a:solidFill>
          <a:ln w="25400">
            <a:solidFill>
              <a:schemeClr val="accent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nvGrpSpPr>
          <p:cNvPr id="7" name="Group 34">
            <a:extLst>
              <a:ext uri="{FF2B5EF4-FFF2-40B4-BE49-F238E27FC236}">
                <a16:creationId xmlns:a16="http://schemas.microsoft.com/office/drawing/2014/main" id="{3C86BE56-D3D9-144C-A033-7FA7CBF3F7EB}"/>
              </a:ext>
            </a:extLst>
          </p:cNvPr>
          <p:cNvGrpSpPr>
            <a:grpSpLocks/>
          </p:cNvGrpSpPr>
          <p:nvPr/>
        </p:nvGrpSpPr>
        <p:grpSpPr bwMode="auto">
          <a:xfrm>
            <a:off x="2786063" y="-817562"/>
            <a:ext cx="4392612" cy="2278063"/>
            <a:chOff x="2786799" y="-981635"/>
            <a:chExt cx="4391155" cy="2734235"/>
          </a:xfrm>
        </p:grpSpPr>
        <p:sp>
          <p:nvSpPr>
            <p:cNvPr id="8" name="Oval 7">
              <a:extLst>
                <a:ext uri="{FF2B5EF4-FFF2-40B4-BE49-F238E27FC236}">
                  <a16:creationId xmlns:a16="http://schemas.microsoft.com/office/drawing/2014/main" id="{9EA65802-4C9F-7048-B143-3CE695557CC6}"/>
                </a:ext>
              </a:extLst>
            </p:cNvPr>
            <p:cNvSpPr/>
            <p:nvPr/>
          </p:nvSpPr>
          <p:spPr>
            <a:xfrm>
              <a:off x="4495969" y="1142875"/>
              <a:ext cx="609398" cy="609725"/>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nvGrpSpPr>
            <p:cNvPr id="9" name="Group 36">
              <a:extLst>
                <a:ext uri="{FF2B5EF4-FFF2-40B4-BE49-F238E27FC236}">
                  <a16:creationId xmlns:a16="http://schemas.microsoft.com/office/drawing/2014/main" id="{677BB7D8-04A9-E842-BCF2-CC7ADD138055}"/>
                </a:ext>
              </a:extLst>
            </p:cNvPr>
            <p:cNvGrpSpPr>
              <a:grpSpLocks/>
            </p:cNvGrpSpPr>
            <p:nvPr/>
          </p:nvGrpSpPr>
          <p:grpSpPr bwMode="auto">
            <a:xfrm flipH="1">
              <a:off x="2913529" y="-726141"/>
              <a:ext cx="1671367" cy="1685976"/>
              <a:chOff x="7015433" y="-737502"/>
              <a:chExt cx="1671367" cy="1685976"/>
            </a:xfrm>
          </p:grpSpPr>
          <p:sp>
            <p:nvSpPr>
              <p:cNvPr id="17" name="Arc 16">
                <a:extLst>
                  <a:ext uri="{FF2B5EF4-FFF2-40B4-BE49-F238E27FC236}">
                    <a16:creationId xmlns:a16="http://schemas.microsoft.com/office/drawing/2014/main" id="{53962D0C-AE59-0743-A3D0-64B639079A5C}"/>
                  </a:ext>
                </a:extLst>
              </p:cNvPr>
              <p:cNvSpPr/>
              <p:nvPr/>
            </p:nvSpPr>
            <p:spPr>
              <a:xfrm rot="6387309">
                <a:off x="7124601" y="-846468"/>
                <a:ext cx="1452860" cy="1671082"/>
              </a:xfrm>
              <a:prstGeom prst="arc">
                <a:avLst>
                  <a:gd name="adj1" fmla="val 15179737"/>
                  <a:gd name="adj2" fmla="val 444802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8" name="Oval 17">
                <a:extLst>
                  <a:ext uri="{FF2B5EF4-FFF2-40B4-BE49-F238E27FC236}">
                    <a16:creationId xmlns:a16="http://schemas.microsoft.com/office/drawing/2014/main" id="{977F57BA-5EC5-954B-8B48-CE746AF9CDC0}"/>
                  </a:ext>
                </a:extLst>
              </p:cNvPr>
              <p:cNvSpPr/>
              <p:nvPr/>
            </p:nvSpPr>
            <p:spPr>
              <a:xfrm>
                <a:off x="7624888" y="305844"/>
                <a:ext cx="756986" cy="643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9" name="Oval 18">
                <a:extLst>
                  <a:ext uri="{FF2B5EF4-FFF2-40B4-BE49-F238E27FC236}">
                    <a16:creationId xmlns:a16="http://schemas.microsoft.com/office/drawing/2014/main" id="{77D68D45-6991-5F43-9A8B-41335DFA10E6}"/>
                  </a:ext>
                </a:extLst>
              </p:cNvPr>
              <p:cNvSpPr/>
              <p:nvPr/>
            </p:nvSpPr>
            <p:spPr>
              <a:xfrm>
                <a:off x="7063099" y="145475"/>
                <a:ext cx="755399" cy="6446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grpSp>
          <p:nvGrpSpPr>
            <p:cNvPr id="10" name="Group 37">
              <a:extLst>
                <a:ext uri="{FF2B5EF4-FFF2-40B4-BE49-F238E27FC236}">
                  <a16:creationId xmlns:a16="http://schemas.microsoft.com/office/drawing/2014/main" id="{FE3550DC-3F5F-4043-B5F4-2F520250A555}"/>
                </a:ext>
              </a:extLst>
            </p:cNvPr>
            <p:cNvGrpSpPr>
              <a:grpSpLocks/>
            </p:cNvGrpSpPr>
            <p:nvPr/>
          </p:nvGrpSpPr>
          <p:grpSpPr bwMode="auto">
            <a:xfrm>
              <a:off x="3352800" y="-981635"/>
              <a:ext cx="3825154" cy="2064221"/>
              <a:chOff x="3441115" y="-977153"/>
              <a:chExt cx="4194039" cy="2064221"/>
            </a:xfrm>
          </p:grpSpPr>
          <p:sp>
            <p:nvSpPr>
              <p:cNvPr id="13" name="Pie 12">
                <a:extLst>
                  <a:ext uri="{FF2B5EF4-FFF2-40B4-BE49-F238E27FC236}">
                    <a16:creationId xmlns:a16="http://schemas.microsoft.com/office/drawing/2014/main" id="{F443367C-51BF-CD4C-8A63-8E84005075DC}"/>
                  </a:ext>
                </a:extLst>
              </p:cNvPr>
              <p:cNvSpPr/>
              <p:nvPr/>
            </p:nvSpPr>
            <p:spPr>
              <a:xfrm>
                <a:off x="3481737" y="-772324"/>
                <a:ext cx="3504392" cy="1521138"/>
              </a:xfrm>
              <a:prstGeom prst="pie">
                <a:avLst>
                  <a:gd name="adj1" fmla="val 22874"/>
                  <a:gd name="adj2" fmla="val 1078625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4" name="Oval 13">
                <a:extLst>
                  <a:ext uri="{FF2B5EF4-FFF2-40B4-BE49-F238E27FC236}">
                    <a16:creationId xmlns:a16="http://schemas.microsoft.com/office/drawing/2014/main" id="{A1A66E1E-13A0-4642-8AFA-600344A05A3A}"/>
                  </a:ext>
                </a:extLst>
              </p:cNvPr>
              <p:cNvSpPr/>
              <p:nvPr/>
            </p:nvSpPr>
            <p:spPr>
              <a:xfrm>
                <a:off x="4607526" y="134325"/>
                <a:ext cx="1023129" cy="952695"/>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5" name="Arc 14">
                <a:extLst>
                  <a:ext uri="{FF2B5EF4-FFF2-40B4-BE49-F238E27FC236}">
                    <a16:creationId xmlns:a16="http://schemas.microsoft.com/office/drawing/2014/main" id="{86EEEBC8-91B3-7945-A38A-15315C9DF3CE}"/>
                  </a:ext>
                </a:extLst>
              </p:cNvPr>
              <p:cNvSpPr/>
              <p:nvPr/>
            </p:nvSpPr>
            <p:spPr>
              <a:xfrm rot="12469977">
                <a:off x="3441716" y="-184829"/>
                <a:ext cx="1132751" cy="830433"/>
              </a:xfrm>
              <a:prstGeom prst="arc">
                <a:avLst>
                  <a:gd name="adj1" fmla="val 11101214"/>
                  <a:gd name="adj2" fmla="val 2123019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6" name="Arc 15">
                <a:extLst>
                  <a:ext uri="{FF2B5EF4-FFF2-40B4-BE49-F238E27FC236}">
                    <a16:creationId xmlns:a16="http://schemas.microsoft.com/office/drawing/2014/main" id="{DD24B0BF-9812-B44E-8234-551F7BBB97CD}"/>
                  </a:ext>
                </a:extLst>
              </p:cNvPr>
              <p:cNvSpPr/>
              <p:nvPr/>
            </p:nvSpPr>
            <p:spPr>
              <a:xfrm rot="6387309">
                <a:off x="5659329" y="-1047587"/>
                <a:ext cx="1905390" cy="2046259"/>
              </a:xfrm>
              <a:prstGeom prst="arc">
                <a:avLst>
                  <a:gd name="adj1" fmla="val 15243146"/>
                  <a:gd name="adj2" fmla="val 43690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11" name="Oval 10">
              <a:extLst>
                <a:ext uri="{FF2B5EF4-FFF2-40B4-BE49-F238E27FC236}">
                  <a16:creationId xmlns:a16="http://schemas.microsoft.com/office/drawing/2014/main" id="{7DEF41AD-90CC-5F45-93B1-217E3224BA00}"/>
                </a:ext>
              </a:extLst>
            </p:cNvPr>
            <p:cNvSpPr/>
            <p:nvPr/>
          </p:nvSpPr>
          <p:spPr>
            <a:xfrm>
              <a:off x="3062932" y="90148"/>
              <a:ext cx="268198" cy="266755"/>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2" name="Chord 11">
              <a:extLst>
                <a:ext uri="{FF2B5EF4-FFF2-40B4-BE49-F238E27FC236}">
                  <a16:creationId xmlns:a16="http://schemas.microsoft.com/office/drawing/2014/main" id="{CB9F278E-E5FE-8F43-9D8A-67A563D58C83}"/>
                </a:ext>
              </a:extLst>
            </p:cNvPr>
            <p:cNvSpPr/>
            <p:nvPr/>
          </p:nvSpPr>
          <p:spPr>
            <a:xfrm rot="17618442">
              <a:off x="2809760" y="-85246"/>
              <a:ext cx="182600" cy="228524"/>
            </a:xfrm>
            <a:prstGeom prst="chor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20" name="Round Same Side Corner Rectangle 19">
            <a:extLst>
              <a:ext uri="{FF2B5EF4-FFF2-40B4-BE49-F238E27FC236}">
                <a16:creationId xmlns:a16="http://schemas.microsoft.com/office/drawing/2014/main" id="{9E07C617-57A0-914A-A178-00B944413BC0}"/>
              </a:ext>
            </a:extLst>
          </p:cNvPr>
          <p:cNvSpPr/>
          <p:nvPr/>
        </p:nvSpPr>
        <p:spPr>
          <a:xfrm rot="4733987">
            <a:off x="1526382" y="1567393"/>
            <a:ext cx="674688" cy="2606675"/>
          </a:xfrm>
          <a:prstGeom prst="round2SameRect">
            <a:avLst>
              <a:gd name="adj1" fmla="val 50000"/>
              <a:gd name="adj2" fmla="val 0"/>
            </a:avLst>
          </a:prstGeom>
          <a:solidFill>
            <a:schemeClr val="accent1">
              <a:alpha val="65000"/>
            </a:schemeClr>
          </a:solidFill>
          <a:ln w="25400">
            <a:solidFill>
              <a:schemeClr val="accent2">
                <a:alpha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1" name="Freeform 20">
            <a:extLst>
              <a:ext uri="{FF2B5EF4-FFF2-40B4-BE49-F238E27FC236}">
                <a16:creationId xmlns:a16="http://schemas.microsoft.com/office/drawing/2014/main" id="{3DDBCB7C-4CDF-A24D-862A-79C1E4FB331B}"/>
              </a:ext>
            </a:extLst>
          </p:cNvPr>
          <p:cNvSpPr/>
          <p:nvPr/>
        </p:nvSpPr>
        <p:spPr>
          <a:xfrm rot="4733987">
            <a:off x="872729" y="1625468"/>
            <a:ext cx="583407" cy="2513013"/>
          </a:xfrm>
          <a:custGeom>
            <a:avLst/>
            <a:gdLst>
              <a:gd name="connsiteX0" fmla="*/ 370199 w 740398"/>
              <a:gd name="connsiteY0" fmla="*/ 0 h 2607556"/>
              <a:gd name="connsiteX1" fmla="*/ 370199 w 740398"/>
              <a:gd name="connsiteY1" fmla="*/ 0 h 2607556"/>
              <a:gd name="connsiteX2" fmla="*/ 631969 w 740398"/>
              <a:gd name="connsiteY2" fmla="*/ 108429 h 2607556"/>
              <a:gd name="connsiteX3" fmla="*/ 740397 w 740398"/>
              <a:gd name="connsiteY3" fmla="*/ 370199 h 2607556"/>
              <a:gd name="connsiteX4" fmla="*/ 740398 w 740398"/>
              <a:gd name="connsiteY4" fmla="*/ 2607556 h 2607556"/>
              <a:gd name="connsiteX5" fmla="*/ 740398 w 740398"/>
              <a:gd name="connsiteY5" fmla="*/ 2607556 h 2607556"/>
              <a:gd name="connsiteX6" fmla="*/ 740398 w 740398"/>
              <a:gd name="connsiteY6" fmla="*/ 2607556 h 2607556"/>
              <a:gd name="connsiteX7" fmla="*/ 0 w 740398"/>
              <a:gd name="connsiteY7" fmla="*/ 2607556 h 2607556"/>
              <a:gd name="connsiteX8" fmla="*/ 0 w 740398"/>
              <a:gd name="connsiteY8" fmla="*/ 2607556 h 2607556"/>
              <a:gd name="connsiteX9" fmla="*/ 0 w 740398"/>
              <a:gd name="connsiteY9" fmla="*/ 2607556 h 2607556"/>
              <a:gd name="connsiteX10" fmla="*/ 0 w 740398"/>
              <a:gd name="connsiteY10" fmla="*/ 370199 h 2607556"/>
              <a:gd name="connsiteX11" fmla="*/ 108429 w 740398"/>
              <a:gd name="connsiteY11" fmla="*/ 108429 h 2607556"/>
              <a:gd name="connsiteX12" fmla="*/ 370199 w 740398"/>
              <a:gd name="connsiteY12" fmla="*/ 1 h 2607556"/>
              <a:gd name="connsiteX13" fmla="*/ 370199 w 740398"/>
              <a:gd name="connsiteY13" fmla="*/ 0 h 2607556"/>
              <a:gd name="connsiteX0" fmla="*/ 0 w 831838"/>
              <a:gd name="connsiteY0" fmla="*/ 2607556 h 2698996"/>
              <a:gd name="connsiteX1" fmla="*/ 0 w 831838"/>
              <a:gd name="connsiteY1" fmla="*/ 2607556 h 2698996"/>
              <a:gd name="connsiteX2" fmla="*/ 0 w 831838"/>
              <a:gd name="connsiteY2" fmla="*/ 2607556 h 2698996"/>
              <a:gd name="connsiteX3" fmla="*/ 0 w 831838"/>
              <a:gd name="connsiteY3" fmla="*/ 370199 h 2698996"/>
              <a:gd name="connsiteX4" fmla="*/ 108429 w 831838"/>
              <a:gd name="connsiteY4" fmla="*/ 108429 h 2698996"/>
              <a:gd name="connsiteX5" fmla="*/ 370199 w 831838"/>
              <a:gd name="connsiteY5" fmla="*/ 1 h 2698996"/>
              <a:gd name="connsiteX6" fmla="*/ 370199 w 831838"/>
              <a:gd name="connsiteY6" fmla="*/ 0 h 2698996"/>
              <a:gd name="connsiteX7" fmla="*/ 370199 w 831838"/>
              <a:gd name="connsiteY7" fmla="*/ 0 h 2698996"/>
              <a:gd name="connsiteX8" fmla="*/ 631969 w 831838"/>
              <a:gd name="connsiteY8" fmla="*/ 108429 h 2698996"/>
              <a:gd name="connsiteX9" fmla="*/ 740397 w 831838"/>
              <a:gd name="connsiteY9" fmla="*/ 370199 h 2698996"/>
              <a:gd name="connsiteX10" fmla="*/ 740398 w 831838"/>
              <a:gd name="connsiteY10" fmla="*/ 2607556 h 2698996"/>
              <a:gd name="connsiteX11" fmla="*/ 740398 w 831838"/>
              <a:gd name="connsiteY11" fmla="*/ 2607556 h 2698996"/>
              <a:gd name="connsiteX12" fmla="*/ 831838 w 831838"/>
              <a:gd name="connsiteY12" fmla="*/ 2698996 h 2698996"/>
              <a:gd name="connsiteX0" fmla="*/ 19377 w 851215"/>
              <a:gd name="connsiteY0" fmla="*/ 2607556 h 2698996"/>
              <a:gd name="connsiteX1" fmla="*/ 19377 w 851215"/>
              <a:gd name="connsiteY1" fmla="*/ 2607556 h 2698996"/>
              <a:gd name="connsiteX2" fmla="*/ 0 w 851215"/>
              <a:gd name="connsiteY2" fmla="*/ 2357093 h 2698996"/>
              <a:gd name="connsiteX3" fmla="*/ 19377 w 851215"/>
              <a:gd name="connsiteY3" fmla="*/ 370199 h 2698996"/>
              <a:gd name="connsiteX4" fmla="*/ 127806 w 851215"/>
              <a:gd name="connsiteY4" fmla="*/ 108429 h 2698996"/>
              <a:gd name="connsiteX5" fmla="*/ 389576 w 851215"/>
              <a:gd name="connsiteY5" fmla="*/ 1 h 2698996"/>
              <a:gd name="connsiteX6" fmla="*/ 389576 w 851215"/>
              <a:gd name="connsiteY6" fmla="*/ 0 h 2698996"/>
              <a:gd name="connsiteX7" fmla="*/ 389576 w 851215"/>
              <a:gd name="connsiteY7" fmla="*/ 0 h 2698996"/>
              <a:gd name="connsiteX8" fmla="*/ 651346 w 851215"/>
              <a:gd name="connsiteY8" fmla="*/ 108429 h 2698996"/>
              <a:gd name="connsiteX9" fmla="*/ 759774 w 851215"/>
              <a:gd name="connsiteY9" fmla="*/ 370199 h 2698996"/>
              <a:gd name="connsiteX10" fmla="*/ 759775 w 851215"/>
              <a:gd name="connsiteY10" fmla="*/ 2607556 h 2698996"/>
              <a:gd name="connsiteX11" fmla="*/ 759775 w 851215"/>
              <a:gd name="connsiteY11" fmla="*/ 2607556 h 2698996"/>
              <a:gd name="connsiteX12" fmla="*/ 851215 w 851215"/>
              <a:gd name="connsiteY12" fmla="*/ 2698996 h 2698996"/>
              <a:gd name="connsiteX0" fmla="*/ 19377 w 851215"/>
              <a:gd name="connsiteY0" fmla="*/ 2607556 h 2698996"/>
              <a:gd name="connsiteX1" fmla="*/ 0 w 851215"/>
              <a:gd name="connsiteY1" fmla="*/ 2357093 h 2698996"/>
              <a:gd name="connsiteX2" fmla="*/ 19377 w 851215"/>
              <a:gd name="connsiteY2" fmla="*/ 370199 h 2698996"/>
              <a:gd name="connsiteX3" fmla="*/ 127806 w 851215"/>
              <a:gd name="connsiteY3" fmla="*/ 108429 h 2698996"/>
              <a:gd name="connsiteX4" fmla="*/ 389576 w 851215"/>
              <a:gd name="connsiteY4" fmla="*/ 1 h 2698996"/>
              <a:gd name="connsiteX5" fmla="*/ 389576 w 851215"/>
              <a:gd name="connsiteY5" fmla="*/ 0 h 2698996"/>
              <a:gd name="connsiteX6" fmla="*/ 389576 w 851215"/>
              <a:gd name="connsiteY6" fmla="*/ 0 h 2698996"/>
              <a:gd name="connsiteX7" fmla="*/ 651346 w 851215"/>
              <a:gd name="connsiteY7" fmla="*/ 108429 h 2698996"/>
              <a:gd name="connsiteX8" fmla="*/ 759774 w 851215"/>
              <a:gd name="connsiteY8" fmla="*/ 370199 h 2698996"/>
              <a:gd name="connsiteX9" fmla="*/ 759775 w 851215"/>
              <a:gd name="connsiteY9" fmla="*/ 2607556 h 2698996"/>
              <a:gd name="connsiteX10" fmla="*/ 759775 w 851215"/>
              <a:gd name="connsiteY10" fmla="*/ 2607556 h 2698996"/>
              <a:gd name="connsiteX11" fmla="*/ 851215 w 851215"/>
              <a:gd name="connsiteY11" fmla="*/ 2698996 h 2698996"/>
              <a:gd name="connsiteX0" fmla="*/ 0 w 851215"/>
              <a:gd name="connsiteY0" fmla="*/ 2357093 h 2698996"/>
              <a:gd name="connsiteX1" fmla="*/ 19377 w 851215"/>
              <a:gd name="connsiteY1" fmla="*/ 370199 h 2698996"/>
              <a:gd name="connsiteX2" fmla="*/ 127806 w 851215"/>
              <a:gd name="connsiteY2" fmla="*/ 108429 h 2698996"/>
              <a:gd name="connsiteX3" fmla="*/ 389576 w 851215"/>
              <a:gd name="connsiteY3" fmla="*/ 1 h 2698996"/>
              <a:gd name="connsiteX4" fmla="*/ 389576 w 851215"/>
              <a:gd name="connsiteY4" fmla="*/ 0 h 2698996"/>
              <a:gd name="connsiteX5" fmla="*/ 389576 w 851215"/>
              <a:gd name="connsiteY5" fmla="*/ 0 h 2698996"/>
              <a:gd name="connsiteX6" fmla="*/ 651346 w 851215"/>
              <a:gd name="connsiteY6" fmla="*/ 108429 h 2698996"/>
              <a:gd name="connsiteX7" fmla="*/ 759774 w 851215"/>
              <a:gd name="connsiteY7" fmla="*/ 370199 h 2698996"/>
              <a:gd name="connsiteX8" fmla="*/ 759775 w 851215"/>
              <a:gd name="connsiteY8" fmla="*/ 2607556 h 2698996"/>
              <a:gd name="connsiteX9" fmla="*/ 759775 w 851215"/>
              <a:gd name="connsiteY9" fmla="*/ 2607556 h 2698996"/>
              <a:gd name="connsiteX10" fmla="*/ 851215 w 851215"/>
              <a:gd name="connsiteY10" fmla="*/ 2698996 h 2698996"/>
              <a:gd name="connsiteX0" fmla="*/ 0 w 759775"/>
              <a:gd name="connsiteY0" fmla="*/ 2357093 h 2607556"/>
              <a:gd name="connsiteX1" fmla="*/ 19377 w 759775"/>
              <a:gd name="connsiteY1" fmla="*/ 370199 h 2607556"/>
              <a:gd name="connsiteX2" fmla="*/ 127806 w 759775"/>
              <a:gd name="connsiteY2" fmla="*/ 108429 h 2607556"/>
              <a:gd name="connsiteX3" fmla="*/ 389576 w 759775"/>
              <a:gd name="connsiteY3" fmla="*/ 1 h 2607556"/>
              <a:gd name="connsiteX4" fmla="*/ 389576 w 759775"/>
              <a:gd name="connsiteY4" fmla="*/ 0 h 2607556"/>
              <a:gd name="connsiteX5" fmla="*/ 389576 w 759775"/>
              <a:gd name="connsiteY5" fmla="*/ 0 h 2607556"/>
              <a:gd name="connsiteX6" fmla="*/ 651346 w 759775"/>
              <a:gd name="connsiteY6" fmla="*/ 108429 h 2607556"/>
              <a:gd name="connsiteX7" fmla="*/ 759774 w 759775"/>
              <a:gd name="connsiteY7" fmla="*/ 370199 h 2607556"/>
              <a:gd name="connsiteX8" fmla="*/ 759775 w 759775"/>
              <a:gd name="connsiteY8" fmla="*/ 2607556 h 2607556"/>
              <a:gd name="connsiteX9" fmla="*/ 759775 w 759775"/>
              <a:gd name="connsiteY9" fmla="*/ 2607556 h 2607556"/>
              <a:gd name="connsiteX0" fmla="*/ 0 w 764702"/>
              <a:gd name="connsiteY0" fmla="*/ 2357093 h 2607556"/>
              <a:gd name="connsiteX1" fmla="*/ 19377 w 764702"/>
              <a:gd name="connsiteY1" fmla="*/ 370199 h 2607556"/>
              <a:gd name="connsiteX2" fmla="*/ 127806 w 764702"/>
              <a:gd name="connsiteY2" fmla="*/ 108429 h 2607556"/>
              <a:gd name="connsiteX3" fmla="*/ 389576 w 764702"/>
              <a:gd name="connsiteY3" fmla="*/ 1 h 2607556"/>
              <a:gd name="connsiteX4" fmla="*/ 389576 w 764702"/>
              <a:gd name="connsiteY4" fmla="*/ 0 h 2607556"/>
              <a:gd name="connsiteX5" fmla="*/ 389576 w 764702"/>
              <a:gd name="connsiteY5" fmla="*/ 0 h 2607556"/>
              <a:gd name="connsiteX6" fmla="*/ 651346 w 764702"/>
              <a:gd name="connsiteY6" fmla="*/ 108429 h 2607556"/>
              <a:gd name="connsiteX7" fmla="*/ 759774 w 764702"/>
              <a:gd name="connsiteY7" fmla="*/ 370199 h 2607556"/>
              <a:gd name="connsiteX8" fmla="*/ 759775 w 764702"/>
              <a:gd name="connsiteY8" fmla="*/ 2607556 h 2607556"/>
              <a:gd name="connsiteX9" fmla="*/ 764702 w 764702"/>
              <a:gd name="connsiteY9" fmla="*/ 2512599 h 2607556"/>
              <a:gd name="connsiteX0" fmla="*/ 0 w 778667"/>
              <a:gd name="connsiteY0" fmla="*/ 2357093 h 2512599"/>
              <a:gd name="connsiteX1" fmla="*/ 19377 w 778667"/>
              <a:gd name="connsiteY1" fmla="*/ 370199 h 2512599"/>
              <a:gd name="connsiteX2" fmla="*/ 127806 w 778667"/>
              <a:gd name="connsiteY2" fmla="*/ 108429 h 2512599"/>
              <a:gd name="connsiteX3" fmla="*/ 389576 w 778667"/>
              <a:gd name="connsiteY3" fmla="*/ 1 h 2512599"/>
              <a:gd name="connsiteX4" fmla="*/ 389576 w 778667"/>
              <a:gd name="connsiteY4" fmla="*/ 0 h 2512599"/>
              <a:gd name="connsiteX5" fmla="*/ 389576 w 778667"/>
              <a:gd name="connsiteY5" fmla="*/ 0 h 2512599"/>
              <a:gd name="connsiteX6" fmla="*/ 651346 w 778667"/>
              <a:gd name="connsiteY6" fmla="*/ 108429 h 2512599"/>
              <a:gd name="connsiteX7" fmla="*/ 759774 w 778667"/>
              <a:gd name="connsiteY7" fmla="*/ 370199 h 2512599"/>
              <a:gd name="connsiteX8" fmla="*/ 764702 w 778667"/>
              <a:gd name="connsiteY8" fmla="*/ 2512599 h 251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667" h="2512599">
                <a:moveTo>
                  <a:pt x="0" y="2357093"/>
                </a:moveTo>
                <a:lnTo>
                  <a:pt x="19377" y="370199"/>
                </a:lnTo>
                <a:cubicBezTo>
                  <a:pt x="19377" y="272016"/>
                  <a:pt x="58380" y="177855"/>
                  <a:pt x="127806" y="108429"/>
                </a:cubicBezTo>
                <a:cubicBezTo>
                  <a:pt x="197232" y="39003"/>
                  <a:pt x="291394" y="0"/>
                  <a:pt x="389576" y="1"/>
                </a:cubicBezTo>
                <a:lnTo>
                  <a:pt x="389576" y="0"/>
                </a:lnTo>
                <a:lnTo>
                  <a:pt x="389576" y="0"/>
                </a:lnTo>
                <a:cubicBezTo>
                  <a:pt x="487759" y="0"/>
                  <a:pt x="581920" y="39003"/>
                  <a:pt x="651346" y="108429"/>
                </a:cubicBezTo>
                <a:cubicBezTo>
                  <a:pt x="720772" y="177855"/>
                  <a:pt x="759775" y="272017"/>
                  <a:pt x="759774" y="370199"/>
                </a:cubicBezTo>
                <a:cubicBezTo>
                  <a:pt x="778667" y="770894"/>
                  <a:pt x="763675" y="2066266"/>
                  <a:pt x="764702" y="2512599"/>
                </a:cubicBezTo>
              </a:path>
            </a:pathLst>
          </a:custGeom>
          <a:ln w="1270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2" name="Freeform 21">
            <a:extLst>
              <a:ext uri="{FF2B5EF4-FFF2-40B4-BE49-F238E27FC236}">
                <a16:creationId xmlns:a16="http://schemas.microsoft.com/office/drawing/2014/main" id="{14B8BF0B-7442-F848-B331-30F4B5F07D89}"/>
              </a:ext>
            </a:extLst>
          </p:cNvPr>
          <p:cNvSpPr/>
          <p:nvPr/>
        </p:nvSpPr>
        <p:spPr>
          <a:xfrm rot="4733987">
            <a:off x="422142" y="2697295"/>
            <a:ext cx="316178" cy="1208088"/>
          </a:xfrm>
          <a:custGeom>
            <a:avLst/>
            <a:gdLst>
              <a:gd name="connsiteX0" fmla="*/ 229291 w 458582"/>
              <a:gd name="connsiteY0" fmla="*/ 0 h 1615047"/>
              <a:gd name="connsiteX1" fmla="*/ 229291 w 458582"/>
              <a:gd name="connsiteY1" fmla="*/ 0 h 1615047"/>
              <a:gd name="connsiteX2" fmla="*/ 391424 w 458582"/>
              <a:gd name="connsiteY2" fmla="*/ 67158 h 1615047"/>
              <a:gd name="connsiteX3" fmla="*/ 458582 w 458582"/>
              <a:gd name="connsiteY3" fmla="*/ 229291 h 1615047"/>
              <a:gd name="connsiteX4" fmla="*/ 458582 w 458582"/>
              <a:gd name="connsiteY4" fmla="*/ 1615047 h 1615047"/>
              <a:gd name="connsiteX5" fmla="*/ 458582 w 458582"/>
              <a:gd name="connsiteY5" fmla="*/ 1615047 h 1615047"/>
              <a:gd name="connsiteX6" fmla="*/ 458582 w 458582"/>
              <a:gd name="connsiteY6" fmla="*/ 1615047 h 1615047"/>
              <a:gd name="connsiteX7" fmla="*/ 0 w 458582"/>
              <a:gd name="connsiteY7" fmla="*/ 1615047 h 1615047"/>
              <a:gd name="connsiteX8" fmla="*/ 0 w 458582"/>
              <a:gd name="connsiteY8" fmla="*/ 1615047 h 1615047"/>
              <a:gd name="connsiteX9" fmla="*/ 0 w 458582"/>
              <a:gd name="connsiteY9" fmla="*/ 1615047 h 1615047"/>
              <a:gd name="connsiteX10" fmla="*/ 0 w 458582"/>
              <a:gd name="connsiteY10" fmla="*/ 229291 h 1615047"/>
              <a:gd name="connsiteX11" fmla="*/ 67158 w 458582"/>
              <a:gd name="connsiteY11" fmla="*/ 67158 h 1615047"/>
              <a:gd name="connsiteX12" fmla="*/ 229291 w 458582"/>
              <a:gd name="connsiteY12" fmla="*/ 0 h 1615047"/>
              <a:gd name="connsiteX0" fmla="*/ 0 w 550022"/>
              <a:gd name="connsiteY0" fmla="*/ 1615047 h 1706487"/>
              <a:gd name="connsiteX1" fmla="*/ 0 w 550022"/>
              <a:gd name="connsiteY1" fmla="*/ 1615047 h 1706487"/>
              <a:gd name="connsiteX2" fmla="*/ 0 w 550022"/>
              <a:gd name="connsiteY2" fmla="*/ 1615047 h 1706487"/>
              <a:gd name="connsiteX3" fmla="*/ 0 w 550022"/>
              <a:gd name="connsiteY3" fmla="*/ 229291 h 1706487"/>
              <a:gd name="connsiteX4" fmla="*/ 67158 w 550022"/>
              <a:gd name="connsiteY4" fmla="*/ 67158 h 1706487"/>
              <a:gd name="connsiteX5" fmla="*/ 229291 w 550022"/>
              <a:gd name="connsiteY5" fmla="*/ 0 h 1706487"/>
              <a:gd name="connsiteX6" fmla="*/ 229291 w 550022"/>
              <a:gd name="connsiteY6" fmla="*/ 0 h 1706487"/>
              <a:gd name="connsiteX7" fmla="*/ 391424 w 550022"/>
              <a:gd name="connsiteY7" fmla="*/ 67158 h 1706487"/>
              <a:gd name="connsiteX8" fmla="*/ 458582 w 550022"/>
              <a:gd name="connsiteY8" fmla="*/ 229291 h 1706487"/>
              <a:gd name="connsiteX9" fmla="*/ 458582 w 550022"/>
              <a:gd name="connsiteY9" fmla="*/ 1615047 h 1706487"/>
              <a:gd name="connsiteX10" fmla="*/ 458582 w 550022"/>
              <a:gd name="connsiteY10" fmla="*/ 1615047 h 1706487"/>
              <a:gd name="connsiteX11" fmla="*/ 550022 w 550022"/>
              <a:gd name="connsiteY11" fmla="*/ 1706487 h 1706487"/>
              <a:gd name="connsiteX0" fmla="*/ 0 w 550022"/>
              <a:gd name="connsiteY0" fmla="*/ 1615047 h 1706487"/>
              <a:gd name="connsiteX1" fmla="*/ 0 w 550022"/>
              <a:gd name="connsiteY1" fmla="*/ 1615047 h 1706487"/>
              <a:gd name="connsiteX2" fmla="*/ 9603 w 550022"/>
              <a:gd name="connsiteY2" fmla="*/ 1356566 h 1706487"/>
              <a:gd name="connsiteX3" fmla="*/ 0 w 550022"/>
              <a:gd name="connsiteY3" fmla="*/ 229291 h 1706487"/>
              <a:gd name="connsiteX4" fmla="*/ 67158 w 550022"/>
              <a:gd name="connsiteY4" fmla="*/ 67158 h 1706487"/>
              <a:gd name="connsiteX5" fmla="*/ 229291 w 550022"/>
              <a:gd name="connsiteY5" fmla="*/ 0 h 1706487"/>
              <a:gd name="connsiteX6" fmla="*/ 229291 w 550022"/>
              <a:gd name="connsiteY6" fmla="*/ 0 h 1706487"/>
              <a:gd name="connsiteX7" fmla="*/ 391424 w 550022"/>
              <a:gd name="connsiteY7" fmla="*/ 67158 h 1706487"/>
              <a:gd name="connsiteX8" fmla="*/ 458582 w 550022"/>
              <a:gd name="connsiteY8" fmla="*/ 229291 h 1706487"/>
              <a:gd name="connsiteX9" fmla="*/ 458582 w 550022"/>
              <a:gd name="connsiteY9" fmla="*/ 1615047 h 1706487"/>
              <a:gd name="connsiteX10" fmla="*/ 458582 w 550022"/>
              <a:gd name="connsiteY10" fmla="*/ 1615047 h 1706487"/>
              <a:gd name="connsiteX11" fmla="*/ 550022 w 550022"/>
              <a:gd name="connsiteY11" fmla="*/ 1706487 h 1706487"/>
              <a:gd name="connsiteX0" fmla="*/ 0 w 550022"/>
              <a:gd name="connsiteY0" fmla="*/ 1615047 h 1706487"/>
              <a:gd name="connsiteX1" fmla="*/ 9603 w 550022"/>
              <a:gd name="connsiteY1" fmla="*/ 1356566 h 1706487"/>
              <a:gd name="connsiteX2" fmla="*/ 0 w 550022"/>
              <a:gd name="connsiteY2" fmla="*/ 229291 h 1706487"/>
              <a:gd name="connsiteX3" fmla="*/ 67158 w 550022"/>
              <a:gd name="connsiteY3" fmla="*/ 67158 h 1706487"/>
              <a:gd name="connsiteX4" fmla="*/ 229291 w 550022"/>
              <a:gd name="connsiteY4" fmla="*/ 0 h 1706487"/>
              <a:gd name="connsiteX5" fmla="*/ 229291 w 550022"/>
              <a:gd name="connsiteY5" fmla="*/ 0 h 1706487"/>
              <a:gd name="connsiteX6" fmla="*/ 391424 w 550022"/>
              <a:gd name="connsiteY6" fmla="*/ 67158 h 1706487"/>
              <a:gd name="connsiteX7" fmla="*/ 458582 w 550022"/>
              <a:gd name="connsiteY7" fmla="*/ 229291 h 1706487"/>
              <a:gd name="connsiteX8" fmla="*/ 458582 w 550022"/>
              <a:gd name="connsiteY8" fmla="*/ 1615047 h 1706487"/>
              <a:gd name="connsiteX9" fmla="*/ 458582 w 550022"/>
              <a:gd name="connsiteY9" fmla="*/ 1615047 h 1706487"/>
              <a:gd name="connsiteX10" fmla="*/ 550022 w 550022"/>
              <a:gd name="connsiteY10" fmla="*/ 1706487 h 1706487"/>
              <a:gd name="connsiteX0" fmla="*/ 9603 w 550022"/>
              <a:gd name="connsiteY0" fmla="*/ 1356566 h 1706487"/>
              <a:gd name="connsiteX1" fmla="*/ 0 w 550022"/>
              <a:gd name="connsiteY1" fmla="*/ 229291 h 1706487"/>
              <a:gd name="connsiteX2" fmla="*/ 67158 w 550022"/>
              <a:gd name="connsiteY2" fmla="*/ 67158 h 1706487"/>
              <a:gd name="connsiteX3" fmla="*/ 229291 w 550022"/>
              <a:gd name="connsiteY3" fmla="*/ 0 h 1706487"/>
              <a:gd name="connsiteX4" fmla="*/ 229291 w 550022"/>
              <a:gd name="connsiteY4" fmla="*/ 0 h 1706487"/>
              <a:gd name="connsiteX5" fmla="*/ 391424 w 550022"/>
              <a:gd name="connsiteY5" fmla="*/ 67158 h 1706487"/>
              <a:gd name="connsiteX6" fmla="*/ 458582 w 550022"/>
              <a:gd name="connsiteY6" fmla="*/ 229291 h 1706487"/>
              <a:gd name="connsiteX7" fmla="*/ 458582 w 550022"/>
              <a:gd name="connsiteY7" fmla="*/ 1615047 h 1706487"/>
              <a:gd name="connsiteX8" fmla="*/ 458582 w 550022"/>
              <a:gd name="connsiteY8" fmla="*/ 1615047 h 1706487"/>
              <a:gd name="connsiteX9" fmla="*/ 550022 w 550022"/>
              <a:gd name="connsiteY9" fmla="*/ 1706487 h 1706487"/>
              <a:gd name="connsiteX0" fmla="*/ 9603 w 458582"/>
              <a:gd name="connsiteY0" fmla="*/ 1356566 h 1615047"/>
              <a:gd name="connsiteX1" fmla="*/ 0 w 458582"/>
              <a:gd name="connsiteY1" fmla="*/ 229291 h 1615047"/>
              <a:gd name="connsiteX2" fmla="*/ 67158 w 458582"/>
              <a:gd name="connsiteY2" fmla="*/ 67158 h 1615047"/>
              <a:gd name="connsiteX3" fmla="*/ 229291 w 458582"/>
              <a:gd name="connsiteY3" fmla="*/ 0 h 1615047"/>
              <a:gd name="connsiteX4" fmla="*/ 229291 w 458582"/>
              <a:gd name="connsiteY4" fmla="*/ 0 h 1615047"/>
              <a:gd name="connsiteX5" fmla="*/ 391424 w 458582"/>
              <a:gd name="connsiteY5" fmla="*/ 67158 h 1615047"/>
              <a:gd name="connsiteX6" fmla="*/ 458582 w 458582"/>
              <a:gd name="connsiteY6" fmla="*/ 229291 h 1615047"/>
              <a:gd name="connsiteX7" fmla="*/ 458582 w 458582"/>
              <a:gd name="connsiteY7" fmla="*/ 1615047 h 1615047"/>
              <a:gd name="connsiteX8" fmla="*/ 458582 w 458582"/>
              <a:gd name="connsiteY8" fmla="*/ 1615047 h 1615047"/>
              <a:gd name="connsiteX0" fmla="*/ 9603 w 458582"/>
              <a:gd name="connsiteY0" fmla="*/ 1356566 h 1615047"/>
              <a:gd name="connsiteX1" fmla="*/ 0 w 458582"/>
              <a:gd name="connsiteY1" fmla="*/ 229291 h 1615047"/>
              <a:gd name="connsiteX2" fmla="*/ 67158 w 458582"/>
              <a:gd name="connsiteY2" fmla="*/ 67158 h 1615047"/>
              <a:gd name="connsiteX3" fmla="*/ 229291 w 458582"/>
              <a:gd name="connsiteY3" fmla="*/ 0 h 1615047"/>
              <a:gd name="connsiteX4" fmla="*/ 229291 w 458582"/>
              <a:gd name="connsiteY4" fmla="*/ 0 h 1615047"/>
              <a:gd name="connsiteX5" fmla="*/ 391424 w 458582"/>
              <a:gd name="connsiteY5" fmla="*/ 67158 h 1615047"/>
              <a:gd name="connsiteX6" fmla="*/ 458582 w 458582"/>
              <a:gd name="connsiteY6" fmla="*/ 229291 h 1615047"/>
              <a:gd name="connsiteX7" fmla="*/ 458582 w 458582"/>
              <a:gd name="connsiteY7" fmla="*/ 1615047 h 1615047"/>
              <a:gd name="connsiteX8" fmla="*/ 447473 w 458582"/>
              <a:gd name="connsiteY8" fmla="*/ 1462129 h 1615047"/>
              <a:gd name="connsiteX0" fmla="*/ 9603 w 458582"/>
              <a:gd name="connsiteY0" fmla="*/ 1356566 h 1462129"/>
              <a:gd name="connsiteX1" fmla="*/ 0 w 458582"/>
              <a:gd name="connsiteY1" fmla="*/ 229291 h 1462129"/>
              <a:gd name="connsiteX2" fmla="*/ 67158 w 458582"/>
              <a:gd name="connsiteY2" fmla="*/ 67158 h 1462129"/>
              <a:gd name="connsiteX3" fmla="*/ 229291 w 458582"/>
              <a:gd name="connsiteY3" fmla="*/ 0 h 1462129"/>
              <a:gd name="connsiteX4" fmla="*/ 229291 w 458582"/>
              <a:gd name="connsiteY4" fmla="*/ 0 h 1462129"/>
              <a:gd name="connsiteX5" fmla="*/ 391424 w 458582"/>
              <a:gd name="connsiteY5" fmla="*/ 67158 h 1462129"/>
              <a:gd name="connsiteX6" fmla="*/ 458582 w 458582"/>
              <a:gd name="connsiteY6" fmla="*/ 229291 h 1462129"/>
              <a:gd name="connsiteX7" fmla="*/ 447473 w 458582"/>
              <a:gd name="connsiteY7" fmla="*/ 1462129 h 1462129"/>
              <a:gd name="connsiteX0" fmla="*/ 28227 w 458582"/>
              <a:gd name="connsiteY0" fmla="*/ 1401330 h 1462129"/>
              <a:gd name="connsiteX1" fmla="*/ 0 w 458582"/>
              <a:gd name="connsiteY1" fmla="*/ 229291 h 1462129"/>
              <a:gd name="connsiteX2" fmla="*/ 67158 w 458582"/>
              <a:gd name="connsiteY2" fmla="*/ 67158 h 1462129"/>
              <a:gd name="connsiteX3" fmla="*/ 229291 w 458582"/>
              <a:gd name="connsiteY3" fmla="*/ 0 h 1462129"/>
              <a:gd name="connsiteX4" fmla="*/ 229291 w 458582"/>
              <a:gd name="connsiteY4" fmla="*/ 0 h 1462129"/>
              <a:gd name="connsiteX5" fmla="*/ 391424 w 458582"/>
              <a:gd name="connsiteY5" fmla="*/ 67158 h 1462129"/>
              <a:gd name="connsiteX6" fmla="*/ 458582 w 458582"/>
              <a:gd name="connsiteY6" fmla="*/ 229291 h 1462129"/>
              <a:gd name="connsiteX7" fmla="*/ 447473 w 458582"/>
              <a:gd name="connsiteY7" fmla="*/ 1462129 h 1462129"/>
              <a:gd name="connsiteX0" fmla="*/ 0 w 459179"/>
              <a:gd name="connsiteY0" fmla="*/ 1379079 h 1462129"/>
              <a:gd name="connsiteX1" fmla="*/ 597 w 459179"/>
              <a:gd name="connsiteY1" fmla="*/ 229291 h 1462129"/>
              <a:gd name="connsiteX2" fmla="*/ 67755 w 459179"/>
              <a:gd name="connsiteY2" fmla="*/ 67158 h 1462129"/>
              <a:gd name="connsiteX3" fmla="*/ 229888 w 459179"/>
              <a:gd name="connsiteY3" fmla="*/ 0 h 1462129"/>
              <a:gd name="connsiteX4" fmla="*/ 229888 w 459179"/>
              <a:gd name="connsiteY4" fmla="*/ 0 h 1462129"/>
              <a:gd name="connsiteX5" fmla="*/ 392021 w 459179"/>
              <a:gd name="connsiteY5" fmla="*/ 67158 h 1462129"/>
              <a:gd name="connsiteX6" fmla="*/ 459179 w 459179"/>
              <a:gd name="connsiteY6" fmla="*/ 229291 h 1462129"/>
              <a:gd name="connsiteX7" fmla="*/ 448070 w 459179"/>
              <a:gd name="connsiteY7" fmla="*/ 1462129 h 146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179" h="1462129">
                <a:moveTo>
                  <a:pt x="0" y="1379079"/>
                </a:moveTo>
                <a:lnTo>
                  <a:pt x="597" y="229291"/>
                </a:lnTo>
                <a:cubicBezTo>
                  <a:pt x="597" y="168479"/>
                  <a:pt x="24755" y="110158"/>
                  <a:pt x="67755" y="67158"/>
                </a:cubicBezTo>
                <a:cubicBezTo>
                  <a:pt x="110755" y="24158"/>
                  <a:pt x="169077" y="0"/>
                  <a:pt x="229888" y="0"/>
                </a:cubicBezTo>
                <a:lnTo>
                  <a:pt x="229888" y="0"/>
                </a:lnTo>
                <a:cubicBezTo>
                  <a:pt x="290700" y="0"/>
                  <a:pt x="349021" y="24158"/>
                  <a:pt x="392021" y="67158"/>
                </a:cubicBezTo>
                <a:cubicBezTo>
                  <a:pt x="435021" y="110158"/>
                  <a:pt x="459179" y="168480"/>
                  <a:pt x="459179" y="229291"/>
                </a:cubicBezTo>
                <a:lnTo>
                  <a:pt x="448070" y="1462129"/>
                </a:lnTo>
              </a:path>
            </a:pathLst>
          </a:custGeom>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3" name="Rectangle 22">
            <a:extLst>
              <a:ext uri="{FF2B5EF4-FFF2-40B4-BE49-F238E27FC236}">
                <a16:creationId xmlns:a16="http://schemas.microsoft.com/office/drawing/2014/main" id="{97B4C003-9E36-BA4F-8BFF-657EA29AE8E2}"/>
              </a:ext>
            </a:extLst>
          </p:cNvPr>
          <p:cNvSpPr/>
          <p:nvPr/>
        </p:nvSpPr>
        <p:spPr>
          <a:xfrm>
            <a:off x="0" y="0"/>
            <a:ext cx="9144000" cy="5715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3" name="Text Placeholder 2"/>
          <p:cNvSpPr>
            <a:spLocks noGrp="1"/>
          </p:cNvSpPr>
          <p:nvPr>
            <p:ph type="body" idx="1"/>
          </p:nvPr>
        </p:nvSpPr>
        <p:spPr>
          <a:xfrm rot="21000000">
            <a:off x="887173" y="4419169"/>
            <a:ext cx="6904501" cy="814917"/>
          </a:xfrm>
        </p:spPr>
        <p:txBody>
          <a:bodyPr anchor="ctr" anchorCtr="0"/>
          <a:lstStyle>
            <a:lvl1pPr marL="0" indent="0" algn="r" defTabSz="761970" rtl="0" eaLnBrk="1" latinLnBrk="0" hangingPunct="1">
              <a:spcAft>
                <a:spcPts val="0"/>
              </a:spcAft>
              <a:buFontTx/>
              <a:buNone/>
              <a:defRPr sz="2000" kern="1200">
                <a:solidFill>
                  <a:schemeClr val="bg1"/>
                </a:solidFill>
                <a:effectLst/>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2" name="Title 1"/>
          <p:cNvSpPr>
            <a:spLocks noGrp="1"/>
          </p:cNvSpPr>
          <p:nvPr>
            <p:ph type="title"/>
          </p:nvPr>
        </p:nvSpPr>
        <p:spPr>
          <a:xfrm rot="21000000">
            <a:off x="600153" y="2824711"/>
            <a:ext cx="7622161" cy="1399662"/>
          </a:xfrm>
        </p:spPr>
        <p:txBody>
          <a:bodyPr rtlCol="0" anchor="b">
            <a:noAutofit/>
          </a:bodyPr>
          <a:lstStyle>
            <a:lvl1pPr algn="r" defTabSz="761970" rtl="0" eaLnBrk="1" latinLnBrk="0" hangingPunct="1">
              <a:lnSpc>
                <a:spcPts val="4666"/>
              </a:lnSpc>
              <a:spcBef>
                <a:spcPct val="0"/>
              </a:spcBef>
              <a:buNone/>
              <a:defRPr sz="3833" kern="1200">
                <a:solidFill>
                  <a:schemeClr val="bg1"/>
                </a:solidFill>
                <a:latin typeface="+mj-lt"/>
                <a:ea typeface="+mj-ea"/>
                <a:cs typeface="+mj-cs"/>
              </a:defRPr>
            </a:lvl1pPr>
          </a:lstStyle>
          <a:p>
            <a:r>
              <a:rPr lang="en-US"/>
              <a:t>Click to edit Master title style</a:t>
            </a:r>
            <a:endParaRPr/>
          </a:p>
        </p:txBody>
      </p:sp>
    </p:spTree>
    <p:extLst>
      <p:ext uri="{BB962C8B-B14F-4D97-AF65-F5344CB8AC3E}">
        <p14:creationId xmlns:p14="http://schemas.microsoft.com/office/powerpoint/2010/main" val="2700928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1F56BCB0-C913-6E4F-A59B-5601C62107FE}"/>
              </a:ext>
            </a:extLst>
          </p:cNvPr>
          <p:cNvSpPr/>
          <p:nvPr/>
        </p:nvSpPr>
        <p:spPr>
          <a:xfrm rot="16200000">
            <a:off x="4095221" y="-2696633"/>
            <a:ext cx="1209146"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99247" y="2520157"/>
            <a:ext cx="3657600" cy="2813843"/>
          </a:xfrm>
        </p:spPr>
        <p:txBody>
          <a:bodyPr/>
          <a:lstStyle>
            <a:lvl1pPr>
              <a:defRPr sz="1667"/>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51294" y="2520157"/>
            <a:ext cx="3657600" cy="2813843"/>
          </a:xfrm>
        </p:spPr>
        <p:txBody>
          <a:bodyPr/>
          <a:lstStyle>
            <a:lvl1pPr>
              <a:defRPr sz="1667"/>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Date Placeholder 4">
            <a:extLst>
              <a:ext uri="{FF2B5EF4-FFF2-40B4-BE49-F238E27FC236}">
                <a16:creationId xmlns:a16="http://schemas.microsoft.com/office/drawing/2014/main" id="{2381BEB1-96FB-8E44-A9C8-8A0FFEE33F30}"/>
              </a:ext>
            </a:extLst>
          </p:cNvPr>
          <p:cNvSpPr>
            <a:spLocks noGrp="1"/>
          </p:cNvSpPr>
          <p:nvPr>
            <p:ph type="dt" sz="half" idx="10"/>
          </p:nvPr>
        </p:nvSpPr>
        <p:spPr/>
        <p:txBody>
          <a:bodyPr/>
          <a:lstStyle>
            <a:lvl1pPr eaLnBrk="0" hangingPunct="0">
              <a:defRPr/>
            </a:lvl1pPr>
          </a:lstStyle>
          <a:p>
            <a:fld id="{FED84A30-D29A-2C4D-994C-BFA14A6A5318}" type="datetimeFigureOut">
              <a:rPr lang="en-US" altLang="en-US"/>
              <a:pPr/>
              <a:t>2/17/25</a:t>
            </a:fld>
            <a:endParaRPr lang="en-US" altLang="en-US"/>
          </a:p>
        </p:txBody>
      </p:sp>
      <p:sp>
        <p:nvSpPr>
          <p:cNvPr id="7" name="Footer Placeholder 5">
            <a:extLst>
              <a:ext uri="{FF2B5EF4-FFF2-40B4-BE49-F238E27FC236}">
                <a16:creationId xmlns:a16="http://schemas.microsoft.com/office/drawing/2014/main" id="{AF38E6FC-AC8B-AB40-AC9F-AE07D759D4F0}"/>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8" name="Slide Number Placeholder 6">
            <a:extLst>
              <a:ext uri="{FF2B5EF4-FFF2-40B4-BE49-F238E27FC236}">
                <a16:creationId xmlns:a16="http://schemas.microsoft.com/office/drawing/2014/main" id="{BA9D7FE9-EEF1-114A-B8DD-3F3C67E8DB35}"/>
              </a:ext>
            </a:extLst>
          </p:cNvPr>
          <p:cNvSpPr>
            <a:spLocks noGrp="1"/>
          </p:cNvSpPr>
          <p:nvPr>
            <p:ph type="sldNum" sz="quarter" idx="12"/>
          </p:nvPr>
        </p:nvSpPr>
        <p:spPr/>
        <p:txBody>
          <a:bodyPr/>
          <a:lstStyle>
            <a:lvl1pPr eaLnBrk="0" hangingPunct="0">
              <a:defRPr/>
            </a:lvl1pPr>
          </a:lstStyle>
          <a:p>
            <a:fld id="{0A7CACEC-3675-6649-BB99-8386D6ECA279}" type="slidenum">
              <a:rPr lang="en-US" altLang="en-US"/>
              <a:pPr/>
              <a:t>‹#›</a:t>
            </a:fld>
            <a:endParaRPr lang="en-US" altLang="en-US"/>
          </a:p>
        </p:txBody>
      </p:sp>
    </p:spTree>
    <p:extLst>
      <p:ext uri="{BB962C8B-B14F-4D97-AF65-F5344CB8AC3E}">
        <p14:creationId xmlns:p14="http://schemas.microsoft.com/office/powerpoint/2010/main" val="2866364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725F88AD-2F09-6E42-A8F4-987D0101C91E}"/>
              </a:ext>
            </a:extLst>
          </p:cNvPr>
          <p:cNvSpPr/>
          <p:nvPr/>
        </p:nvSpPr>
        <p:spPr>
          <a:xfrm rot="16200000">
            <a:off x="4095221" y="-2696633"/>
            <a:ext cx="1209146"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12788" y="2413001"/>
            <a:ext cx="3657600" cy="571500"/>
          </a:xfrm>
          <a:prstGeom prst="roundRect">
            <a:avLst>
              <a:gd name="adj" fmla="val 50000"/>
            </a:avLst>
          </a:prstGeom>
          <a:solidFill>
            <a:schemeClr val="accent1">
              <a:alpha val="80000"/>
            </a:schemeClr>
          </a:solidFill>
          <a:ln>
            <a:solidFill>
              <a:schemeClr val="accent2">
                <a:alpha val="80000"/>
              </a:schemeClr>
            </a:solidFill>
          </a:ln>
        </p:spPr>
        <p:txBody>
          <a:bodyPr anchor="ctr" anchorCtr="0">
            <a:noAutofit/>
          </a:bodyPr>
          <a:lstStyle>
            <a:lvl1pPr marL="0" indent="0" algn="ctr">
              <a:spcBef>
                <a:spcPts val="0"/>
              </a:spcBef>
              <a:spcAft>
                <a:spcPts val="0"/>
              </a:spcAft>
              <a:buNone/>
              <a:defRPr sz="1833" b="1">
                <a:effectLst/>
              </a:defRPr>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712788" y="3048000"/>
            <a:ext cx="3657600" cy="2285999"/>
          </a:xfrm>
        </p:spPr>
        <p:txBody>
          <a:bodyPr/>
          <a:lstStyle>
            <a:lvl1pPr>
              <a:defRPr sz="1500"/>
            </a:lvl1pPr>
            <a:lvl2pPr>
              <a:defRPr sz="1500"/>
            </a:lvl2pPr>
            <a:lvl3pPr>
              <a:defRPr sz="1500"/>
            </a:lvl3pPr>
            <a:lvl4pPr>
              <a:defRPr sz="1500"/>
            </a:lvl4pPr>
            <a:lvl5pPr>
              <a:defRPr sz="1500"/>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3706" y="2413001"/>
            <a:ext cx="3657600" cy="571500"/>
          </a:xfrm>
          <a:prstGeom prst="roundRect">
            <a:avLst>
              <a:gd name="adj" fmla="val 50000"/>
            </a:avLst>
          </a:prstGeom>
          <a:solidFill>
            <a:schemeClr val="accent1">
              <a:alpha val="80000"/>
            </a:schemeClr>
          </a:solidFill>
          <a:ln>
            <a:solidFill>
              <a:schemeClr val="accent2">
                <a:alpha val="80000"/>
              </a:schemeClr>
            </a:solidFill>
          </a:ln>
        </p:spPr>
        <p:txBody>
          <a:bodyPr anchor="ctr" anchorCtr="0">
            <a:noAutofit/>
          </a:bodyPr>
          <a:lstStyle>
            <a:lvl1pPr marL="0" indent="0" algn="ctr">
              <a:spcBef>
                <a:spcPts val="0"/>
              </a:spcBef>
              <a:spcAft>
                <a:spcPts val="0"/>
              </a:spcAft>
              <a:buNone/>
              <a:defRPr sz="1833" b="1">
                <a:effectLst/>
              </a:defRPr>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773706" y="3048000"/>
            <a:ext cx="3657600" cy="2285999"/>
          </a:xfrm>
        </p:spPr>
        <p:txBody>
          <a:bodyPr/>
          <a:lstStyle>
            <a:lvl1pPr>
              <a:defRPr sz="1500"/>
            </a:lvl1pPr>
            <a:lvl2pPr>
              <a:defRPr sz="1500"/>
            </a:lvl2pPr>
            <a:lvl3pPr>
              <a:defRPr sz="1500"/>
            </a:lvl3pPr>
            <a:lvl4pPr>
              <a:defRPr sz="1500"/>
            </a:lvl4pPr>
            <a:lvl5pPr>
              <a:defRPr sz="1500"/>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6">
            <a:extLst>
              <a:ext uri="{FF2B5EF4-FFF2-40B4-BE49-F238E27FC236}">
                <a16:creationId xmlns:a16="http://schemas.microsoft.com/office/drawing/2014/main" id="{63864526-78A4-924D-835C-8455A4B44D19}"/>
              </a:ext>
            </a:extLst>
          </p:cNvPr>
          <p:cNvSpPr>
            <a:spLocks noGrp="1"/>
          </p:cNvSpPr>
          <p:nvPr>
            <p:ph type="dt" sz="half" idx="10"/>
          </p:nvPr>
        </p:nvSpPr>
        <p:spPr/>
        <p:txBody>
          <a:bodyPr/>
          <a:lstStyle>
            <a:lvl1pPr eaLnBrk="0" hangingPunct="0">
              <a:defRPr/>
            </a:lvl1pPr>
          </a:lstStyle>
          <a:p>
            <a:fld id="{D6B31FD3-D817-2F42-B77A-90DDBADF1DA7}" type="datetimeFigureOut">
              <a:rPr lang="en-US" altLang="en-US"/>
              <a:pPr/>
              <a:t>2/17/25</a:t>
            </a:fld>
            <a:endParaRPr lang="en-US" altLang="en-US"/>
          </a:p>
        </p:txBody>
      </p:sp>
      <p:sp>
        <p:nvSpPr>
          <p:cNvPr id="9" name="Footer Placeholder 7">
            <a:extLst>
              <a:ext uri="{FF2B5EF4-FFF2-40B4-BE49-F238E27FC236}">
                <a16:creationId xmlns:a16="http://schemas.microsoft.com/office/drawing/2014/main" id="{914D34D7-A119-0745-9FF3-211B1A8BE0A1}"/>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10" name="Slide Number Placeholder 8">
            <a:extLst>
              <a:ext uri="{FF2B5EF4-FFF2-40B4-BE49-F238E27FC236}">
                <a16:creationId xmlns:a16="http://schemas.microsoft.com/office/drawing/2014/main" id="{813A7F96-8BD3-4C47-A63A-9E5B1B71E8E9}"/>
              </a:ext>
            </a:extLst>
          </p:cNvPr>
          <p:cNvSpPr>
            <a:spLocks noGrp="1"/>
          </p:cNvSpPr>
          <p:nvPr>
            <p:ph type="sldNum" sz="quarter" idx="12"/>
          </p:nvPr>
        </p:nvSpPr>
        <p:spPr/>
        <p:txBody>
          <a:bodyPr/>
          <a:lstStyle>
            <a:lvl1pPr eaLnBrk="0" hangingPunct="0">
              <a:defRPr/>
            </a:lvl1pPr>
          </a:lstStyle>
          <a:p>
            <a:fld id="{84E85D3D-D5F0-6242-99A3-B69B62BB7D1A}" type="slidenum">
              <a:rPr lang="en-US" altLang="en-US"/>
              <a:pPr/>
              <a:t>‹#›</a:t>
            </a:fld>
            <a:endParaRPr lang="en-US" altLang="en-US"/>
          </a:p>
        </p:txBody>
      </p:sp>
    </p:spTree>
    <p:extLst>
      <p:ext uri="{BB962C8B-B14F-4D97-AF65-F5344CB8AC3E}">
        <p14:creationId xmlns:p14="http://schemas.microsoft.com/office/powerpoint/2010/main" val="6446746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ound Same Side Corner Rectangle 2">
            <a:extLst>
              <a:ext uri="{FF2B5EF4-FFF2-40B4-BE49-F238E27FC236}">
                <a16:creationId xmlns:a16="http://schemas.microsoft.com/office/drawing/2014/main" id="{AC17436E-DBA5-A848-BFB1-6CA967DBB062}"/>
              </a:ext>
            </a:extLst>
          </p:cNvPr>
          <p:cNvSpPr/>
          <p:nvPr/>
        </p:nvSpPr>
        <p:spPr>
          <a:xfrm rot="16200000">
            <a:off x="4095221" y="-2696633"/>
            <a:ext cx="1209146"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title"/>
          </p:nvPr>
        </p:nvSpPr>
        <p:spPr/>
        <p:txBody>
          <a:bodyPr/>
          <a:lstStyle/>
          <a:p>
            <a:r>
              <a:rPr lang="en-US"/>
              <a:t>Click to edit Master title style</a:t>
            </a:r>
            <a:endParaRPr/>
          </a:p>
        </p:txBody>
      </p:sp>
      <p:sp>
        <p:nvSpPr>
          <p:cNvPr id="4" name="Date Placeholder 2">
            <a:extLst>
              <a:ext uri="{FF2B5EF4-FFF2-40B4-BE49-F238E27FC236}">
                <a16:creationId xmlns:a16="http://schemas.microsoft.com/office/drawing/2014/main" id="{D068071C-1CEF-FD4D-90B4-9E9F0D7A7584}"/>
              </a:ext>
            </a:extLst>
          </p:cNvPr>
          <p:cNvSpPr>
            <a:spLocks noGrp="1"/>
          </p:cNvSpPr>
          <p:nvPr>
            <p:ph type="dt" sz="half" idx="10"/>
          </p:nvPr>
        </p:nvSpPr>
        <p:spPr/>
        <p:txBody>
          <a:bodyPr/>
          <a:lstStyle>
            <a:lvl1pPr eaLnBrk="0" hangingPunct="0">
              <a:defRPr/>
            </a:lvl1pPr>
          </a:lstStyle>
          <a:p>
            <a:fld id="{5C6BF9BD-66E1-A04D-B349-39E05FF22E10}" type="datetimeFigureOut">
              <a:rPr lang="en-US" altLang="en-US"/>
              <a:pPr/>
              <a:t>2/17/25</a:t>
            </a:fld>
            <a:endParaRPr lang="en-US" altLang="en-US"/>
          </a:p>
        </p:txBody>
      </p:sp>
      <p:sp>
        <p:nvSpPr>
          <p:cNvPr id="5" name="Footer Placeholder 3">
            <a:extLst>
              <a:ext uri="{FF2B5EF4-FFF2-40B4-BE49-F238E27FC236}">
                <a16:creationId xmlns:a16="http://schemas.microsoft.com/office/drawing/2014/main" id="{FE5B3C86-2764-264C-8467-3098D7351F83}"/>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6" name="Slide Number Placeholder 4">
            <a:extLst>
              <a:ext uri="{FF2B5EF4-FFF2-40B4-BE49-F238E27FC236}">
                <a16:creationId xmlns:a16="http://schemas.microsoft.com/office/drawing/2014/main" id="{440DE66E-B9F1-E14D-BFC4-CA1C8DF3239A}"/>
              </a:ext>
            </a:extLst>
          </p:cNvPr>
          <p:cNvSpPr>
            <a:spLocks noGrp="1"/>
          </p:cNvSpPr>
          <p:nvPr>
            <p:ph type="sldNum" sz="quarter" idx="12"/>
          </p:nvPr>
        </p:nvSpPr>
        <p:spPr/>
        <p:txBody>
          <a:bodyPr/>
          <a:lstStyle>
            <a:lvl1pPr eaLnBrk="0" hangingPunct="0">
              <a:defRPr/>
            </a:lvl1pPr>
          </a:lstStyle>
          <a:p>
            <a:fld id="{CC1C2160-8736-324C-98C9-C7D534DF0ADE}" type="slidenum">
              <a:rPr lang="en-US" altLang="en-US"/>
              <a:pPr/>
              <a:t>‹#›</a:t>
            </a:fld>
            <a:endParaRPr lang="en-US" altLang="en-US"/>
          </a:p>
        </p:txBody>
      </p:sp>
    </p:spTree>
    <p:extLst>
      <p:ext uri="{BB962C8B-B14F-4D97-AF65-F5344CB8AC3E}">
        <p14:creationId xmlns:p14="http://schemas.microsoft.com/office/powerpoint/2010/main" val="7190774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B48E19-C4D1-304E-8FFA-19E6FA06D7A8}"/>
              </a:ext>
            </a:extLst>
          </p:cNvPr>
          <p:cNvSpPr>
            <a:spLocks noGrp="1"/>
          </p:cNvSpPr>
          <p:nvPr>
            <p:ph type="dt" sz="half" idx="10"/>
          </p:nvPr>
        </p:nvSpPr>
        <p:spPr/>
        <p:txBody>
          <a:bodyPr/>
          <a:lstStyle>
            <a:lvl1pPr eaLnBrk="0" hangingPunct="0">
              <a:defRPr/>
            </a:lvl1pPr>
          </a:lstStyle>
          <a:p>
            <a:fld id="{4BFF8EE1-63C9-424C-A65F-5F2F22C3D6E6}" type="datetimeFigureOut">
              <a:rPr lang="en-US" altLang="en-US"/>
              <a:pPr/>
              <a:t>2/17/25</a:t>
            </a:fld>
            <a:endParaRPr lang="en-US" altLang="en-US"/>
          </a:p>
        </p:txBody>
      </p:sp>
      <p:sp>
        <p:nvSpPr>
          <p:cNvPr id="3" name="Footer Placeholder 2">
            <a:extLst>
              <a:ext uri="{FF2B5EF4-FFF2-40B4-BE49-F238E27FC236}">
                <a16:creationId xmlns:a16="http://schemas.microsoft.com/office/drawing/2014/main" id="{F69426E1-9DF1-D94B-9780-63ADEEF7B582}"/>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4" name="Slide Number Placeholder 3">
            <a:extLst>
              <a:ext uri="{FF2B5EF4-FFF2-40B4-BE49-F238E27FC236}">
                <a16:creationId xmlns:a16="http://schemas.microsoft.com/office/drawing/2014/main" id="{D8FD0AC6-F290-104A-8D21-EBDE908751B3}"/>
              </a:ext>
            </a:extLst>
          </p:cNvPr>
          <p:cNvSpPr>
            <a:spLocks noGrp="1"/>
          </p:cNvSpPr>
          <p:nvPr>
            <p:ph type="sldNum" sz="quarter" idx="12"/>
          </p:nvPr>
        </p:nvSpPr>
        <p:spPr/>
        <p:txBody>
          <a:bodyPr/>
          <a:lstStyle>
            <a:lvl1pPr eaLnBrk="0" hangingPunct="0">
              <a:defRPr/>
            </a:lvl1pPr>
          </a:lstStyle>
          <a:p>
            <a:fld id="{7B1B6410-9CA0-4349-8AA2-E00F3B9FA344}" type="slidenum">
              <a:rPr lang="en-US" altLang="en-US"/>
              <a:pPr/>
              <a:t>‹#›</a:t>
            </a:fld>
            <a:endParaRPr lang="en-US" altLang="en-US"/>
          </a:p>
        </p:txBody>
      </p:sp>
    </p:spTree>
    <p:extLst>
      <p:ext uri="{BB962C8B-B14F-4D97-AF65-F5344CB8AC3E}">
        <p14:creationId xmlns:p14="http://schemas.microsoft.com/office/powerpoint/2010/main" val="42737738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7F90A29F-BE8E-6848-BD6D-9255D55982DC}"/>
              </a:ext>
            </a:extLst>
          </p:cNvPr>
          <p:cNvSpPr/>
          <p:nvPr/>
        </p:nvSpPr>
        <p:spPr>
          <a:xfrm>
            <a:off x="366714" y="1206500"/>
            <a:ext cx="3748087" cy="4000500"/>
          </a:xfrm>
          <a:prstGeom prst="roundRect">
            <a:avLst/>
          </a:prstGeom>
          <a:solidFill>
            <a:schemeClr val="accent1">
              <a:alpha val="60000"/>
            </a:schemeClr>
          </a:solidFill>
          <a:ln w="63500">
            <a:solidFill>
              <a:schemeClr val="accent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title"/>
          </p:nvPr>
        </p:nvSpPr>
        <p:spPr>
          <a:xfrm>
            <a:off x="533399" y="1397000"/>
            <a:ext cx="3429000" cy="889000"/>
          </a:xfrm>
        </p:spPr>
        <p:txBody>
          <a:bodyPr anchor="b"/>
          <a:lstStyle>
            <a:lvl1pPr algn="ctr">
              <a:lnSpc>
                <a:spcPct val="100000"/>
              </a:lnSpc>
              <a:defRPr sz="2500" b="0"/>
            </a:lvl1pPr>
          </a:lstStyle>
          <a:p>
            <a:r>
              <a:rPr lang="en-US"/>
              <a:t>Click to edit Master title style</a:t>
            </a:r>
            <a:endParaRPr/>
          </a:p>
        </p:txBody>
      </p:sp>
      <p:sp>
        <p:nvSpPr>
          <p:cNvPr id="3" name="Content Placeholder 2"/>
          <p:cNvSpPr>
            <a:spLocks noGrp="1"/>
          </p:cNvSpPr>
          <p:nvPr>
            <p:ph idx="1"/>
          </p:nvPr>
        </p:nvSpPr>
        <p:spPr>
          <a:xfrm>
            <a:off x="4504766" y="825500"/>
            <a:ext cx="4258234" cy="4381500"/>
          </a:xfrm>
        </p:spPr>
        <p:txBody>
          <a:bodyPr/>
          <a:lstStyle>
            <a:lvl1pPr>
              <a:defRPr sz="1667"/>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33400" y="2375646"/>
            <a:ext cx="3429000" cy="2640854"/>
          </a:xfrm>
        </p:spPr>
        <p:txBody>
          <a:bodyPr/>
          <a:lstStyle>
            <a:lvl1pPr marL="0" indent="0" algn="ctr">
              <a:spcAft>
                <a:spcPts val="833"/>
              </a:spcAft>
              <a:buNone/>
              <a:defRPr sz="1333">
                <a:effectLst/>
              </a:defRPr>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6" name="Date Placeholder 4">
            <a:extLst>
              <a:ext uri="{FF2B5EF4-FFF2-40B4-BE49-F238E27FC236}">
                <a16:creationId xmlns:a16="http://schemas.microsoft.com/office/drawing/2014/main" id="{E6F8F040-2705-0A42-9E76-A96723FD6533}"/>
              </a:ext>
            </a:extLst>
          </p:cNvPr>
          <p:cNvSpPr>
            <a:spLocks noGrp="1"/>
          </p:cNvSpPr>
          <p:nvPr>
            <p:ph type="dt" sz="half" idx="10"/>
          </p:nvPr>
        </p:nvSpPr>
        <p:spPr/>
        <p:txBody>
          <a:bodyPr/>
          <a:lstStyle>
            <a:lvl1pPr eaLnBrk="0" hangingPunct="0">
              <a:defRPr/>
            </a:lvl1pPr>
          </a:lstStyle>
          <a:p>
            <a:fld id="{FA9CC5F3-C3F6-E94E-8144-86AEFC663936}" type="datetimeFigureOut">
              <a:rPr lang="en-US" altLang="en-US"/>
              <a:pPr/>
              <a:t>2/17/25</a:t>
            </a:fld>
            <a:endParaRPr lang="en-US" altLang="en-US"/>
          </a:p>
        </p:txBody>
      </p:sp>
      <p:sp>
        <p:nvSpPr>
          <p:cNvPr id="7" name="Footer Placeholder 5">
            <a:extLst>
              <a:ext uri="{FF2B5EF4-FFF2-40B4-BE49-F238E27FC236}">
                <a16:creationId xmlns:a16="http://schemas.microsoft.com/office/drawing/2014/main" id="{885F68DC-4DF7-F542-AF9B-10AA76C0E215}"/>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8" name="Slide Number Placeholder 6">
            <a:extLst>
              <a:ext uri="{FF2B5EF4-FFF2-40B4-BE49-F238E27FC236}">
                <a16:creationId xmlns:a16="http://schemas.microsoft.com/office/drawing/2014/main" id="{408D6335-4D14-604E-B988-CEC72C7D0423}"/>
              </a:ext>
            </a:extLst>
          </p:cNvPr>
          <p:cNvSpPr>
            <a:spLocks noGrp="1"/>
          </p:cNvSpPr>
          <p:nvPr>
            <p:ph type="sldNum" sz="quarter" idx="12"/>
          </p:nvPr>
        </p:nvSpPr>
        <p:spPr/>
        <p:txBody>
          <a:bodyPr/>
          <a:lstStyle>
            <a:lvl1pPr eaLnBrk="0" hangingPunct="0">
              <a:defRPr/>
            </a:lvl1pPr>
          </a:lstStyle>
          <a:p>
            <a:fld id="{07A1D1B6-FDF3-A548-A065-DE2559784AA0}" type="slidenum">
              <a:rPr lang="en-US" altLang="en-US"/>
              <a:pPr/>
              <a:t>‹#›</a:t>
            </a:fld>
            <a:endParaRPr lang="en-US" altLang="en-US"/>
          </a:p>
        </p:txBody>
      </p:sp>
    </p:spTree>
    <p:extLst>
      <p:ext uri="{BB962C8B-B14F-4D97-AF65-F5344CB8AC3E}">
        <p14:creationId xmlns:p14="http://schemas.microsoft.com/office/powerpoint/2010/main" val="25998561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7A025A-249C-5E4B-B3D0-FF3A810DA8E5}"/>
              </a:ext>
            </a:extLst>
          </p:cNvPr>
          <p:cNvSpPr/>
          <p:nvPr/>
        </p:nvSpPr>
        <p:spPr>
          <a:xfrm>
            <a:off x="9525" y="2063750"/>
            <a:ext cx="9124950" cy="3640667"/>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cxnSp>
        <p:nvCxnSpPr>
          <p:cNvPr id="6" name="Straight Connector 5">
            <a:extLst>
              <a:ext uri="{FF2B5EF4-FFF2-40B4-BE49-F238E27FC236}">
                <a16:creationId xmlns:a16="http://schemas.microsoft.com/office/drawing/2014/main" id="{C52E7EE5-F7A3-5C47-A9C8-CC115EE0472C}"/>
              </a:ext>
            </a:extLst>
          </p:cNvPr>
          <p:cNvCxnSpPr/>
          <p:nvPr/>
        </p:nvCxnSpPr>
        <p:spPr>
          <a:xfrm>
            <a:off x="9525" y="2063750"/>
            <a:ext cx="9124950" cy="1323"/>
          </a:xfrm>
          <a:prstGeom prst="line">
            <a:avLst/>
          </a:prstGeom>
          <a:ln w="25400">
            <a:solidFill>
              <a:schemeClr val="accent2">
                <a:alpha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477871" y="825500"/>
            <a:ext cx="3951755" cy="1193193"/>
          </a:xfrm>
        </p:spPr>
        <p:txBody>
          <a:bodyPr anchor="b"/>
          <a:lstStyle>
            <a:lvl1pPr algn="l">
              <a:lnSpc>
                <a:spcPct val="100000"/>
              </a:lnSpc>
              <a:defRPr sz="2500" b="0"/>
            </a:lvl1pPr>
          </a:lstStyle>
          <a:p>
            <a:r>
              <a:rPr lang="en-US"/>
              <a:t>Click to edit Master title style</a:t>
            </a:r>
            <a:endParaRPr/>
          </a:p>
        </p:txBody>
      </p:sp>
      <p:sp>
        <p:nvSpPr>
          <p:cNvPr id="3" name="Picture Placeholder 2"/>
          <p:cNvSpPr>
            <a:spLocks noGrp="1"/>
          </p:cNvSpPr>
          <p:nvPr>
            <p:ph type="pic" idx="1"/>
          </p:nvPr>
        </p:nvSpPr>
        <p:spPr>
          <a:xfrm rot="21416935">
            <a:off x="414292" y="1101392"/>
            <a:ext cx="3703911" cy="4335815"/>
          </a:xfrm>
          <a:prstGeom prst="roundRect">
            <a:avLst>
              <a:gd name="adj" fmla="val 7476"/>
            </a:avLst>
          </a:prstGeom>
          <a:ln w="63500">
            <a:solidFill>
              <a:schemeClr val="accent2"/>
            </a:solidFill>
          </a:ln>
        </p:spPr>
        <p:txBody>
          <a:bodyPr/>
          <a:lstStyle>
            <a:lvl1pPr marL="0" indent="0">
              <a:buNone/>
              <a:defRPr sz="1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r>
              <a:rPr lang="en-US" noProof="0"/>
              <a:t>Drag picture to placeholder or click icon to add</a:t>
            </a:r>
            <a:endParaRPr noProof="0"/>
          </a:p>
        </p:txBody>
      </p:sp>
      <p:sp>
        <p:nvSpPr>
          <p:cNvPr id="4" name="Text Placeholder 3"/>
          <p:cNvSpPr>
            <a:spLocks noGrp="1"/>
          </p:cNvSpPr>
          <p:nvPr>
            <p:ph type="body" sz="half" idx="2"/>
          </p:nvPr>
        </p:nvSpPr>
        <p:spPr>
          <a:xfrm>
            <a:off x="4477871" y="2123282"/>
            <a:ext cx="3951755" cy="3083718"/>
          </a:xfrm>
        </p:spPr>
        <p:txBody>
          <a:bodyPr/>
          <a:lstStyle>
            <a:lvl1pPr marL="0" indent="0">
              <a:spcAft>
                <a:spcPts val="833"/>
              </a:spcAft>
              <a:buNone/>
              <a:defRPr sz="1500">
                <a:effectLst/>
              </a:defRPr>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7" name="Date Placeholder 4">
            <a:extLst>
              <a:ext uri="{FF2B5EF4-FFF2-40B4-BE49-F238E27FC236}">
                <a16:creationId xmlns:a16="http://schemas.microsoft.com/office/drawing/2014/main" id="{892E88E0-CD6A-7841-8EDA-81EDBAD40535}"/>
              </a:ext>
            </a:extLst>
          </p:cNvPr>
          <p:cNvSpPr>
            <a:spLocks noGrp="1"/>
          </p:cNvSpPr>
          <p:nvPr>
            <p:ph type="dt" sz="half" idx="10"/>
          </p:nvPr>
        </p:nvSpPr>
        <p:spPr/>
        <p:txBody>
          <a:bodyPr/>
          <a:lstStyle>
            <a:lvl1pPr eaLnBrk="0" hangingPunct="0">
              <a:defRPr/>
            </a:lvl1pPr>
          </a:lstStyle>
          <a:p>
            <a:fld id="{9149CF43-1ADB-1048-A35E-B3D46C6EFB75}" type="datetimeFigureOut">
              <a:rPr lang="en-US" altLang="en-US"/>
              <a:pPr/>
              <a:t>2/17/25</a:t>
            </a:fld>
            <a:endParaRPr lang="en-US" altLang="en-US"/>
          </a:p>
        </p:txBody>
      </p:sp>
      <p:sp>
        <p:nvSpPr>
          <p:cNvPr id="8" name="Footer Placeholder 5">
            <a:extLst>
              <a:ext uri="{FF2B5EF4-FFF2-40B4-BE49-F238E27FC236}">
                <a16:creationId xmlns:a16="http://schemas.microsoft.com/office/drawing/2014/main" id="{7FEAF102-2C96-DA48-BAE0-7FFB853FFACE}"/>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9" name="Slide Number Placeholder 6">
            <a:extLst>
              <a:ext uri="{FF2B5EF4-FFF2-40B4-BE49-F238E27FC236}">
                <a16:creationId xmlns:a16="http://schemas.microsoft.com/office/drawing/2014/main" id="{2B43F8D6-64F8-7443-B9A0-13D04FA518A7}"/>
              </a:ext>
            </a:extLst>
          </p:cNvPr>
          <p:cNvSpPr>
            <a:spLocks noGrp="1"/>
          </p:cNvSpPr>
          <p:nvPr>
            <p:ph type="sldNum" sz="quarter" idx="12"/>
          </p:nvPr>
        </p:nvSpPr>
        <p:spPr/>
        <p:txBody>
          <a:bodyPr/>
          <a:lstStyle>
            <a:lvl1pPr eaLnBrk="0" hangingPunct="0">
              <a:defRPr/>
            </a:lvl1pPr>
          </a:lstStyle>
          <a:p>
            <a:fld id="{2CFF01CF-8782-9547-A1BE-C902FE7D0DB2}" type="slidenum">
              <a:rPr lang="en-US" altLang="en-US"/>
              <a:pPr/>
              <a:t>‹#›</a:t>
            </a:fld>
            <a:endParaRPr lang="en-US" altLang="en-US"/>
          </a:p>
        </p:txBody>
      </p:sp>
    </p:spTree>
    <p:extLst>
      <p:ext uri="{BB962C8B-B14F-4D97-AF65-F5344CB8AC3E}">
        <p14:creationId xmlns:p14="http://schemas.microsoft.com/office/powerpoint/2010/main" val="1012058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grpSp>
        <p:nvGrpSpPr>
          <p:cNvPr id="5" name="Group 31">
            <a:extLst>
              <a:ext uri="{FF2B5EF4-FFF2-40B4-BE49-F238E27FC236}">
                <a16:creationId xmlns:a16="http://schemas.microsoft.com/office/drawing/2014/main" id="{1A4B3DF0-E4EF-3E41-ABBD-242714841B58}"/>
              </a:ext>
            </a:extLst>
          </p:cNvPr>
          <p:cNvGrpSpPr>
            <a:grpSpLocks/>
          </p:cNvGrpSpPr>
          <p:nvPr/>
        </p:nvGrpSpPr>
        <p:grpSpPr bwMode="auto">
          <a:xfrm>
            <a:off x="9525" y="3175000"/>
            <a:ext cx="9124950" cy="2529417"/>
            <a:chOff x="9144" y="3810000"/>
            <a:chExt cx="9125712" cy="3035300"/>
          </a:xfrm>
        </p:grpSpPr>
        <p:sp>
          <p:nvSpPr>
            <p:cNvPr id="6" name="Rectangle 5">
              <a:extLst>
                <a:ext uri="{FF2B5EF4-FFF2-40B4-BE49-F238E27FC236}">
                  <a16:creationId xmlns:a16="http://schemas.microsoft.com/office/drawing/2014/main" id="{04F58639-9C91-894E-843D-AF35971D0D89}"/>
                </a:ext>
              </a:extLst>
            </p:cNvPr>
            <p:cNvSpPr/>
            <p:nvPr/>
          </p:nvSpPr>
          <p:spPr>
            <a:xfrm>
              <a:off x="9144" y="3810000"/>
              <a:ext cx="9125712" cy="3035300"/>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cxnSp>
          <p:nvCxnSpPr>
            <p:cNvPr id="7" name="Straight Connector 6">
              <a:extLst>
                <a:ext uri="{FF2B5EF4-FFF2-40B4-BE49-F238E27FC236}">
                  <a16:creationId xmlns:a16="http://schemas.microsoft.com/office/drawing/2014/main" id="{0FBF64C5-D5E6-8941-8B7A-946844C061FB}"/>
                </a:ext>
              </a:extLst>
            </p:cNvPr>
            <p:cNvCxnSpPr/>
            <p:nvPr/>
          </p:nvCxnSpPr>
          <p:spPr>
            <a:xfrm>
              <a:off x="9144" y="3810000"/>
              <a:ext cx="9125712" cy="1588"/>
            </a:xfrm>
            <a:prstGeom prst="line">
              <a:avLst/>
            </a:prstGeom>
            <a:ln w="25400">
              <a:solidFill>
                <a:schemeClr val="accent2">
                  <a:alpha val="40000"/>
                </a:schemeClr>
              </a:solidFill>
            </a:ln>
          </p:spPr>
          <p:style>
            <a:lnRef idx="1">
              <a:schemeClr val="accent1"/>
            </a:lnRef>
            <a:fillRef idx="0">
              <a:schemeClr val="accent1"/>
            </a:fillRef>
            <a:effectRef idx="0">
              <a:schemeClr val="accent1"/>
            </a:effectRef>
            <a:fontRef idx="minor">
              <a:schemeClr val="tx1"/>
            </a:fontRef>
          </p:style>
        </p:cxnSp>
      </p:grpSp>
      <p:sp>
        <p:nvSpPr>
          <p:cNvPr id="3" name="Picture Placeholder 2"/>
          <p:cNvSpPr>
            <a:spLocks noGrp="1"/>
          </p:cNvSpPr>
          <p:nvPr>
            <p:ph type="pic" idx="1"/>
          </p:nvPr>
        </p:nvSpPr>
        <p:spPr>
          <a:xfrm rot="21338992">
            <a:off x="2407361" y="767816"/>
            <a:ext cx="4329278" cy="2783930"/>
          </a:xfrm>
          <a:prstGeom prst="roundRect">
            <a:avLst>
              <a:gd name="adj" fmla="val 7476"/>
            </a:avLst>
          </a:prstGeom>
          <a:ln w="63500">
            <a:solidFill>
              <a:schemeClr val="accent2"/>
            </a:solidFill>
          </a:ln>
        </p:spPr>
        <p:txBody>
          <a:bodyPr/>
          <a:lstStyle>
            <a:lvl1pPr marL="0" indent="0">
              <a:buNone/>
              <a:defRPr sz="1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r>
              <a:rPr lang="en-US" noProof="0"/>
              <a:t>Drag picture to placeholder or click icon to add</a:t>
            </a:r>
            <a:endParaRPr noProof="0"/>
          </a:p>
        </p:txBody>
      </p:sp>
      <p:sp>
        <p:nvSpPr>
          <p:cNvPr id="4" name="Text Placeholder 3"/>
          <p:cNvSpPr>
            <a:spLocks noGrp="1"/>
          </p:cNvSpPr>
          <p:nvPr>
            <p:ph type="body" sz="half" idx="2"/>
          </p:nvPr>
        </p:nvSpPr>
        <p:spPr>
          <a:xfrm>
            <a:off x="713232" y="4254500"/>
            <a:ext cx="7717536" cy="1068294"/>
          </a:xfrm>
        </p:spPr>
        <p:txBody>
          <a:bodyPr/>
          <a:lstStyle>
            <a:lvl1pPr marL="0" indent="0" algn="ctr">
              <a:spcBef>
                <a:spcPts val="0"/>
              </a:spcBef>
              <a:spcAft>
                <a:spcPts val="250"/>
              </a:spcAft>
              <a:buNone/>
              <a:defRPr sz="1500">
                <a:effectLst/>
              </a:defRPr>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2" name="Title 1"/>
          <p:cNvSpPr>
            <a:spLocks noGrp="1"/>
          </p:cNvSpPr>
          <p:nvPr>
            <p:ph type="title"/>
          </p:nvPr>
        </p:nvSpPr>
        <p:spPr>
          <a:xfrm>
            <a:off x="712788" y="3703777"/>
            <a:ext cx="7716838" cy="603017"/>
          </a:xfrm>
        </p:spPr>
        <p:txBody>
          <a:bodyPr anchor="b"/>
          <a:lstStyle>
            <a:lvl1pPr algn="ctr">
              <a:lnSpc>
                <a:spcPct val="100000"/>
              </a:lnSpc>
              <a:defRPr sz="3000" b="0"/>
            </a:lvl1pPr>
          </a:lstStyle>
          <a:p>
            <a:r>
              <a:rPr lang="en-US"/>
              <a:t>Click to edit Master title style</a:t>
            </a:r>
            <a:endParaRPr/>
          </a:p>
        </p:txBody>
      </p:sp>
      <p:sp>
        <p:nvSpPr>
          <p:cNvPr id="8" name="Date Placeholder 4">
            <a:extLst>
              <a:ext uri="{FF2B5EF4-FFF2-40B4-BE49-F238E27FC236}">
                <a16:creationId xmlns:a16="http://schemas.microsoft.com/office/drawing/2014/main" id="{233E5F0F-8742-A640-89CB-05770188EC2E}"/>
              </a:ext>
            </a:extLst>
          </p:cNvPr>
          <p:cNvSpPr>
            <a:spLocks noGrp="1"/>
          </p:cNvSpPr>
          <p:nvPr>
            <p:ph type="dt" sz="half" idx="10"/>
          </p:nvPr>
        </p:nvSpPr>
        <p:spPr/>
        <p:txBody>
          <a:bodyPr/>
          <a:lstStyle>
            <a:lvl1pPr eaLnBrk="0" hangingPunct="0">
              <a:defRPr/>
            </a:lvl1pPr>
          </a:lstStyle>
          <a:p>
            <a:fld id="{05678C7E-8BA4-BB47-809A-B6606858D1E4}" type="datetimeFigureOut">
              <a:rPr lang="en-US" altLang="en-US"/>
              <a:pPr/>
              <a:t>2/17/25</a:t>
            </a:fld>
            <a:endParaRPr lang="en-US" altLang="en-US"/>
          </a:p>
        </p:txBody>
      </p:sp>
      <p:sp>
        <p:nvSpPr>
          <p:cNvPr id="9" name="Footer Placeholder 5">
            <a:extLst>
              <a:ext uri="{FF2B5EF4-FFF2-40B4-BE49-F238E27FC236}">
                <a16:creationId xmlns:a16="http://schemas.microsoft.com/office/drawing/2014/main" id="{61E60949-E3F9-A542-9396-6C2E97B5ADB8}"/>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10" name="Slide Number Placeholder 6">
            <a:extLst>
              <a:ext uri="{FF2B5EF4-FFF2-40B4-BE49-F238E27FC236}">
                <a16:creationId xmlns:a16="http://schemas.microsoft.com/office/drawing/2014/main" id="{7CA113F8-3D1F-FB48-8B2C-0BEB1E7187B3}"/>
              </a:ext>
            </a:extLst>
          </p:cNvPr>
          <p:cNvSpPr>
            <a:spLocks noGrp="1"/>
          </p:cNvSpPr>
          <p:nvPr>
            <p:ph type="sldNum" sz="quarter" idx="12"/>
          </p:nvPr>
        </p:nvSpPr>
        <p:spPr/>
        <p:txBody>
          <a:bodyPr/>
          <a:lstStyle>
            <a:lvl1pPr eaLnBrk="0" hangingPunct="0">
              <a:defRPr/>
            </a:lvl1pPr>
          </a:lstStyle>
          <a:p>
            <a:fld id="{03028D24-6057-4F40-806D-A01D5956CD06}" type="slidenum">
              <a:rPr lang="en-US" altLang="en-US"/>
              <a:pPr/>
              <a:t>‹#›</a:t>
            </a:fld>
            <a:endParaRPr lang="en-US" altLang="en-US"/>
          </a:p>
        </p:txBody>
      </p:sp>
    </p:spTree>
    <p:extLst>
      <p:ext uri="{BB962C8B-B14F-4D97-AF65-F5344CB8AC3E}">
        <p14:creationId xmlns:p14="http://schemas.microsoft.com/office/powerpoint/2010/main" val="29791405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2 Pictures above Caption">
    <p:spTree>
      <p:nvGrpSpPr>
        <p:cNvPr id="1" name=""/>
        <p:cNvGrpSpPr/>
        <p:nvPr/>
      </p:nvGrpSpPr>
      <p:grpSpPr>
        <a:xfrm>
          <a:off x="0" y="0"/>
          <a:ext cx="0" cy="0"/>
          <a:chOff x="0" y="0"/>
          <a:chExt cx="0" cy="0"/>
        </a:xfrm>
      </p:grpSpPr>
      <p:grpSp>
        <p:nvGrpSpPr>
          <p:cNvPr id="6" name="Group 31">
            <a:extLst>
              <a:ext uri="{FF2B5EF4-FFF2-40B4-BE49-F238E27FC236}">
                <a16:creationId xmlns:a16="http://schemas.microsoft.com/office/drawing/2014/main" id="{6998BEC0-75F9-A04A-B786-5915A6B36C18}"/>
              </a:ext>
            </a:extLst>
          </p:cNvPr>
          <p:cNvGrpSpPr>
            <a:grpSpLocks/>
          </p:cNvGrpSpPr>
          <p:nvPr/>
        </p:nvGrpSpPr>
        <p:grpSpPr bwMode="auto">
          <a:xfrm>
            <a:off x="9525" y="3175000"/>
            <a:ext cx="9124950" cy="2529417"/>
            <a:chOff x="9144" y="3810000"/>
            <a:chExt cx="9125712" cy="3035300"/>
          </a:xfrm>
        </p:grpSpPr>
        <p:sp>
          <p:nvSpPr>
            <p:cNvPr id="7" name="Rectangle 6">
              <a:extLst>
                <a:ext uri="{FF2B5EF4-FFF2-40B4-BE49-F238E27FC236}">
                  <a16:creationId xmlns:a16="http://schemas.microsoft.com/office/drawing/2014/main" id="{355BA6FE-4721-1C43-87DC-9E6C758F28C4}"/>
                </a:ext>
              </a:extLst>
            </p:cNvPr>
            <p:cNvSpPr/>
            <p:nvPr/>
          </p:nvSpPr>
          <p:spPr>
            <a:xfrm>
              <a:off x="9144" y="3810000"/>
              <a:ext cx="9125712" cy="3035300"/>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cxnSp>
          <p:nvCxnSpPr>
            <p:cNvPr id="8" name="Straight Connector 7">
              <a:extLst>
                <a:ext uri="{FF2B5EF4-FFF2-40B4-BE49-F238E27FC236}">
                  <a16:creationId xmlns:a16="http://schemas.microsoft.com/office/drawing/2014/main" id="{341074A0-7DEB-B64F-BEC5-125BA085A525}"/>
                </a:ext>
              </a:extLst>
            </p:cNvPr>
            <p:cNvCxnSpPr/>
            <p:nvPr/>
          </p:nvCxnSpPr>
          <p:spPr>
            <a:xfrm>
              <a:off x="9144" y="3810000"/>
              <a:ext cx="9125712" cy="1588"/>
            </a:xfrm>
            <a:prstGeom prst="line">
              <a:avLst/>
            </a:prstGeom>
            <a:ln w="25400">
              <a:solidFill>
                <a:schemeClr val="accent2">
                  <a:alpha val="40000"/>
                </a:schemeClr>
              </a:solidFill>
            </a:ln>
          </p:spPr>
          <p:style>
            <a:lnRef idx="1">
              <a:schemeClr val="accent1"/>
            </a:lnRef>
            <a:fillRef idx="0">
              <a:schemeClr val="accent1"/>
            </a:fillRef>
            <a:effectRef idx="0">
              <a:schemeClr val="accent1"/>
            </a:effectRef>
            <a:fontRef idx="minor">
              <a:schemeClr val="tx1"/>
            </a:fontRef>
          </p:style>
        </p:cxnSp>
      </p:grpSp>
      <p:sp>
        <p:nvSpPr>
          <p:cNvPr id="3" name="Picture Placeholder 2"/>
          <p:cNvSpPr>
            <a:spLocks noGrp="1"/>
          </p:cNvSpPr>
          <p:nvPr>
            <p:ph type="pic" idx="1"/>
          </p:nvPr>
        </p:nvSpPr>
        <p:spPr>
          <a:xfrm rot="21338992">
            <a:off x="4305320" y="831510"/>
            <a:ext cx="4329278" cy="2648962"/>
          </a:xfrm>
          <a:prstGeom prst="roundRect">
            <a:avLst>
              <a:gd name="adj" fmla="val 7476"/>
            </a:avLst>
          </a:prstGeom>
          <a:ln w="63500">
            <a:solidFill>
              <a:schemeClr val="accent2"/>
            </a:solidFill>
          </a:ln>
        </p:spPr>
        <p:txBody>
          <a:bodyPr/>
          <a:lstStyle>
            <a:lvl1pPr marL="0" indent="0">
              <a:buNone/>
              <a:defRPr sz="1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r>
              <a:rPr lang="en-US" noProof="0"/>
              <a:t>Drag picture to placeholder or click icon to add</a:t>
            </a:r>
            <a:endParaRPr noProof="0"/>
          </a:p>
        </p:txBody>
      </p:sp>
      <p:sp>
        <p:nvSpPr>
          <p:cNvPr id="4" name="Text Placeholder 3"/>
          <p:cNvSpPr>
            <a:spLocks noGrp="1"/>
          </p:cNvSpPr>
          <p:nvPr>
            <p:ph type="body" sz="half" idx="2"/>
          </p:nvPr>
        </p:nvSpPr>
        <p:spPr>
          <a:xfrm>
            <a:off x="713232" y="4254500"/>
            <a:ext cx="7717536" cy="1068294"/>
          </a:xfrm>
        </p:spPr>
        <p:txBody>
          <a:bodyPr/>
          <a:lstStyle>
            <a:lvl1pPr marL="0" indent="0" algn="ctr">
              <a:spcBef>
                <a:spcPts val="0"/>
              </a:spcBef>
              <a:spcAft>
                <a:spcPts val="250"/>
              </a:spcAft>
              <a:buNone/>
              <a:defRPr sz="1500">
                <a:effectLst/>
              </a:defRPr>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2" name="Title 1"/>
          <p:cNvSpPr>
            <a:spLocks noGrp="1"/>
          </p:cNvSpPr>
          <p:nvPr>
            <p:ph type="title"/>
          </p:nvPr>
        </p:nvSpPr>
        <p:spPr>
          <a:xfrm>
            <a:off x="712788" y="3703777"/>
            <a:ext cx="7716838" cy="603017"/>
          </a:xfrm>
        </p:spPr>
        <p:txBody>
          <a:bodyPr anchor="b"/>
          <a:lstStyle>
            <a:lvl1pPr algn="ctr">
              <a:lnSpc>
                <a:spcPct val="100000"/>
              </a:lnSpc>
              <a:defRPr sz="3000" b="0"/>
            </a:lvl1pPr>
          </a:lstStyle>
          <a:p>
            <a:r>
              <a:rPr lang="en-US"/>
              <a:t>Click to edit Master title style</a:t>
            </a:r>
            <a:endParaRPr/>
          </a:p>
        </p:txBody>
      </p:sp>
      <p:sp>
        <p:nvSpPr>
          <p:cNvPr id="34" name="Picture Placeholder 2"/>
          <p:cNvSpPr>
            <a:spLocks noGrp="1"/>
          </p:cNvSpPr>
          <p:nvPr>
            <p:ph type="pic" idx="13"/>
          </p:nvPr>
        </p:nvSpPr>
        <p:spPr>
          <a:xfrm rot="153739">
            <a:off x="451737" y="789026"/>
            <a:ext cx="4329278" cy="2648962"/>
          </a:xfrm>
          <a:prstGeom prst="roundRect">
            <a:avLst>
              <a:gd name="adj" fmla="val 7476"/>
            </a:avLst>
          </a:prstGeom>
          <a:ln w="63500">
            <a:solidFill>
              <a:schemeClr val="accent2"/>
            </a:solidFill>
          </a:ln>
        </p:spPr>
        <p:txBody>
          <a:bodyPr/>
          <a:lstStyle>
            <a:lvl1pPr marL="0" indent="0">
              <a:buNone/>
              <a:defRPr sz="1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r>
              <a:rPr lang="en-US" noProof="0"/>
              <a:t>Drag picture to placeholder or click icon to add</a:t>
            </a:r>
            <a:endParaRPr noProof="0"/>
          </a:p>
        </p:txBody>
      </p:sp>
      <p:sp>
        <p:nvSpPr>
          <p:cNvPr id="9" name="Date Placeholder 4">
            <a:extLst>
              <a:ext uri="{FF2B5EF4-FFF2-40B4-BE49-F238E27FC236}">
                <a16:creationId xmlns:a16="http://schemas.microsoft.com/office/drawing/2014/main" id="{946D1171-A4D4-2643-920E-0A3B41ADAA14}"/>
              </a:ext>
            </a:extLst>
          </p:cNvPr>
          <p:cNvSpPr>
            <a:spLocks noGrp="1"/>
          </p:cNvSpPr>
          <p:nvPr>
            <p:ph type="dt" sz="half" idx="14"/>
          </p:nvPr>
        </p:nvSpPr>
        <p:spPr/>
        <p:txBody>
          <a:bodyPr/>
          <a:lstStyle>
            <a:lvl1pPr eaLnBrk="0" hangingPunct="0">
              <a:defRPr/>
            </a:lvl1pPr>
          </a:lstStyle>
          <a:p>
            <a:fld id="{7A3027F9-025A-6E47-8DA9-9B8FD6774571}" type="datetimeFigureOut">
              <a:rPr lang="en-US" altLang="en-US"/>
              <a:pPr/>
              <a:t>2/17/25</a:t>
            </a:fld>
            <a:endParaRPr lang="en-US" altLang="en-US"/>
          </a:p>
        </p:txBody>
      </p:sp>
      <p:sp>
        <p:nvSpPr>
          <p:cNvPr id="10" name="Footer Placeholder 5">
            <a:extLst>
              <a:ext uri="{FF2B5EF4-FFF2-40B4-BE49-F238E27FC236}">
                <a16:creationId xmlns:a16="http://schemas.microsoft.com/office/drawing/2014/main" id="{74D66605-1884-A541-895D-DE741CCC2D6B}"/>
              </a:ext>
            </a:extLst>
          </p:cNvPr>
          <p:cNvSpPr>
            <a:spLocks noGrp="1"/>
          </p:cNvSpPr>
          <p:nvPr>
            <p:ph type="ftr" sz="quarter" idx="15"/>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11" name="Slide Number Placeholder 6">
            <a:extLst>
              <a:ext uri="{FF2B5EF4-FFF2-40B4-BE49-F238E27FC236}">
                <a16:creationId xmlns:a16="http://schemas.microsoft.com/office/drawing/2014/main" id="{190906B5-0599-CA4F-8C79-8003753D174E}"/>
              </a:ext>
            </a:extLst>
          </p:cNvPr>
          <p:cNvSpPr>
            <a:spLocks noGrp="1"/>
          </p:cNvSpPr>
          <p:nvPr>
            <p:ph type="sldNum" sz="quarter" idx="16"/>
          </p:nvPr>
        </p:nvSpPr>
        <p:spPr/>
        <p:txBody>
          <a:bodyPr/>
          <a:lstStyle>
            <a:lvl1pPr eaLnBrk="0" hangingPunct="0">
              <a:defRPr/>
            </a:lvl1pPr>
          </a:lstStyle>
          <a:p>
            <a:fld id="{EE4CB94A-19AE-F84B-B878-BB8B5C9F3B80}" type="slidenum">
              <a:rPr lang="en-US" altLang="en-US"/>
              <a:pPr/>
              <a:t>‹#›</a:t>
            </a:fld>
            <a:endParaRPr lang="en-US" altLang="en-US"/>
          </a:p>
        </p:txBody>
      </p:sp>
    </p:spTree>
    <p:extLst>
      <p:ext uri="{BB962C8B-B14F-4D97-AF65-F5344CB8AC3E}">
        <p14:creationId xmlns:p14="http://schemas.microsoft.com/office/powerpoint/2010/main" val="14346407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6A3B041B-CAE7-D64D-AFB5-E24DDFC47564}"/>
              </a:ext>
            </a:extLst>
          </p:cNvPr>
          <p:cNvSpPr/>
          <p:nvPr/>
        </p:nvSpPr>
        <p:spPr>
          <a:xfrm rot="16200000">
            <a:off x="4095221" y="-2696633"/>
            <a:ext cx="1209146"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1pPr>
              <a:defRPr sz="1833"/>
            </a:lvl1pPr>
            <a:lvl2pPr>
              <a:defRPr sz="1667"/>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57C99FB1-0CBC-D24A-B73A-71D9A84F02C5}"/>
              </a:ext>
            </a:extLst>
          </p:cNvPr>
          <p:cNvSpPr>
            <a:spLocks noGrp="1"/>
          </p:cNvSpPr>
          <p:nvPr>
            <p:ph type="dt" sz="half" idx="10"/>
          </p:nvPr>
        </p:nvSpPr>
        <p:spPr/>
        <p:txBody>
          <a:bodyPr/>
          <a:lstStyle>
            <a:lvl1pPr eaLnBrk="0" hangingPunct="0">
              <a:defRPr/>
            </a:lvl1pPr>
          </a:lstStyle>
          <a:p>
            <a:fld id="{11FE3503-4C29-7243-8C4E-33A52922FA25}" type="datetimeFigureOut">
              <a:rPr lang="en-US" altLang="en-US"/>
              <a:pPr/>
              <a:t>2/17/25</a:t>
            </a:fld>
            <a:endParaRPr lang="en-US" altLang="en-US"/>
          </a:p>
        </p:txBody>
      </p:sp>
      <p:sp>
        <p:nvSpPr>
          <p:cNvPr id="6" name="Footer Placeholder 4">
            <a:extLst>
              <a:ext uri="{FF2B5EF4-FFF2-40B4-BE49-F238E27FC236}">
                <a16:creationId xmlns:a16="http://schemas.microsoft.com/office/drawing/2014/main" id="{E1E5A85F-5BA2-354B-9AF2-83BCDDF1E58F}"/>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7" name="Slide Number Placeholder 5">
            <a:extLst>
              <a:ext uri="{FF2B5EF4-FFF2-40B4-BE49-F238E27FC236}">
                <a16:creationId xmlns:a16="http://schemas.microsoft.com/office/drawing/2014/main" id="{59726E8C-0608-3B41-A130-9DA6CD992660}"/>
              </a:ext>
            </a:extLst>
          </p:cNvPr>
          <p:cNvSpPr>
            <a:spLocks noGrp="1"/>
          </p:cNvSpPr>
          <p:nvPr>
            <p:ph type="sldNum" sz="quarter" idx="12"/>
          </p:nvPr>
        </p:nvSpPr>
        <p:spPr/>
        <p:txBody>
          <a:bodyPr/>
          <a:lstStyle>
            <a:lvl1pPr eaLnBrk="0" hangingPunct="0">
              <a:defRPr/>
            </a:lvl1pPr>
          </a:lstStyle>
          <a:p>
            <a:fld id="{CD4F7CF8-75B8-E549-8540-6A3916BE2014}" type="slidenum">
              <a:rPr lang="en-US" altLang="en-US"/>
              <a:pPr/>
              <a:t>‹#›</a:t>
            </a:fld>
            <a:endParaRPr lang="en-US" altLang="en-US"/>
          </a:p>
        </p:txBody>
      </p:sp>
    </p:spTree>
    <p:extLst>
      <p:ext uri="{BB962C8B-B14F-4D97-AF65-F5344CB8AC3E}">
        <p14:creationId xmlns:p14="http://schemas.microsoft.com/office/powerpoint/2010/main" val="18835564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43370B1E-4B62-A44F-9184-1E9E4755F99B}"/>
              </a:ext>
            </a:extLst>
          </p:cNvPr>
          <p:cNvSpPr/>
          <p:nvPr/>
        </p:nvSpPr>
        <p:spPr>
          <a:xfrm>
            <a:off x="7299326" y="370417"/>
            <a:ext cx="1535113" cy="5334000"/>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 name="Vertical Title 1"/>
          <p:cNvSpPr>
            <a:spLocks noGrp="1"/>
          </p:cNvSpPr>
          <p:nvPr>
            <p:ph type="title" orient="vert"/>
          </p:nvPr>
        </p:nvSpPr>
        <p:spPr>
          <a:xfrm>
            <a:off x="7318248" y="762000"/>
            <a:ext cx="1444752" cy="4572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712788" y="986117"/>
            <a:ext cx="6104871" cy="4347882"/>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280596C7-45DC-2646-B775-E0285F8BFE77}"/>
              </a:ext>
            </a:extLst>
          </p:cNvPr>
          <p:cNvSpPr>
            <a:spLocks noGrp="1"/>
          </p:cNvSpPr>
          <p:nvPr>
            <p:ph type="dt" sz="half" idx="10"/>
          </p:nvPr>
        </p:nvSpPr>
        <p:spPr/>
        <p:txBody>
          <a:bodyPr/>
          <a:lstStyle>
            <a:lvl1pPr eaLnBrk="0" hangingPunct="0">
              <a:defRPr/>
            </a:lvl1pPr>
          </a:lstStyle>
          <a:p>
            <a:fld id="{2A224D18-2578-FF49-877F-6F82DEBA3B6A}" type="datetimeFigureOut">
              <a:rPr lang="en-US" altLang="en-US"/>
              <a:pPr/>
              <a:t>2/17/25</a:t>
            </a:fld>
            <a:endParaRPr lang="en-US" altLang="en-US"/>
          </a:p>
        </p:txBody>
      </p:sp>
      <p:sp>
        <p:nvSpPr>
          <p:cNvPr id="6" name="Footer Placeholder 4">
            <a:extLst>
              <a:ext uri="{FF2B5EF4-FFF2-40B4-BE49-F238E27FC236}">
                <a16:creationId xmlns:a16="http://schemas.microsoft.com/office/drawing/2014/main" id="{6E212AC7-323D-8246-88B1-2CB1AF66B142}"/>
              </a:ext>
            </a:extLst>
          </p:cNvPr>
          <p:cNvSpPr>
            <a:spLocks noGrp="1"/>
          </p:cNvSpPr>
          <p:nvPr>
            <p:ph type="ftr" sz="quarter" idx="11"/>
          </p:nvPr>
        </p:nvSpPr>
        <p:spPr/>
        <p:txBody>
          <a:bodyPr/>
          <a:lstStyle>
            <a:lvl1pPr eaLnBrk="0" fontAlgn="base" hangingPunct="0">
              <a:spcBef>
                <a:spcPct val="0"/>
              </a:spcBef>
              <a:spcAft>
                <a:spcPct val="0"/>
              </a:spcAft>
              <a:defRPr>
                <a:ea typeface="ＭＳ Ｐゴシック" charset="0"/>
                <a:cs typeface="ＭＳ Ｐゴシック" charset="0"/>
              </a:defRPr>
            </a:lvl1pPr>
          </a:lstStyle>
          <a:p>
            <a:pPr>
              <a:defRPr/>
            </a:pPr>
            <a:endParaRPr lang="en-US"/>
          </a:p>
        </p:txBody>
      </p:sp>
      <p:sp>
        <p:nvSpPr>
          <p:cNvPr id="7" name="Slide Number Placeholder 5">
            <a:extLst>
              <a:ext uri="{FF2B5EF4-FFF2-40B4-BE49-F238E27FC236}">
                <a16:creationId xmlns:a16="http://schemas.microsoft.com/office/drawing/2014/main" id="{8810A1C3-B603-BB40-BF7A-142FF5D4A670}"/>
              </a:ext>
            </a:extLst>
          </p:cNvPr>
          <p:cNvSpPr>
            <a:spLocks noGrp="1"/>
          </p:cNvSpPr>
          <p:nvPr>
            <p:ph type="sldNum" sz="quarter" idx="12"/>
          </p:nvPr>
        </p:nvSpPr>
        <p:spPr/>
        <p:txBody>
          <a:bodyPr/>
          <a:lstStyle>
            <a:lvl1pPr eaLnBrk="0" hangingPunct="0">
              <a:defRPr/>
            </a:lvl1pPr>
          </a:lstStyle>
          <a:p>
            <a:fld id="{BB837F9F-14BF-6B4E-BFB2-B24CF2E95E74}" type="slidenum">
              <a:rPr lang="en-US" altLang="en-US"/>
              <a:pPr/>
              <a:t>‹#›</a:t>
            </a:fld>
            <a:endParaRPr lang="en-US" altLang="en-US"/>
          </a:p>
        </p:txBody>
      </p:sp>
    </p:spTree>
    <p:extLst>
      <p:ext uri="{BB962C8B-B14F-4D97-AF65-F5344CB8AC3E}">
        <p14:creationId xmlns:p14="http://schemas.microsoft.com/office/powerpoint/2010/main" val="33490097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0B215D5-296D-2D44-A247-01CF7DAB6C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0F3E7BF-9FD0-8D48-9270-DDF904AE753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43A7894-4F85-3143-ADCE-4B29E8C14179}"/>
              </a:ext>
            </a:extLst>
          </p:cNvPr>
          <p:cNvSpPr>
            <a:spLocks noGrp="1" noChangeArrowheads="1"/>
          </p:cNvSpPr>
          <p:nvPr>
            <p:ph type="sldNum" sz="quarter" idx="12"/>
          </p:nvPr>
        </p:nvSpPr>
        <p:spPr>
          <a:ln/>
        </p:spPr>
        <p:txBody>
          <a:bodyPr/>
          <a:lstStyle>
            <a:lvl1pPr>
              <a:defRPr/>
            </a:lvl1pPr>
          </a:lstStyle>
          <a:p>
            <a:fld id="{44CB6CBA-D20A-E343-8D40-219229C4F88F}" type="slidenum">
              <a:rPr lang="en-US" altLang="en-US"/>
              <a:pPr/>
              <a:t>‹#›</a:t>
            </a:fld>
            <a:endParaRPr lang="en-US" altLang="en-US"/>
          </a:p>
        </p:txBody>
      </p:sp>
    </p:spTree>
    <p:extLst>
      <p:ext uri="{BB962C8B-B14F-4D97-AF65-F5344CB8AC3E}">
        <p14:creationId xmlns:p14="http://schemas.microsoft.com/office/powerpoint/2010/main" val="8636723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37BAAC7-250A-B347-9136-AA3508A41D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557CED6-DEF0-0743-ACB9-0654AA3767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9910324-B95F-794F-91CD-664B3E28E005}"/>
              </a:ext>
            </a:extLst>
          </p:cNvPr>
          <p:cNvSpPr>
            <a:spLocks noGrp="1" noChangeArrowheads="1"/>
          </p:cNvSpPr>
          <p:nvPr>
            <p:ph type="sldNum" sz="quarter" idx="12"/>
          </p:nvPr>
        </p:nvSpPr>
        <p:spPr>
          <a:ln/>
        </p:spPr>
        <p:txBody>
          <a:bodyPr/>
          <a:lstStyle>
            <a:lvl1pPr>
              <a:defRPr/>
            </a:lvl1pPr>
          </a:lstStyle>
          <a:p>
            <a:fld id="{F4AE164B-E76A-3945-8B49-AEC8ADFEEE5D}" type="slidenum">
              <a:rPr lang="en-US" altLang="en-US"/>
              <a:pPr/>
              <a:t>‹#›</a:t>
            </a:fld>
            <a:endParaRPr lang="en-US" altLang="en-US"/>
          </a:p>
        </p:txBody>
      </p:sp>
    </p:spTree>
    <p:extLst>
      <p:ext uri="{BB962C8B-B14F-4D97-AF65-F5344CB8AC3E}">
        <p14:creationId xmlns:p14="http://schemas.microsoft.com/office/powerpoint/2010/main" val="13610530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US"/>
              <a:t>Click to edit Master text styles</a:t>
            </a:r>
          </a:p>
        </p:txBody>
      </p:sp>
      <p:sp>
        <p:nvSpPr>
          <p:cNvPr id="4" name="Rectangle 4">
            <a:extLst>
              <a:ext uri="{FF2B5EF4-FFF2-40B4-BE49-F238E27FC236}">
                <a16:creationId xmlns:a16="http://schemas.microsoft.com/office/drawing/2014/main" id="{AE541702-1ED5-2E4D-BACE-7E0B7A9BEF0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F555654-1A51-D643-96AE-2F0A7BC6211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D198C8E-569F-3346-9BC7-E11692BB5CFA}"/>
              </a:ext>
            </a:extLst>
          </p:cNvPr>
          <p:cNvSpPr>
            <a:spLocks noGrp="1" noChangeArrowheads="1"/>
          </p:cNvSpPr>
          <p:nvPr>
            <p:ph type="sldNum" sz="quarter" idx="12"/>
          </p:nvPr>
        </p:nvSpPr>
        <p:spPr>
          <a:ln/>
        </p:spPr>
        <p:txBody>
          <a:bodyPr/>
          <a:lstStyle>
            <a:lvl1pPr>
              <a:defRPr/>
            </a:lvl1pPr>
          </a:lstStyle>
          <a:p>
            <a:fld id="{D53FBE7E-A230-944B-AF55-A0FB4483A45C}" type="slidenum">
              <a:rPr lang="en-US" altLang="en-US"/>
              <a:pPr/>
              <a:t>‹#›</a:t>
            </a:fld>
            <a:endParaRPr lang="en-US" altLang="en-US"/>
          </a:p>
        </p:txBody>
      </p:sp>
    </p:spTree>
    <p:extLst>
      <p:ext uri="{BB962C8B-B14F-4D97-AF65-F5344CB8AC3E}">
        <p14:creationId xmlns:p14="http://schemas.microsoft.com/office/powerpoint/2010/main" val="40779790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3739D14-5034-F34F-AFB6-50666BA9C49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1273C67-E0D2-AE4D-B30E-BB11AC9DB0C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E6516C4-EDC9-8545-8044-115137C262AC}"/>
              </a:ext>
            </a:extLst>
          </p:cNvPr>
          <p:cNvSpPr>
            <a:spLocks noGrp="1" noChangeArrowheads="1"/>
          </p:cNvSpPr>
          <p:nvPr>
            <p:ph type="sldNum" sz="quarter" idx="12"/>
          </p:nvPr>
        </p:nvSpPr>
        <p:spPr>
          <a:ln/>
        </p:spPr>
        <p:txBody>
          <a:bodyPr/>
          <a:lstStyle>
            <a:lvl1pPr>
              <a:defRPr/>
            </a:lvl1pPr>
          </a:lstStyle>
          <a:p>
            <a:fld id="{82303543-F36C-9146-97B4-7EF4233ADE01}" type="slidenum">
              <a:rPr lang="en-US" altLang="en-US"/>
              <a:pPr/>
              <a:t>‹#›</a:t>
            </a:fld>
            <a:endParaRPr lang="en-US" altLang="en-US"/>
          </a:p>
        </p:txBody>
      </p:sp>
    </p:spTree>
    <p:extLst>
      <p:ext uri="{BB962C8B-B14F-4D97-AF65-F5344CB8AC3E}">
        <p14:creationId xmlns:p14="http://schemas.microsoft.com/office/powerpoint/2010/main" val="4518438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FB68F2A-95DB-7143-94AD-2B3C46B59B3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CAACAB6-BF0D-5D40-871F-B0C83AA2D4F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0932BD97-CCB9-5842-AB42-CD34A9C61E49}"/>
              </a:ext>
            </a:extLst>
          </p:cNvPr>
          <p:cNvSpPr>
            <a:spLocks noGrp="1" noChangeArrowheads="1"/>
          </p:cNvSpPr>
          <p:nvPr>
            <p:ph type="sldNum" sz="quarter" idx="12"/>
          </p:nvPr>
        </p:nvSpPr>
        <p:spPr>
          <a:ln/>
        </p:spPr>
        <p:txBody>
          <a:bodyPr/>
          <a:lstStyle>
            <a:lvl1pPr>
              <a:defRPr/>
            </a:lvl1pPr>
          </a:lstStyle>
          <a:p>
            <a:fld id="{B667E886-E20C-7440-A88D-C5A11BE0692D}" type="slidenum">
              <a:rPr lang="en-US" altLang="en-US"/>
              <a:pPr/>
              <a:t>‹#›</a:t>
            </a:fld>
            <a:endParaRPr lang="en-US" altLang="en-US"/>
          </a:p>
        </p:txBody>
      </p:sp>
    </p:spTree>
    <p:extLst>
      <p:ext uri="{BB962C8B-B14F-4D97-AF65-F5344CB8AC3E}">
        <p14:creationId xmlns:p14="http://schemas.microsoft.com/office/powerpoint/2010/main" val="14828624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52D63CD-2199-8E48-8A76-6AE5A1B498B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402A6B1-F23C-E04E-A218-B74E1D0DBE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2EF6B81-600E-AE4A-9F0E-DA7F1713F5A2}"/>
              </a:ext>
            </a:extLst>
          </p:cNvPr>
          <p:cNvSpPr>
            <a:spLocks noGrp="1" noChangeArrowheads="1"/>
          </p:cNvSpPr>
          <p:nvPr>
            <p:ph type="sldNum" sz="quarter" idx="12"/>
          </p:nvPr>
        </p:nvSpPr>
        <p:spPr>
          <a:ln/>
        </p:spPr>
        <p:txBody>
          <a:bodyPr/>
          <a:lstStyle>
            <a:lvl1pPr>
              <a:defRPr/>
            </a:lvl1pPr>
          </a:lstStyle>
          <a:p>
            <a:fld id="{97C36CB3-BC12-874F-AB55-E5F0B0FD76E0}" type="slidenum">
              <a:rPr lang="en-US" altLang="en-US"/>
              <a:pPr/>
              <a:t>‹#›</a:t>
            </a:fld>
            <a:endParaRPr lang="en-US" altLang="en-US"/>
          </a:p>
        </p:txBody>
      </p:sp>
    </p:spTree>
    <p:extLst>
      <p:ext uri="{BB962C8B-B14F-4D97-AF65-F5344CB8AC3E}">
        <p14:creationId xmlns:p14="http://schemas.microsoft.com/office/powerpoint/2010/main" val="29915807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8CD2B18-9585-484A-A4BA-E26B883D923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B3D67F1-EA23-924E-BD3D-A515A9B314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C546884-414F-0548-8FA7-EFB328B0D2A5}"/>
              </a:ext>
            </a:extLst>
          </p:cNvPr>
          <p:cNvSpPr>
            <a:spLocks noGrp="1" noChangeArrowheads="1"/>
          </p:cNvSpPr>
          <p:nvPr>
            <p:ph type="sldNum" sz="quarter" idx="12"/>
          </p:nvPr>
        </p:nvSpPr>
        <p:spPr>
          <a:ln/>
        </p:spPr>
        <p:txBody>
          <a:bodyPr/>
          <a:lstStyle>
            <a:lvl1pPr>
              <a:defRPr/>
            </a:lvl1pPr>
          </a:lstStyle>
          <a:p>
            <a:fld id="{14E3F17F-1C49-2C4E-BA96-32725C49FF6B}" type="slidenum">
              <a:rPr lang="en-US" altLang="en-US"/>
              <a:pPr/>
              <a:t>‹#›</a:t>
            </a:fld>
            <a:endParaRPr lang="en-US" altLang="en-US"/>
          </a:p>
        </p:txBody>
      </p:sp>
    </p:spTree>
    <p:extLst>
      <p:ext uri="{BB962C8B-B14F-4D97-AF65-F5344CB8AC3E}">
        <p14:creationId xmlns:p14="http://schemas.microsoft.com/office/powerpoint/2010/main" val="4258854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Rectangle 4">
            <a:extLst>
              <a:ext uri="{FF2B5EF4-FFF2-40B4-BE49-F238E27FC236}">
                <a16:creationId xmlns:a16="http://schemas.microsoft.com/office/drawing/2014/main" id="{9FDBF04D-6A47-CE44-A432-B1144F2F678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23D0F67-C98C-7349-AAC7-106D3DF1BB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1196A9B-CBEE-6449-B461-ADCE0DCB48EB}"/>
              </a:ext>
            </a:extLst>
          </p:cNvPr>
          <p:cNvSpPr>
            <a:spLocks noGrp="1" noChangeArrowheads="1"/>
          </p:cNvSpPr>
          <p:nvPr>
            <p:ph type="sldNum" sz="quarter" idx="12"/>
          </p:nvPr>
        </p:nvSpPr>
        <p:spPr>
          <a:ln/>
        </p:spPr>
        <p:txBody>
          <a:bodyPr/>
          <a:lstStyle>
            <a:lvl1pPr>
              <a:defRPr/>
            </a:lvl1pPr>
          </a:lstStyle>
          <a:p>
            <a:fld id="{9EA34CD8-EE23-F54D-B46D-DDABD9F9AAC6}" type="slidenum">
              <a:rPr lang="en-US" altLang="en-US"/>
              <a:pPr/>
              <a:t>‹#›</a:t>
            </a:fld>
            <a:endParaRPr lang="en-US" altLang="en-US"/>
          </a:p>
        </p:txBody>
      </p:sp>
    </p:spTree>
    <p:extLst>
      <p:ext uri="{BB962C8B-B14F-4D97-AF65-F5344CB8AC3E}">
        <p14:creationId xmlns:p14="http://schemas.microsoft.com/office/powerpoint/2010/main" val="25606444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Rectangle 4">
            <a:extLst>
              <a:ext uri="{FF2B5EF4-FFF2-40B4-BE49-F238E27FC236}">
                <a16:creationId xmlns:a16="http://schemas.microsoft.com/office/drawing/2014/main" id="{65FBA89F-3CD8-1D4B-A9B1-0EFD5ABE387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267587F-BA2F-FE4B-964B-A0C7C8D6FA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2B604CF-1E75-CF42-99CC-F2B032A99293}"/>
              </a:ext>
            </a:extLst>
          </p:cNvPr>
          <p:cNvSpPr>
            <a:spLocks noGrp="1" noChangeArrowheads="1"/>
          </p:cNvSpPr>
          <p:nvPr>
            <p:ph type="sldNum" sz="quarter" idx="12"/>
          </p:nvPr>
        </p:nvSpPr>
        <p:spPr>
          <a:ln/>
        </p:spPr>
        <p:txBody>
          <a:bodyPr/>
          <a:lstStyle>
            <a:lvl1pPr>
              <a:defRPr/>
            </a:lvl1pPr>
          </a:lstStyle>
          <a:p>
            <a:fld id="{6085A4D9-AC3B-1F46-A15E-803A22283546}" type="slidenum">
              <a:rPr lang="en-US" altLang="en-US"/>
              <a:pPr/>
              <a:t>‹#›</a:t>
            </a:fld>
            <a:endParaRPr lang="en-US" altLang="en-US"/>
          </a:p>
        </p:txBody>
      </p:sp>
    </p:spTree>
    <p:extLst>
      <p:ext uri="{BB962C8B-B14F-4D97-AF65-F5344CB8AC3E}">
        <p14:creationId xmlns:p14="http://schemas.microsoft.com/office/powerpoint/2010/main" val="38300654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9D4A2A6-7F1F-734B-8B3F-186BD8A8F57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8B17149-FAA6-2744-8D6B-D33EA74348B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5E2CE1F-4083-5245-AC2E-AB68CAD7354C}"/>
              </a:ext>
            </a:extLst>
          </p:cNvPr>
          <p:cNvSpPr>
            <a:spLocks noGrp="1" noChangeArrowheads="1"/>
          </p:cNvSpPr>
          <p:nvPr>
            <p:ph type="sldNum" sz="quarter" idx="12"/>
          </p:nvPr>
        </p:nvSpPr>
        <p:spPr>
          <a:ln/>
        </p:spPr>
        <p:txBody>
          <a:bodyPr/>
          <a:lstStyle>
            <a:lvl1pPr>
              <a:defRPr/>
            </a:lvl1pPr>
          </a:lstStyle>
          <a:p>
            <a:fld id="{8B0B5678-1D26-6248-AD4B-3060412C653A}" type="slidenum">
              <a:rPr lang="en-US" altLang="en-US"/>
              <a:pPr/>
              <a:t>‹#›</a:t>
            </a:fld>
            <a:endParaRPr lang="en-US" altLang="en-US"/>
          </a:p>
        </p:txBody>
      </p:sp>
    </p:spTree>
    <p:extLst>
      <p:ext uri="{BB962C8B-B14F-4D97-AF65-F5344CB8AC3E}">
        <p14:creationId xmlns:p14="http://schemas.microsoft.com/office/powerpoint/2010/main" val="21695418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0800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0800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91B5FA3-EC37-4340-86BD-ADC0F50984B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9290018-EA8B-B64E-B5E0-CB5A5DFC22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C43A8B1-63C0-4340-A250-30602D4AB68B}"/>
              </a:ext>
            </a:extLst>
          </p:cNvPr>
          <p:cNvSpPr>
            <a:spLocks noGrp="1" noChangeArrowheads="1"/>
          </p:cNvSpPr>
          <p:nvPr>
            <p:ph type="sldNum" sz="quarter" idx="12"/>
          </p:nvPr>
        </p:nvSpPr>
        <p:spPr>
          <a:ln/>
        </p:spPr>
        <p:txBody>
          <a:bodyPr/>
          <a:lstStyle>
            <a:lvl1pPr>
              <a:defRPr/>
            </a:lvl1pPr>
          </a:lstStyle>
          <a:p>
            <a:fld id="{DACEF577-BC41-DF47-B331-2FA25F9B68DB}" type="slidenum">
              <a:rPr lang="en-US" altLang="en-US"/>
              <a:pPr/>
              <a:t>‹#›</a:t>
            </a:fld>
            <a:endParaRPr lang="en-US" altLang="en-US"/>
          </a:p>
        </p:txBody>
      </p:sp>
    </p:spTree>
    <p:extLst>
      <p:ext uri="{BB962C8B-B14F-4D97-AF65-F5344CB8AC3E}">
        <p14:creationId xmlns:p14="http://schemas.microsoft.com/office/powerpoint/2010/main" val="42518817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6"/>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17475" indent="0" algn="ctr">
              <a:buNone/>
              <a:defRPr/>
            </a:lvl2pPr>
            <a:lvl3pPr marL="634950" indent="0" algn="ctr">
              <a:buNone/>
              <a:defRPr/>
            </a:lvl3pPr>
            <a:lvl4pPr marL="952424" indent="0" algn="ctr">
              <a:buNone/>
              <a:defRPr/>
            </a:lvl4pPr>
            <a:lvl5pPr marL="1269898" indent="0" algn="ctr">
              <a:buNone/>
              <a:defRPr/>
            </a:lvl5pPr>
            <a:lvl6pPr marL="1587373" indent="0" algn="ctr">
              <a:buNone/>
              <a:defRPr/>
            </a:lvl6pPr>
            <a:lvl7pPr marL="1904848" indent="0" algn="ctr">
              <a:buNone/>
              <a:defRPr/>
            </a:lvl7pPr>
            <a:lvl8pPr marL="2222322" indent="0" algn="ctr">
              <a:buNone/>
              <a:defRPr/>
            </a:lvl8pPr>
            <a:lvl9pPr marL="2539797"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3C2F995F-077A-5444-8265-8488486E64E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DA35BAE-D253-754C-973F-3E43B125A5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FF642AF-C547-AB40-AAA9-9B3E7B4B4C21}"/>
              </a:ext>
            </a:extLst>
          </p:cNvPr>
          <p:cNvSpPr>
            <a:spLocks noGrp="1" noChangeArrowheads="1"/>
          </p:cNvSpPr>
          <p:nvPr>
            <p:ph type="sldNum" sz="quarter" idx="12"/>
          </p:nvPr>
        </p:nvSpPr>
        <p:spPr>
          <a:ln/>
        </p:spPr>
        <p:txBody>
          <a:bodyPr/>
          <a:lstStyle>
            <a:lvl1pPr>
              <a:defRPr/>
            </a:lvl1pPr>
          </a:lstStyle>
          <a:p>
            <a:fld id="{F456BB85-FC2B-B340-8AED-84F799F78B72}" type="slidenum">
              <a:rPr lang="en-US" altLang="en-US"/>
              <a:pPr/>
              <a:t>‹#›</a:t>
            </a:fld>
            <a:endParaRPr lang="en-US" altLang="en-US"/>
          </a:p>
        </p:txBody>
      </p:sp>
    </p:spTree>
    <p:extLst>
      <p:ext uri="{BB962C8B-B14F-4D97-AF65-F5344CB8AC3E}">
        <p14:creationId xmlns:p14="http://schemas.microsoft.com/office/powerpoint/2010/main" val="13109809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DF5114E-796A-DC43-84AE-9F1FE2995DF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A91284E-488A-9445-967B-6EF221E3352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80EA99-A1A5-9342-9127-B8B06BC557A4}"/>
              </a:ext>
            </a:extLst>
          </p:cNvPr>
          <p:cNvSpPr>
            <a:spLocks noGrp="1" noChangeArrowheads="1"/>
          </p:cNvSpPr>
          <p:nvPr>
            <p:ph type="sldNum" sz="quarter" idx="12"/>
          </p:nvPr>
        </p:nvSpPr>
        <p:spPr>
          <a:ln/>
        </p:spPr>
        <p:txBody>
          <a:bodyPr/>
          <a:lstStyle>
            <a:lvl1pPr>
              <a:defRPr/>
            </a:lvl1pPr>
          </a:lstStyle>
          <a:p>
            <a:fld id="{1F880644-0080-F742-8A1D-D858B1166508}" type="slidenum">
              <a:rPr lang="en-US" altLang="en-US"/>
              <a:pPr/>
              <a:t>‹#›</a:t>
            </a:fld>
            <a:endParaRPr lang="en-US" altLang="en-US"/>
          </a:p>
        </p:txBody>
      </p:sp>
    </p:spTree>
    <p:extLst>
      <p:ext uri="{BB962C8B-B14F-4D97-AF65-F5344CB8AC3E}">
        <p14:creationId xmlns:p14="http://schemas.microsoft.com/office/powerpoint/2010/main" val="184231306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2777"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389"/>
            </a:lvl1pPr>
            <a:lvl2pPr marL="317475" indent="0">
              <a:buNone/>
              <a:defRPr sz="1250"/>
            </a:lvl2pPr>
            <a:lvl3pPr marL="634950" indent="0">
              <a:buNone/>
              <a:defRPr sz="1111"/>
            </a:lvl3pPr>
            <a:lvl4pPr marL="952424" indent="0">
              <a:buNone/>
              <a:defRPr sz="972"/>
            </a:lvl4pPr>
            <a:lvl5pPr marL="1269898" indent="0">
              <a:buNone/>
              <a:defRPr sz="972"/>
            </a:lvl5pPr>
            <a:lvl6pPr marL="1587373" indent="0">
              <a:buNone/>
              <a:defRPr sz="972"/>
            </a:lvl6pPr>
            <a:lvl7pPr marL="1904848" indent="0">
              <a:buNone/>
              <a:defRPr sz="972"/>
            </a:lvl7pPr>
            <a:lvl8pPr marL="2222322" indent="0">
              <a:buNone/>
              <a:defRPr sz="972"/>
            </a:lvl8pPr>
            <a:lvl9pPr marL="2539797" indent="0">
              <a:buNone/>
              <a:defRPr sz="972"/>
            </a:lvl9pPr>
          </a:lstStyle>
          <a:p>
            <a:pPr lvl="0"/>
            <a:r>
              <a:rPr lang="en-US"/>
              <a:t>Click to edit Master text styles</a:t>
            </a:r>
          </a:p>
        </p:txBody>
      </p:sp>
      <p:sp>
        <p:nvSpPr>
          <p:cNvPr id="4" name="Rectangle 4">
            <a:extLst>
              <a:ext uri="{FF2B5EF4-FFF2-40B4-BE49-F238E27FC236}">
                <a16:creationId xmlns:a16="http://schemas.microsoft.com/office/drawing/2014/main" id="{CF38DB22-D9E5-014D-95DF-DEB28DE86CC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7EB10C5-396D-CE45-85F4-2252E1E949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6D249E5-65A2-4F41-9F6C-2479FE81B32C}"/>
              </a:ext>
            </a:extLst>
          </p:cNvPr>
          <p:cNvSpPr>
            <a:spLocks noGrp="1" noChangeArrowheads="1"/>
          </p:cNvSpPr>
          <p:nvPr>
            <p:ph type="sldNum" sz="quarter" idx="12"/>
          </p:nvPr>
        </p:nvSpPr>
        <p:spPr>
          <a:ln/>
        </p:spPr>
        <p:txBody>
          <a:bodyPr/>
          <a:lstStyle>
            <a:lvl1pPr>
              <a:defRPr/>
            </a:lvl1pPr>
          </a:lstStyle>
          <a:p>
            <a:fld id="{22D0730D-BF9B-214B-A362-AB582568ACA1}" type="slidenum">
              <a:rPr lang="en-US" altLang="en-US"/>
              <a:pPr/>
              <a:t>‹#›</a:t>
            </a:fld>
            <a:endParaRPr lang="en-US" altLang="en-US"/>
          </a:p>
        </p:txBody>
      </p:sp>
    </p:spTree>
    <p:extLst>
      <p:ext uri="{BB962C8B-B14F-4D97-AF65-F5344CB8AC3E}">
        <p14:creationId xmlns:p14="http://schemas.microsoft.com/office/powerpoint/2010/main" val="381934083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1000"/>
            <a:ext cx="3810000" cy="3429000"/>
          </a:xfrm>
        </p:spPr>
        <p:txBody>
          <a:bodyPr/>
          <a:lstStyle>
            <a:lvl1pPr>
              <a:defRPr sz="1944"/>
            </a:lvl1pPr>
            <a:lvl2pPr>
              <a:defRPr sz="1667"/>
            </a:lvl2pPr>
            <a:lvl3pPr>
              <a:defRPr sz="1389"/>
            </a:lvl3pPr>
            <a:lvl4pPr>
              <a:defRPr sz="1250"/>
            </a:lvl4pPr>
            <a:lvl5pPr>
              <a:defRPr sz="1250"/>
            </a:lvl5pPr>
            <a:lvl6pPr>
              <a:defRPr sz="1250"/>
            </a:lvl6pPr>
            <a:lvl7pPr>
              <a:defRPr sz="1250"/>
            </a:lvl7pPr>
            <a:lvl8pPr>
              <a:defRPr sz="1250"/>
            </a:lvl8pPr>
            <a:lvl9pPr>
              <a:defRPr sz="1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1000"/>
            <a:ext cx="3810000" cy="3429000"/>
          </a:xfrm>
        </p:spPr>
        <p:txBody>
          <a:bodyPr/>
          <a:lstStyle>
            <a:lvl1pPr>
              <a:defRPr sz="1944"/>
            </a:lvl1pPr>
            <a:lvl2pPr>
              <a:defRPr sz="1667"/>
            </a:lvl2pPr>
            <a:lvl3pPr>
              <a:defRPr sz="1389"/>
            </a:lvl3pPr>
            <a:lvl4pPr>
              <a:defRPr sz="1250"/>
            </a:lvl4pPr>
            <a:lvl5pPr>
              <a:defRPr sz="1250"/>
            </a:lvl5pPr>
            <a:lvl6pPr>
              <a:defRPr sz="1250"/>
            </a:lvl6pPr>
            <a:lvl7pPr>
              <a:defRPr sz="1250"/>
            </a:lvl7pPr>
            <a:lvl8pPr>
              <a:defRPr sz="1250"/>
            </a:lvl8pPr>
            <a:lvl9pPr>
              <a:defRPr sz="1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341D210-D316-9D4D-92E8-BDAD98157A6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32387AF-2F81-BD46-81BA-B6558D432F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5888C3C-9CBF-744B-A7C7-41191178D200}"/>
              </a:ext>
            </a:extLst>
          </p:cNvPr>
          <p:cNvSpPr>
            <a:spLocks noGrp="1" noChangeArrowheads="1"/>
          </p:cNvSpPr>
          <p:nvPr>
            <p:ph type="sldNum" sz="quarter" idx="12"/>
          </p:nvPr>
        </p:nvSpPr>
        <p:spPr>
          <a:ln/>
        </p:spPr>
        <p:txBody>
          <a:bodyPr/>
          <a:lstStyle>
            <a:lvl1pPr>
              <a:defRPr/>
            </a:lvl1pPr>
          </a:lstStyle>
          <a:p>
            <a:fld id="{F84355DA-9D18-E846-B3F9-21D44EA92282}" type="slidenum">
              <a:rPr lang="en-US" altLang="en-US"/>
              <a:pPr/>
              <a:t>‹#›</a:t>
            </a:fld>
            <a:endParaRPr lang="en-US" altLang="en-US"/>
          </a:p>
        </p:txBody>
      </p:sp>
    </p:spTree>
    <p:extLst>
      <p:ext uri="{BB962C8B-B14F-4D97-AF65-F5344CB8AC3E}">
        <p14:creationId xmlns:p14="http://schemas.microsoft.com/office/powerpoint/2010/main" val="199850988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2"/>
            <a:ext cx="4040188" cy="533135"/>
          </a:xfrm>
        </p:spPr>
        <p:txBody>
          <a:bodyPr anchor="b"/>
          <a:lstStyle>
            <a:lvl1pPr marL="0" indent="0">
              <a:buNone/>
              <a:defRPr sz="1667" b="1"/>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1667"/>
            </a:lvl1pPr>
            <a:lvl2pPr>
              <a:defRPr sz="1389"/>
            </a:lvl2pPr>
            <a:lvl3pPr>
              <a:defRPr sz="1250"/>
            </a:lvl3pPr>
            <a:lvl4pPr>
              <a:defRPr sz="1111"/>
            </a:lvl4pPr>
            <a:lvl5pPr>
              <a:defRPr sz="1111"/>
            </a:lvl5pPr>
            <a:lvl6pPr>
              <a:defRPr sz="1111"/>
            </a:lvl6pPr>
            <a:lvl7pPr>
              <a:defRPr sz="1111"/>
            </a:lvl7pPr>
            <a:lvl8pPr>
              <a:defRPr sz="1111"/>
            </a:lvl8pPr>
            <a:lvl9pPr>
              <a:defRPr sz="11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2"/>
            <a:ext cx="4041775" cy="533135"/>
          </a:xfrm>
        </p:spPr>
        <p:txBody>
          <a:bodyPr anchor="b"/>
          <a:lstStyle>
            <a:lvl1pPr marL="0" indent="0">
              <a:buNone/>
              <a:defRPr sz="1667" b="1"/>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1667"/>
            </a:lvl1pPr>
            <a:lvl2pPr>
              <a:defRPr sz="1389"/>
            </a:lvl2pPr>
            <a:lvl3pPr>
              <a:defRPr sz="1250"/>
            </a:lvl3pPr>
            <a:lvl4pPr>
              <a:defRPr sz="1111"/>
            </a:lvl4pPr>
            <a:lvl5pPr>
              <a:defRPr sz="1111"/>
            </a:lvl5pPr>
            <a:lvl6pPr>
              <a:defRPr sz="1111"/>
            </a:lvl6pPr>
            <a:lvl7pPr>
              <a:defRPr sz="1111"/>
            </a:lvl7pPr>
            <a:lvl8pPr>
              <a:defRPr sz="1111"/>
            </a:lvl8pPr>
            <a:lvl9pPr>
              <a:defRPr sz="11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3DD54A4-4C56-2646-9C74-826A4441594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60A2927-A703-3940-B57D-09FE3B14C19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2235DE2-C113-F940-BA44-8EB5D0835428}"/>
              </a:ext>
            </a:extLst>
          </p:cNvPr>
          <p:cNvSpPr>
            <a:spLocks noGrp="1" noChangeArrowheads="1"/>
          </p:cNvSpPr>
          <p:nvPr>
            <p:ph type="sldNum" sz="quarter" idx="12"/>
          </p:nvPr>
        </p:nvSpPr>
        <p:spPr>
          <a:ln/>
        </p:spPr>
        <p:txBody>
          <a:bodyPr/>
          <a:lstStyle>
            <a:lvl1pPr>
              <a:defRPr/>
            </a:lvl1pPr>
          </a:lstStyle>
          <a:p>
            <a:fld id="{9CBD7B42-A1DD-5B40-8046-394080990CF4}" type="slidenum">
              <a:rPr lang="en-US" altLang="en-US"/>
              <a:pPr/>
              <a:t>‹#›</a:t>
            </a:fld>
            <a:endParaRPr lang="en-US" altLang="en-US"/>
          </a:p>
        </p:txBody>
      </p:sp>
    </p:spTree>
    <p:extLst>
      <p:ext uri="{BB962C8B-B14F-4D97-AF65-F5344CB8AC3E}">
        <p14:creationId xmlns:p14="http://schemas.microsoft.com/office/powerpoint/2010/main" val="37513512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98E9F78-94FF-004F-977B-26ABDA4B142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007AE71-D20E-AD49-B0FB-7ECBC671CAD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1A2AF5B-EBB1-B34B-802F-EFF3699161FE}"/>
              </a:ext>
            </a:extLst>
          </p:cNvPr>
          <p:cNvSpPr>
            <a:spLocks noGrp="1" noChangeArrowheads="1"/>
          </p:cNvSpPr>
          <p:nvPr>
            <p:ph type="sldNum" sz="quarter" idx="12"/>
          </p:nvPr>
        </p:nvSpPr>
        <p:spPr>
          <a:ln/>
        </p:spPr>
        <p:txBody>
          <a:bodyPr/>
          <a:lstStyle>
            <a:lvl1pPr>
              <a:defRPr/>
            </a:lvl1pPr>
          </a:lstStyle>
          <a:p>
            <a:fld id="{B8F34F9C-99AA-754B-82DE-CCBFA3629B22}" type="slidenum">
              <a:rPr lang="en-US" altLang="en-US"/>
              <a:pPr/>
              <a:t>‹#›</a:t>
            </a:fld>
            <a:endParaRPr lang="en-US" altLang="en-US"/>
          </a:p>
        </p:txBody>
      </p:sp>
    </p:spTree>
    <p:extLst>
      <p:ext uri="{BB962C8B-B14F-4D97-AF65-F5344CB8AC3E}">
        <p14:creationId xmlns:p14="http://schemas.microsoft.com/office/powerpoint/2010/main" val="42028530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7B3C8B3-13BF-684B-A94D-328F5796744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08EB0CF-2CC7-0E48-A165-0D07C61089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893B61A-5C06-3449-9D68-B3E3972A505F}"/>
              </a:ext>
            </a:extLst>
          </p:cNvPr>
          <p:cNvSpPr>
            <a:spLocks noGrp="1" noChangeArrowheads="1"/>
          </p:cNvSpPr>
          <p:nvPr>
            <p:ph type="sldNum" sz="quarter" idx="12"/>
          </p:nvPr>
        </p:nvSpPr>
        <p:spPr>
          <a:ln/>
        </p:spPr>
        <p:txBody>
          <a:bodyPr/>
          <a:lstStyle>
            <a:lvl1pPr>
              <a:defRPr/>
            </a:lvl1pPr>
          </a:lstStyle>
          <a:p>
            <a:fld id="{6666696A-88AE-A640-9DB4-BF26A2C4C39C}" type="slidenum">
              <a:rPr lang="en-US" altLang="en-US"/>
              <a:pPr/>
              <a:t>‹#›</a:t>
            </a:fld>
            <a:endParaRPr lang="en-US" altLang="en-US"/>
          </a:p>
        </p:txBody>
      </p:sp>
    </p:spTree>
    <p:extLst>
      <p:ext uri="{BB962C8B-B14F-4D97-AF65-F5344CB8AC3E}">
        <p14:creationId xmlns:p14="http://schemas.microsoft.com/office/powerpoint/2010/main" val="202092043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27543"/>
            <a:ext cx="3008313" cy="968375"/>
          </a:xfrm>
        </p:spPr>
        <p:txBody>
          <a:bodyPr anchor="b"/>
          <a:lstStyle>
            <a:lvl1pPr algn="l">
              <a:defRPr sz="1389"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222"/>
            </a:lvl1pPr>
            <a:lvl2pPr>
              <a:defRPr sz="1944"/>
            </a:lvl2pPr>
            <a:lvl3pPr>
              <a:defRPr sz="1667"/>
            </a:lvl3pPr>
            <a:lvl4pPr>
              <a:defRPr sz="1389"/>
            </a:lvl4pPr>
            <a:lvl5pPr>
              <a:defRPr sz="1389"/>
            </a:lvl5pPr>
            <a:lvl6pPr>
              <a:defRPr sz="1389"/>
            </a:lvl6pPr>
            <a:lvl7pPr>
              <a:defRPr sz="1389"/>
            </a:lvl7pPr>
            <a:lvl8pPr>
              <a:defRPr sz="1389"/>
            </a:lvl8pPr>
            <a:lvl9pPr>
              <a:defRPr sz="13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195918"/>
            <a:ext cx="3008313" cy="3909219"/>
          </a:xfrm>
        </p:spPr>
        <p:txBody>
          <a:bodyPr/>
          <a:lstStyle>
            <a:lvl1pPr marL="0" indent="0">
              <a:buNone/>
              <a:defRPr sz="972"/>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en-US"/>
              <a:t>Click to edit Master text styles</a:t>
            </a:r>
          </a:p>
        </p:txBody>
      </p:sp>
      <p:sp>
        <p:nvSpPr>
          <p:cNvPr id="5" name="Rectangle 4">
            <a:extLst>
              <a:ext uri="{FF2B5EF4-FFF2-40B4-BE49-F238E27FC236}">
                <a16:creationId xmlns:a16="http://schemas.microsoft.com/office/drawing/2014/main" id="{15FEF09E-BF00-784F-AD96-7AF8AA877A7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611457F-FC62-094F-9554-AC5342650C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7843EFE-3E4C-0740-9227-B18C810A6B24}"/>
              </a:ext>
            </a:extLst>
          </p:cNvPr>
          <p:cNvSpPr>
            <a:spLocks noGrp="1" noChangeArrowheads="1"/>
          </p:cNvSpPr>
          <p:nvPr>
            <p:ph type="sldNum" sz="quarter" idx="12"/>
          </p:nvPr>
        </p:nvSpPr>
        <p:spPr>
          <a:ln/>
        </p:spPr>
        <p:txBody>
          <a:bodyPr/>
          <a:lstStyle>
            <a:lvl1pPr>
              <a:defRPr/>
            </a:lvl1pPr>
          </a:lstStyle>
          <a:p>
            <a:fld id="{64A544E5-93CD-9E4F-9BF0-B5FA9C6FBFDA}" type="slidenum">
              <a:rPr lang="en-US" altLang="en-US"/>
              <a:pPr/>
              <a:t>‹#›</a:t>
            </a:fld>
            <a:endParaRPr lang="en-US" altLang="en-US"/>
          </a:p>
        </p:txBody>
      </p:sp>
    </p:spTree>
    <p:extLst>
      <p:ext uri="{BB962C8B-B14F-4D97-AF65-F5344CB8AC3E}">
        <p14:creationId xmlns:p14="http://schemas.microsoft.com/office/powerpoint/2010/main" val="9672058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389"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972"/>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en-US"/>
              <a:t>Click to edit Master text styles</a:t>
            </a:r>
          </a:p>
        </p:txBody>
      </p:sp>
      <p:sp>
        <p:nvSpPr>
          <p:cNvPr id="5" name="Rectangle 4">
            <a:extLst>
              <a:ext uri="{FF2B5EF4-FFF2-40B4-BE49-F238E27FC236}">
                <a16:creationId xmlns:a16="http://schemas.microsoft.com/office/drawing/2014/main" id="{50D2E672-9673-5242-87BD-AB88508749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F875DE7-3D21-134A-80C2-6B6AC7C77CA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B5939ED-0BF1-E142-AE25-257D6D2149C3}"/>
              </a:ext>
            </a:extLst>
          </p:cNvPr>
          <p:cNvSpPr>
            <a:spLocks noGrp="1" noChangeArrowheads="1"/>
          </p:cNvSpPr>
          <p:nvPr>
            <p:ph type="sldNum" sz="quarter" idx="12"/>
          </p:nvPr>
        </p:nvSpPr>
        <p:spPr>
          <a:ln/>
        </p:spPr>
        <p:txBody>
          <a:bodyPr/>
          <a:lstStyle>
            <a:lvl1pPr>
              <a:defRPr/>
            </a:lvl1pPr>
          </a:lstStyle>
          <a:p>
            <a:fld id="{BEE7A1B5-8FB7-BF45-8346-228E0A627F69}" type="slidenum">
              <a:rPr lang="en-US" altLang="en-US"/>
              <a:pPr/>
              <a:t>‹#›</a:t>
            </a:fld>
            <a:endParaRPr lang="en-US" altLang="en-US"/>
          </a:p>
        </p:txBody>
      </p:sp>
    </p:spTree>
    <p:extLst>
      <p:ext uri="{BB962C8B-B14F-4D97-AF65-F5344CB8AC3E}">
        <p14:creationId xmlns:p14="http://schemas.microsoft.com/office/powerpoint/2010/main" val="424619302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5FB1B9B-06EA-2042-82D3-FDE38A58A7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268B3CE-C307-004C-B2CD-3988BDCABA4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FA52CBE-1D4B-7C45-98CD-1DF72313E2FD}"/>
              </a:ext>
            </a:extLst>
          </p:cNvPr>
          <p:cNvSpPr>
            <a:spLocks noGrp="1" noChangeArrowheads="1"/>
          </p:cNvSpPr>
          <p:nvPr>
            <p:ph type="sldNum" sz="quarter" idx="12"/>
          </p:nvPr>
        </p:nvSpPr>
        <p:spPr>
          <a:ln/>
        </p:spPr>
        <p:txBody>
          <a:bodyPr/>
          <a:lstStyle>
            <a:lvl1pPr>
              <a:defRPr/>
            </a:lvl1pPr>
          </a:lstStyle>
          <a:p>
            <a:fld id="{860E8D63-D2EE-004E-AD4B-4C71EDEC5495}" type="slidenum">
              <a:rPr lang="en-US" altLang="en-US"/>
              <a:pPr/>
              <a:t>‹#›</a:t>
            </a:fld>
            <a:endParaRPr lang="en-US" altLang="en-US"/>
          </a:p>
        </p:txBody>
      </p:sp>
    </p:spTree>
    <p:extLst>
      <p:ext uri="{BB962C8B-B14F-4D97-AF65-F5344CB8AC3E}">
        <p14:creationId xmlns:p14="http://schemas.microsoft.com/office/powerpoint/2010/main" val="25235927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0800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0800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3622D1D-3080-9045-B11D-36C052E6848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E404EC3-F6CB-1347-95A7-98EABBF768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59ADDCD-AE1E-284A-9EEC-1C9D84523E6B}"/>
              </a:ext>
            </a:extLst>
          </p:cNvPr>
          <p:cNvSpPr>
            <a:spLocks noGrp="1" noChangeArrowheads="1"/>
          </p:cNvSpPr>
          <p:nvPr>
            <p:ph type="sldNum" sz="quarter" idx="12"/>
          </p:nvPr>
        </p:nvSpPr>
        <p:spPr>
          <a:ln/>
        </p:spPr>
        <p:txBody>
          <a:bodyPr/>
          <a:lstStyle>
            <a:lvl1pPr>
              <a:defRPr/>
            </a:lvl1pPr>
          </a:lstStyle>
          <a:p>
            <a:fld id="{D9BEA795-5056-7C40-A62A-D7A7F84828C9}" type="slidenum">
              <a:rPr lang="en-US" altLang="en-US"/>
              <a:pPr/>
              <a:t>‹#›</a:t>
            </a:fld>
            <a:endParaRPr lang="en-US" altLang="en-US"/>
          </a:p>
        </p:txBody>
      </p:sp>
    </p:spTree>
    <p:extLst>
      <p:ext uri="{BB962C8B-B14F-4D97-AF65-F5344CB8AC3E}">
        <p14:creationId xmlns:p14="http://schemas.microsoft.com/office/powerpoint/2010/main" val="4142617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image" Target="../media/image3.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image" Target="../media/image2.png"/><Relationship Id="rId2" Type="http://schemas.openxmlformats.org/officeDocument/2006/relationships/slideLayout" Target="../slideLayouts/slideLayout37.xml"/><Relationship Id="rId16"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theme" Target="../theme/theme4.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5.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1A13541-BA7F-4547-B615-C8F61955BC15}"/>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BA90CA-D68F-2D46-A986-D1BC55722904}"/>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185E3A-45DF-6343-89CC-020F2860067A}"/>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AFBF0DE-ADFA-F948-B7FE-D8ECAC549980}"/>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281097D-6351-F948-A27B-CA0EDE2F4ADF}"/>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088CF7C8-D8D3-C94D-B1DF-18207063135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DAD8054-FE77-204E-94EA-8316E5AFE0DC}"/>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4339" name="Rectangle 3">
            <a:extLst>
              <a:ext uri="{FF2B5EF4-FFF2-40B4-BE49-F238E27FC236}">
                <a16:creationId xmlns:a16="http://schemas.microsoft.com/office/drawing/2014/main" id="{C746EBD4-2B0C-4741-92E1-736D88F9E851}"/>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E67B079-63E7-EB4D-AFD3-574C03A11B12}"/>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EF9EF20-BA69-E142-995D-BEDEA1AE740D}"/>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31C4F77-7379-E340-8EAD-68D371A71DE4}"/>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defRPr>
            </a:lvl1pPr>
          </a:lstStyle>
          <a:p>
            <a:pPr>
              <a:defRPr/>
            </a:pPr>
            <a:fld id="{F2E74D46-FC18-CC4B-BC83-A925451251B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63"/>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9856E5-2849-2345-8F6F-E9FA1C2F0F6F}"/>
              </a:ext>
            </a:extLst>
          </p:cNvPr>
          <p:cNvSpPr>
            <a:spLocks noGrp="1" noChangeArrowheads="1"/>
          </p:cNvSpPr>
          <p:nvPr>
            <p:ph type="title"/>
          </p:nvPr>
        </p:nvSpPr>
        <p:spPr bwMode="auto">
          <a:xfrm>
            <a:off x="685800" y="508000"/>
            <a:ext cx="77724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9BABCEA-DF01-CF4D-8101-19E18B2ACE4C}"/>
              </a:ext>
            </a:extLst>
          </p:cNvPr>
          <p:cNvSpPr>
            <a:spLocks noGrp="1" noChangeArrowheads="1"/>
          </p:cNvSpPr>
          <p:nvPr>
            <p:ph type="body" idx="1"/>
          </p:nvPr>
        </p:nvSpPr>
        <p:spPr bwMode="auto">
          <a:xfrm>
            <a:off x="685800" y="1651000"/>
            <a:ext cx="7772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7668A07E-F123-D14D-AE09-058CE2C50D23}"/>
              </a:ext>
            </a:extLst>
          </p:cNvPr>
          <p:cNvSpPr>
            <a:spLocks noGrp="1" noChangeArrowheads="1"/>
          </p:cNvSpPr>
          <p:nvPr>
            <p:ph type="dt" sz="half" idx="2"/>
          </p:nvPr>
        </p:nvSpPr>
        <p:spPr bwMode="auto">
          <a:xfrm>
            <a:off x="685800" y="520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167">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CBF34CDD-56CE-0946-B645-DA95FCACBB11}"/>
              </a:ext>
            </a:extLst>
          </p:cNvPr>
          <p:cNvSpPr>
            <a:spLocks noGrp="1" noChangeArrowheads="1"/>
          </p:cNvSpPr>
          <p:nvPr>
            <p:ph type="ftr" sz="quarter" idx="3"/>
          </p:nvPr>
        </p:nvSpPr>
        <p:spPr bwMode="auto">
          <a:xfrm>
            <a:off x="3124200" y="5207000"/>
            <a:ext cx="2895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67">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FDA51F49-A0F1-7F4A-B5DA-757A4632D2CE}"/>
              </a:ext>
            </a:extLst>
          </p:cNvPr>
          <p:cNvSpPr>
            <a:spLocks noGrp="1" noChangeArrowheads="1"/>
          </p:cNvSpPr>
          <p:nvPr>
            <p:ph type="sldNum" sz="quarter" idx="4"/>
          </p:nvPr>
        </p:nvSpPr>
        <p:spPr bwMode="auto">
          <a:xfrm>
            <a:off x="6553200" y="520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67"/>
            </a:lvl1pPr>
          </a:lstStyle>
          <a:p>
            <a:fld id="{1F950CAD-8AAB-F24C-BA93-BF298F715366}" type="slidenum">
              <a:rPr lang="en-US" altLang="en-US"/>
              <a:pPr/>
              <a:t>‹#›</a:t>
            </a:fld>
            <a:endParaRPr lang="en-US" altLang="en-US"/>
          </a:p>
        </p:txBody>
      </p:sp>
    </p:spTree>
    <p:extLst>
      <p:ext uri="{BB962C8B-B14F-4D97-AF65-F5344CB8AC3E}">
        <p14:creationId xmlns:p14="http://schemas.microsoft.com/office/powerpoint/2010/main" val="3382194492"/>
      </p:ext>
    </p:extLst>
  </p:cSld>
  <p:clrMap bg1="dk2" tx1="lt1" bg2="dk1" tx2="lt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xStyles>
    <p:titleStyle>
      <a:lvl1pPr algn="ctr" rtl="0" eaLnBrk="0" fontAlgn="base" hangingPunct="0">
        <a:spcBef>
          <a:spcPct val="0"/>
        </a:spcBef>
        <a:spcAft>
          <a:spcPct val="0"/>
        </a:spcAft>
        <a:defRPr sz="3667">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3667">
          <a:solidFill>
            <a:schemeClr val="tx2"/>
          </a:solidFill>
          <a:latin typeface="Arial" pitchFamily="-110" charset="0"/>
          <a:ea typeface="ＭＳ Ｐゴシック" charset="-128"/>
          <a:cs typeface="ＭＳ Ｐゴシック" charset="-128"/>
        </a:defRPr>
      </a:lvl2pPr>
      <a:lvl3pPr algn="ctr" rtl="0" eaLnBrk="0" fontAlgn="base" hangingPunct="0">
        <a:spcBef>
          <a:spcPct val="0"/>
        </a:spcBef>
        <a:spcAft>
          <a:spcPct val="0"/>
        </a:spcAft>
        <a:defRPr sz="3667">
          <a:solidFill>
            <a:schemeClr val="tx2"/>
          </a:solidFill>
          <a:latin typeface="Arial" pitchFamily="-110" charset="0"/>
          <a:ea typeface="ＭＳ Ｐゴシック" charset="-128"/>
          <a:cs typeface="ＭＳ Ｐゴシック" charset="-128"/>
        </a:defRPr>
      </a:lvl3pPr>
      <a:lvl4pPr algn="ctr" rtl="0" eaLnBrk="0" fontAlgn="base" hangingPunct="0">
        <a:spcBef>
          <a:spcPct val="0"/>
        </a:spcBef>
        <a:spcAft>
          <a:spcPct val="0"/>
        </a:spcAft>
        <a:defRPr sz="3667">
          <a:solidFill>
            <a:schemeClr val="tx2"/>
          </a:solidFill>
          <a:latin typeface="Arial" pitchFamily="-110" charset="0"/>
          <a:ea typeface="ＭＳ Ｐゴシック" charset="-128"/>
          <a:cs typeface="ＭＳ Ｐゴシック" charset="-128"/>
        </a:defRPr>
      </a:lvl4pPr>
      <a:lvl5pPr algn="ctr" rtl="0" eaLnBrk="0" fontAlgn="base" hangingPunct="0">
        <a:spcBef>
          <a:spcPct val="0"/>
        </a:spcBef>
        <a:spcAft>
          <a:spcPct val="0"/>
        </a:spcAft>
        <a:defRPr sz="3667">
          <a:solidFill>
            <a:schemeClr val="tx2"/>
          </a:solidFill>
          <a:latin typeface="Arial" pitchFamily="-110" charset="0"/>
          <a:ea typeface="ＭＳ Ｐゴシック" charset="-128"/>
          <a:cs typeface="ＭＳ Ｐゴシック" charset="-128"/>
        </a:defRPr>
      </a:lvl5pPr>
      <a:lvl6pPr marL="380985" algn="ctr" rtl="0" fontAlgn="base">
        <a:spcBef>
          <a:spcPct val="0"/>
        </a:spcBef>
        <a:spcAft>
          <a:spcPct val="0"/>
        </a:spcAft>
        <a:defRPr sz="3667">
          <a:solidFill>
            <a:schemeClr val="tx2"/>
          </a:solidFill>
          <a:latin typeface="Arial" pitchFamily="-110" charset="0"/>
        </a:defRPr>
      </a:lvl6pPr>
      <a:lvl7pPr marL="761970" algn="ctr" rtl="0" fontAlgn="base">
        <a:spcBef>
          <a:spcPct val="0"/>
        </a:spcBef>
        <a:spcAft>
          <a:spcPct val="0"/>
        </a:spcAft>
        <a:defRPr sz="3667">
          <a:solidFill>
            <a:schemeClr val="tx2"/>
          </a:solidFill>
          <a:latin typeface="Arial" pitchFamily="-110" charset="0"/>
        </a:defRPr>
      </a:lvl7pPr>
      <a:lvl8pPr marL="1142954" algn="ctr" rtl="0" fontAlgn="base">
        <a:spcBef>
          <a:spcPct val="0"/>
        </a:spcBef>
        <a:spcAft>
          <a:spcPct val="0"/>
        </a:spcAft>
        <a:defRPr sz="3667">
          <a:solidFill>
            <a:schemeClr val="tx2"/>
          </a:solidFill>
          <a:latin typeface="Arial" pitchFamily="-110" charset="0"/>
        </a:defRPr>
      </a:lvl8pPr>
      <a:lvl9pPr marL="1523939" algn="ctr" rtl="0" fontAlgn="base">
        <a:spcBef>
          <a:spcPct val="0"/>
        </a:spcBef>
        <a:spcAft>
          <a:spcPct val="0"/>
        </a:spcAft>
        <a:defRPr sz="3667">
          <a:solidFill>
            <a:schemeClr val="tx2"/>
          </a:solidFill>
          <a:latin typeface="Arial" pitchFamily="-110" charset="0"/>
        </a:defRPr>
      </a:lvl9pPr>
    </p:titleStyle>
    <p:bodyStyle>
      <a:lvl1pPr marL="285739" indent="-285739" algn="l" rtl="0" eaLnBrk="0" fontAlgn="base" hangingPunct="0">
        <a:spcBef>
          <a:spcPct val="20000"/>
        </a:spcBef>
        <a:spcAft>
          <a:spcPct val="0"/>
        </a:spcAft>
        <a:buChar char="•"/>
        <a:defRPr sz="2667">
          <a:solidFill>
            <a:schemeClr val="tx1"/>
          </a:solidFill>
          <a:latin typeface="+mn-lt"/>
          <a:ea typeface="ＭＳ Ｐゴシック" charset="-128"/>
          <a:cs typeface="ＭＳ Ｐゴシック" charset="-128"/>
        </a:defRPr>
      </a:lvl1pPr>
      <a:lvl2pPr marL="619100" indent="-238115" algn="l" rtl="0" eaLnBrk="0" fontAlgn="base" hangingPunct="0">
        <a:spcBef>
          <a:spcPct val="20000"/>
        </a:spcBef>
        <a:spcAft>
          <a:spcPct val="0"/>
        </a:spcAft>
        <a:buChar char="–"/>
        <a:defRPr sz="2333">
          <a:solidFill>
            <a:schemeClr val="tx1"/>
          </a:solidFill>
          <a:latin typeface="+mn-lt"/>
          <a:ea typeface="ＭＳ Ｐゴシック" pitchFamily="-110" charset="-128"/>
        </a:defRPr>
      </a:lvl2pPr>
      <a:lvl3pPr marL="952462" indent="-190492" algn="l" rtl="0" eaLnBrk="0" fontAlgn="base" hangingPunct="0">
        <a:spcBef>
          <a:spcPct val="20000"/>
        </a:spcBef>
        <a:spcAft>
          <a:spcPct val="0"/>
        </a:spcAft>
        <a:buChar char="•"/>
        <a:defRPr sz="2000">
          <a:solidFill>
            <a:schemeClr val="tx1"/>
          </a:solidFill>
          <a:latin typeface="+mn-lt"/>
          <a:ea typeface="ＭＳ Ｐゴシック" pitchFamily="-110" charset="-128"/>
        </a:defRPr>
      </a:lvl3pPr>
      <a:lvl4pPr marL="1333447" indent="-190492" algn="l" rtl="0" eaLnBrk="0" fontAlgn="base" hangingPunct="0">
        <a:spcBef>
          <a:spcPct val="20000"/>
        </a:spcBef>
        <a:spcAft>
          <a:spcPct val="0"/>
        </a:spcAft>
        <a:buChar char="–"/>
        <a:defRPr sz="1667">
          <a:solidFill>
            <a:schemeClr val="tx1"/>
          </a:solidFill>
          <a:latin typeface="+mn-lt"/>
          <a:ea typeface="ＭＳ Ｐゴシック" pitchFamily="-110" charset="-128"/>
        </a:defRPr>
      </a:lvl4pPr>
      <a:lvl5pPr marL="1714431" indent="-190492" algn="l" rtl="0" eaLnBrk="0" fontAlgn="base" hangingPunct="0">
        <a:spcBef>
          <a:spcPct val="20000"/>
        </a:spcBef>
        <a:spcAft>
          <a:spcPct val="0"/>
        </a:spcAft>
        <a:buChar char="»"/>
        <a:defRPr sz="1667">
          <a:solidFill>
            <a:schemeClr val="tx1"/>
          </a:solidFill>
          <a:latin typeface="+mn-lt"/>
          <a:ea typeface="ＭＳ Ｐゴシック" pitchFamily="-110" charset="-128"/>
        </a:defRPr>
      </a:lvl5pPr>
      <a:lvl6pPr marL="2095416" indent="-190492" algn="l" rtl="0" fontAlgn="base">
        <a:spcBef>
          <a:spcPct val="20000"/>
        </a:spcBef>
        <a:spcAft>
          <a:spcPct val="0"/>
        </a:spcAft>
        <a:buChar char="»"/>
        <a:defRPr sz="1667">
          <a:solidFill>
            <a:schemeClr val="tx1"/>
          </a:solidFill>
          <a:latin typeface="+mn-lt"/>
          <a:ea typeface="ＭＳ Ｐゴシック" pitchFamily="-110" charset="-128"/>
        </a:defRPr>
      </a:lvl6pPr>
      <a:lvl7pPr marL="2476401" indent="-190492" algn="l" rtl="0" fontAlgn="base">
        <a:spcBef>
          <a:spcPct val="20000"/>
        </a:spcBef>
        <a:spcAft>
          <a:spcPct val="0"/>
        </a:spcAft>
        <a:buChar char="»"/>
        <a:defRPr sz="1667">
          <a:solidFill>
            <a:schemeClr val="tx1"/>
          </a:solidFill>
          <a:latin typeface="+mn-lt"/>
          <a:ea typeface="ＭＳ Ｐゴシック" pitchFamily="-110" charset="-128"/>
        </a:defRPr>
      </a:lvl7pPr>
      <a:lvl8pPr marL="2857386" indent="-190492" algn="l" rtl="0" fontAlgn="base">
        <a:spcBef>
          <a:spcPct val="20000"/>
        </a:spcBef>
        <a:spcAft>
          <a:spcPct val="0"/>
        </a:spcAft>
        <a:buChar char="»"/>
        <a:defRPr sz="1667">
          <a:solidFill>
            <a:schemeClr val="tx1"/>
          </a:solidFill>
          <a:latin typeface="+mn-lt"/>
          <a:ea typeface="ＭＳ Ｐゴシック" pitchFamily="-110" charset="-128"/>
        </a:defRPr>
      </a:lvl8pPr>
      <a:lvl9pPr marL="3238370" indent="-190492" algn="l" rtl="0" fontAlgn="base">
        <a:spcBef>
          <a:spcPct val="20000"/>
        </a:spcBef>
        <a:spcAft>
          <a:spcPct val="0"/>
        </a:spcAft>
        <a:buChar char="»"/>
        <a:defRPr sz="1667">
          <a:solidFill>
            <a:schemeClr val="tx1"/>
          </a:solidFill>
          <a:latin typeface="+mn-lt"/>
          <a:ea typeface="ＭＳ Ｐゴシック" pitchFamily="-110" charset="-128"/>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pic>
        <p:nvPicPr>
          <p:cNvPr id="13314" name="Picture 6" descr="TextSlideOverlay.png">
            <a:extLst>
              <a:ext uri="{FF2B5EF4-FFF2-40B4-BE49-F238E27FC236}">
                <a16:creationId xmlns:a16="http://schemas.microsoft.com/office/drawing/2014/main" id="{C992D16C-2431-BB4A-A345-397348F1EA94}"/>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5" name="Group 7">
            <a:extLst>
              <a:ext uri="{FF2B5EF4-FFF2-40B4-BE49-F238E27FC236}">
                <a16:creationId xmlns:a16="http://schemas.microsoft.com/office/drawing/2014/main" id="{53704B19-5BD0-B34B-AB03-84DC964AEC2F}"/>
              </a:ext>
            </a:extLst>
          </p:cNvPr>
          <p:cNvGrpSpPr>
            <a:grpSpLocks/>
          </p:cNvGrpSpPr>
          <p:nvPr/>
        </p:nvGrpSpPr>
        <p:grpSpPr bwMode="auto">
          <a:xfrm>
            <a:off x="-573087" y="-505354"/>
            <a:ext cx="7562851" cy="1652323"/>
            <a:chOff x="-573169" y="-607194"/>
            <a:chExt cx="7563453" cy="1983277"/>
          </a:xfrm>
        </p:grpSpPr>
        <p:grpSp>
          <p:nvGrpSpPr>
            <p:cNvPr id="13322" name="Group 32">
              <a:extLst>
                <a:ext uri="{FF2B5EF4-FFF2-40B4-BE49-F238E27FC236}">
                  <a16:creationId xmlns:a16="http://schemas.microsoft.com/office/drawing/2014/main" id="{C7D78E7E-435A-9B43-A0F1-4C853F33A2B9}"/>
                </a:ext>
              </a:extLst>
            </p:cNvPr>
            <p:cNvGrpSpPr>
              <a:grpSpLocks/>
            </p:cNvGrpSpPr>
            <p:nvPr userDrawn="1"/>
          </p:nvGrpSpPr>
          <p:grpSpPr bwMode="auto">
            <a:xfrm>
              <a:off x="-263314" y="-607194"/>
              <a:ext cx="7253598" cy="1983277"/>
              <a:chOff x="-263314" y="-607194"/>
              <a:chExt cx="7253598" cy="1983277"/>
            </a:xfrm>
          </p:grpSpPr>
          <p:sp>
            <p:nvSpPr>
              <p:cNvPr id="11" name="Oval 10">
                <a:extLst>
                  <a:ext uri="{FF2B5EF4-FFF2-40B4-BE49-F238E27FC236}">
                    <a16:creationId xmlns:a16="http://schemas.microsoft.com/office/drawing/2014/main" id="{92235BB5-2068-8D4A-93FF-BBD14A5CCDF3}"/>
                  </a:ext>
                </a:extLst>
              </p:cNvPr>
              <p:cNvSpPr/>
              <p:nvPr userDrawn="1"/>
            </p:nvSpPr>
            <p:spPr>
              <a:xfrm rot="4368687">
                <a:off x="2840180" y="-41839"/>
                <a:ext cx="581168" cy="790638"/>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2" name="Oval 11">
                <a:extLst>
                  <a:ext uri="{FF2B5EF4-FFF2-40B4-BE49-F238E27FC236}">
                    <a16:creationId xmlns:a16="http://schemas.microsoft.com/office/drawing/2014/main" id="{4203B868-2E2E-464F-AC46-6A69F146C3B0}"/>
                  </a:ext>
                </a:extLst>
              </p:cNvPr>
              <p:cNvSpPr/>
              <p:nvPr userDrawn="1"/>
            </p:nvSpPr>
            <p:spPr>
              <a:xfrm>
                <a:off x="334955" y="12084"/>
                <a:ext cx="1189132" cy="10130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3" name="Arc 12">
                <a:extLst>
                  <a:ext uri="{FF2B5EF4-FFF2-40B4-BE49-F238E27FC236}">
                    <a16:creationId xmlns:a16="http://schemas.microsoft.com/office/drawing/2014/main" id="{8B900241-311A-D545-94F1-EA1DD2FCD556}"/>
                  </a:ext>
                </a:extLst>
              </p:cNvPr>
              <p:cNvSpPr/>
              <p:nvPr userDrawn="1"/>
            </p:nvSpPr>
            <p:spPr>
              <a:xfrm rot="6387309">
                <a:off x="5839162" y="-548343"/>
                <a:ext cx="1106761" cy="1195483"/>
              </a:xfrm>
              <a:prstGeom prst="arc">
                <a:avLst>
                  <a:gd name="adj1" fmla="val 15179737"/>
                  <a:gd name="adj2" fmla="val 444802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4" name="Oval 13">
                <a:extLst>
                  <a:ext uri="{FF2B5EF4-FFF2-40B4-BE49-F238E27FC236}">
                    <a16:creationId xmlns:a16="http://schemas.microsoft.com/office/drawing/2014/main" id="{E01ADCDF-9CEB-8740-905F-C50532C55DB8}"/>
                  </a:ext>
                </a:extLst>
              </p:cNvPr>
              <p:cNvSpPr/>
              <p:nvPr userDrawn="1"/>
            </p:nvSpPr>
            <p:spPr>
              <a:xfrm>
                <a:off x="5472513" y="62896"/>
                <a:ext cx="609648" cy="4906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5" name="Pie 14">
                <a:extLst>
                  <a:ext uri="{FF2B5EF4-FFF2-40B4-BE49-F238E27FC236}">
                    <a16:creationId xmlns:a16="http://schemas.microsoft.com/office/drawing/2014/main" id="{0E01F4E1-825F-CF46-A25F-E17C3FE0532F}"/>
                  </a:ext>
                </a:extLst>
              </p:cNvPr>
              <p:cNvSpPr/>
              <p:nvPr userDrawn="1"/>
            </p:nvSpPr>
            <p:spPr>
              <a:xfrm>
                <a:off x="-7974" y="-607194"/>
                <a:ext cx="1385998" cy="1205210"/>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6" name="Pie 15">
                <a:extLst>
                  <a:ext uri="{FF2B5EF4-FFF2-40B4-BE49-F238E27FC236}">
                    <a16:creationId xmlns:a16="http://schemas.microsoft.com/office/drawing/2014/main" id="{A927DAAA-8EE8-754D-8C1D-9BD03D81CB8B}"/>
                  </a:ext>
                </a:extLst>
              </p:cNvPr>
              <p:cNvSpPr/>
              <p:nvPr userDrawn="1"/>
            </p:nvSpPr>
            <p:spPr>
              <a:xfrm>
                <a:off x="1905116" y="-402356"/>
                <a:ext cx="1600327" cy="800298"/>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7" name="Oval 16">
                <a:extLst>
                  <a:ext uri="{FF2B5EF4-FFF2-40B4-BE49-F238E27FC236}">
                    <a16:creationId xmlns:a16="http://schemas.microsoft.com/office/drawing/2014/main" id="{5213B3DA-B27F-4A42-B5A6-51FC958ECF74}"/>
                  </a:ext>
                </a:extLst>
              </p:cNvPr>
              <p:cNvSpPr/>
              <p:nvPr userDrawn="1"/>
            </p:nvSpPr>
            <p:spPr>
              <a:xfrm>
                <a:off x="2630662" y="761568"/>
                <a:ext cx="417545" cy="41761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8" name="Oval 17">
                <a:extLst>
                  <a:ext uri="{FF2B5EF4-FFF2-40B4-BE49-F238E27FC236}">
                    <a16:creationId xmlns:a16="http://schemas.microsoft.com/office/drawing/2014/main" id="{510E587E-6279-2849-AD2C-93B505DF273F}"/>
                  </a:ext>
                </a:extLst>
              </p:cNvPr>
              <p:cNvSpPr/>
              <p:nvPr userDrawn="1"/>
            </p:nvSpPr>
            <p:spPr>
              <a:xfrm rot="2510439">
                <a:off x="169841" y="162934"/>
                <a:ext cx="779524" cy="982904"/>
              </a:xfrm>
              <a:prstGeom prst="ellipse">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19" name="Pie 18">
                <a:extLst>
                  <a:ext uri="{FF2B5EF4-FFF2-40B4-BE49-F238E27FC236}">
                    <a16:creationId xmlns:a16="http://schemas.microsoft.com/office/drawing/2014/main" id="{57A07B47-E216-5A47-BC93-903240A50B5C}"/>
                  </a:ext>
                </a:extLst>
              </p:cNvPr>
              <p:cNvSpPr/>
              <p:nvPr userDrawn="1"/>
            </p:nvSpPr>
            <p:spPr>
              <a:xfrm rot="16200000">
                <a:off x="-263626" y="842596"/>
                <a:ext cx="533532" cy="533442"/>
              </a:xfrm>
              <a:prstGeom prst="pie">
                <a:avLst>
                  <a:gd name="adj1" fmla="val 0"/>
                  <a:gd name="adj2" fmla="val 107770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0" name="Oval 19">
                <a:extLst>
                  <a:ext uri="{FF2B5EF4-FFF2-40B4-BE49-F238E27FC236}">
                    <a16:creationId xmlns:a16="http://schemas.microsoft.com/office/drawing/2014/main" id="{BA691734-A730-374D-828C-EF7CB3ED927A}"/>
                  </a:ext>
                </a:extLst>
              </p:cNvPr>
              <p:cNvSpPr/>
              <p:nvPr userDrawn="1"/>
            </p:nvSpPr>
            <p:spPr>
              <a:xfrm>
                <a:off x="1559014" y="491627"/>
                <a:ext cx="228618" cy="1937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1" name="Pie 20">
                <a:extLst>
                  <a:ext uri="{FF2B5EF4-FFF2-40B4-BE49-F238E27FC236}">
                    <a16:creationId xmlns:a16="http://schemas.microsoft.com/office/drawing/2014/main" id="{2D15CD31-8635-304B-8C8D-59C3F87CDFC7}"/>
                  </a:ext>
                </a:extLst>
              </p:cNvPr>
              <p:cNvSpPr/>
              <p:nvPr userDrawn="1"/>
            </p:nvSpPr>
            <p:spPr>
              <a:xfrm>
                <a:off x="990644" y="-604018"/>
                <a:ext cx="1385998" cy="1205210"/>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2" name="Pie 21">
                <a:extLst>
                  <a:ext uri="{FF2B5EF4-FFF2-40B4-BE49-F238E27FC236}">
                    <a16:creationId xmlns:a16="http://schemas.microsoft.com/office/drawing/2014/main" id="{6B424BCB-A5B2-584F-BE19-906FEA517BB2}"/>
                  </a:ext>
                </a:extLst>
              </p:cNvPr>
              <p:cNvSpPr/>
              <p:nvPr userDrawn="1"/>
            </p:nvSpPr>
            <p:spPr>
              <a:xfrm>
                <a:off x="5181977" y="-343604"/>
                <a:ext cx="1600327" cy="685969"/>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3" name="Oval 22">
                <a:extLst>
                  <a:ext uri="{FF2B5EF4-FFF2-40B4-BE49-F238E27FC236}">
                    <a16:creationId xmlns:a16="http://schemas.microsoft.com/office/drawing/2014/main" id="{06F5A6C7-4593-9A4B-AA9B-954DB0F76F99}"/>
                  </a:ext>
                </a:extLst>
              </p:cNvPr>
              <p:cNvSpPr/>
              <p:nvPr userDrawn="1"/>
            </p:nvSpPr>
            <p:spPr>
              <a:xfrm>
                <a:off x="5728121" y="62896"/>
                <a:ext cx="685855" cy="53353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4" name="Pie 23">
                <a:extLst>
                  <a:ext uri="{FF2B5EF4-FFF2-40B4-BE49-F238E27FC236}">
                    <a16:creationId xmlns:a16="http://schemas.microsoft.com/office/drawing/2014/main" id="{181CD0FA-3D23-1842-823D-9FA7CA1F3359}"/>
                  </a:ext>
                </a:extLst>
              </p:cNvPr>
              <p:cNvSpPr/>
              <p:nvPr userDrawn="1"/>
            </p:nvSpPr>
            <p:spPr>
              <a:xfrm>
                <a:off x="6136141" y="-257858"/>
                <a:ext cx="838267" cy="527180"/>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5" name="Oval 24">
                <a:extLst>
                  <a:ext uri="{FF2B5EF4-FFF2-40B4-BE49-F238E27FC236}">
                    <a16:creationId xmlns:a16="http://schemas.microsoft.com/office/drawing/2014/main" id="{0A24D66F-4EC0-9E4D-96BC-BB599FFAA41F}"/>
                  </a:ext>
                </a:extLst>
              </p:cNvPr>
              <p:cNvSpPr/>
              <p:nvPr userDrawn="1"/>
            </p:nvSpPr>
            <p:spPr>
              <a:xfrm rot="4368687">
                <a:off x="3664159" y="-146629"/>
                <a:ext cx="582756" cy="909709"/>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6" name="Pie 25">
                <a:extLst>
                  <a:ext uri="{FF2B5EF4-FFF2-40B4-BE49-F238E27FC236}">
                    <a16:creationId xmlns:a16="http://schemas.microsoft.com/office/drawing/2014/main" id="{860B8C49-F7A7-524F-98A2-469A7AF328A5}"/>
                  </a:ext>
                </a:extLst>
              </p:cNvPr>
              <p:cNvSpPr/>
              <p:nvPr userDrawn="1"/>
            </p:nvSpPr>
            <p:spPr>
              <a:xfrm>
                <a:off x="4384989" y="-146705"/>
                <a:ext cx="300062" cy="300112"/>
              </a:xfrm>
              <a:prstGeom prst="pie">
                <a:avLst>
                  <a:gd name="adj1" fmla="val 0"/>
                  <a:gd name="adj2" fmla="val 10777084"/>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7" name="Pie 26">
                <a:extLst>
                  <a:ext uri="{FF2B5EF4-FFF2-40B4-BE49-F238E27FC236}">
                    <a16:creationId xmlns:a16="http://schemas.microsoft.com/office/drawing/2014/main" id="{2CD52FC0-6C3B-1847-90B0-F659B3B636D8}"/>
                  </a:ext>
                </a:extLst>
              </p:cNvPr>
              <p:cNvSpPr/>
              <p:nvPr userDrawn="1"/>
            </p:nvSpPr>
            <p:spPr>
              <a:xfrm>
                <a:off x="4756493" y="-119712"/>
                <a:ext cx="182578" cy="228657"/>
              </a:xfrm>
              <a:prstGeom prst="pie">
                <a:avLst>
                  <a:gd name="adj1" fmla="val 0"/>
                  <a:gd name="adj2" fmla="val 107770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8" name="Pie 27">
                <a:extLst>
                  <a:ext uri="{FF2B5EF4-FFF2-40B4-BE49-F238E27FC236}">
                    <a16:creationId xmlns:a16="http://schemas.microsoft.com/office/drawing/2014/main" id="{9615CB15-24DA-1842-BBA7-88ACD38E5E7C}"/>
                  </a:ext>
                </a:extLst>
              </p:cNvPr>
              <p:cNvSpPr/>
              <p:nvPr userDrawn="1"/>
            </p:nvSpPr>
            <p:spPr>
              <a:xfrm>
                <a:off x="5029565" y="-114948"/>
                <a:ext cx="228618" cy="228656"/>
              </a:xfrm>
              <a:prstGeom prst="pie">
                <a:avLst>
                  <a:gd name="adj1" fmla="val 0"/>
                  <a:gd name="adj2" fmla="val 107770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29" name="Oval 28">
                <a:extLst>
                  <a:ext uri="{FF2B5EF4-FFF2-40B4-BE49-F238E27FC236}">
                    <a16:creationId xmlns:a16="http://schemas.microsoft.com/office/drawing/2014/main" id="{78B3241D-057E-E14B-81C0-B3C6FC559819}"/>
                  </a:ext>
                </a:extLst>
              </p:cNvPr>
              <p:cNvSpPr/>
              <p:nvPr userDrawn="1"/>
            </p:nvSpPr>
            <p:spPr>
              <a:xfrm>
                <a:off x="2403631" y="-619"/>
                <a:ext cx="665216" cy="665327"/>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
            <p:nvSpPr>
              <p:cNvPr id="30" name="Pie 29">
                <a:extLst>
                  <a:ext uri="{FF2B5EF4-FFF2-40B4-BE49-F238E27FC236}">
                    <a16:creationId xmlns:a16="http://schemas.microsoft.com/office/drawing/2014/main" id="{3D490816-A3D1-954D-88E8-B9C55E90B8A9}"/>
                  </a:ext>
                </a:extLst>
              </p:cNvPr>
              <p:cNvSpPr/>
              <p:nvPr userDrawn="1"/>
            </p:nvSpPr>
            <p:spPr>
              <a:xfrm>
                <a:off x="3011693" y="-299143"/>
                <a:ext cx="838267" cy="609750"/>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10" name="Pie 9">
              <a:extLst>
                <a:ext uri="{FF2B5EF4-FFF2-40B4-BE49-F238E27FC236}">
                  <a16:creationId xmlns:a16="http://schemas.microsoft.com/office/drawing/2014/main" id="{2A92D705-A4AC-804A-A608-930FDED3F957}"/>
                </a:ext>
              </a:extLst>
            </p:cNvPr>
            <p:cNvSpPr/>
            <p:nvPr userDrawn="1"/>
          </p:nvSpPr>
          <p:spPr>
            <a:xfrm rot="16200000">
              <a:off x="-430353" y="-79920"/>
              <a:ext cx="851110" cy="1136741"/>
            </a:xfrm>
            <a:prstGeom prst="pie">
              <a:avLst>
                <a:gd name="adj1" fmla="val 0"/>
                <a:gd name="adj2" fmla="val 1080006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grpSp>
      <p:sp>
        <p:nvSpPr>
          <p:cNvPr id="13316" name="Title Placeholder 1">
            <a:extLst>
              <a:ext uri="{FF2B5EF4-FFF2-40B4-BE49-F238E27FC236}">
                <a16:creationId xmlns:a16="http://schemas.microsoft.com/office/drawing/2014/main" id="{6911A119-B30B-7847-8225-D53A77BF17DF}"/>
              </a:ext>
            </a:extLst>
          </p:cNvPr>
          <p:cNvSpPr>
            <a:spLocks noGrp="1"/>
          </p:cNvSpPr>
          <p:nvPr>
            <p:ph type="title"/>
          </p:nvPr>
        </p:nvSpPr>
        <p:spPr bwMode="auto">
          <a:xfrm>
            <a:off x="712789" y="1143000"/>
            <a:ext cx="7716837"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B44E5EB6-2BC3-1547-A480-E70686350849}"/>
              </a:ext>
            </a:extLst>
          </p:cNvPr>
          <p:cNvSpPr>
            <a:spLocks noGrp="1"/>
          </p:cNvSpPr>
          <p:nvPr>
            <p:ph type="body" idx="1"/>
          </p:nvPr>
        </p:nvSpPr>
        <p:spPr>
          <a:xfrm>
            <a:off x="712789" y="2509573"/>
            <a:ext cx="7716837" cy="28244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a:extLst>
              <a:ext uri="{FF2B5EF4-FFF2-40B4-BE49-F238E27FC236}">
                <a16:creationId xmlns:a16="http://schemas.microsoft.com/office/drawing/2014/main" id="{A37882BA-CE3A-E24E-9998-882AD124FEC6}"/>
              </a:ext>
            </a:extLst>
          </p:cNvPr>
          <p:cNvSpPr>
            <a:spLocks noGrp="1"/>
          </p:cNvSpPr>
          <p:nvPr>
            <p:ph type="dt" sz="half" idx="2"/>
          </p:nvPr>
        </p:nvSpPr>
        <p:spPr>
          <a:xfrm>
            <a:off x="77788" y="250032"/>
            <a:ext cx="2743200" cy="153458"/>
          </a:xfrm>
          <a:prstGeom prst="rect">
            <a:avLst/>
          </a:prstGeom>
        </p:spPr>
        <p:txBody>
          <a:bodyPr vert="horz" wrap="square" lIns="91440" tIns="45720" rIns="91440" bIns="45720" numCol="1" anchor="ctr" anchorCtr="0" compatLnSpc="1">
            <a:prstTxWarp prst="textNoShape">
              <a:avLst/>
            </a:prstTxWarp>
          </a:bodyPr>
          <a:lstStyle>
            <a:lvl1pPr eaLnBrk="1" hangingPunct="1">
              <a:lnSpc>
                <a:spcPts val="1000"/>
              </a:lnSpc>
              <a:defRPr sz="833">
                <a:solidFill>
                  <a:srgbClr val="FFFFFF"/>
                </a:solidFill>
                <a:latin typeface="Arial Rounded MT Bold" panose="020F0704030504030204" pitchFamily="34" charset="77"/>
              </a:defRPr>
            </a:lvl1pPr>
          </a:lstStyle>
          <a:p>
            <a:fld id="{08CA8396-8F87-5E45-AA5D-10BE805C7670}" type="datetimeFigureOut">
              <a:rPr lang="en-US" altLang="en-US"/>
              <a:pPr/>
              <a:t>2/17/25</a:t>
            </a:fld>
            <a:endParaRPr lang="en-US" altLang="en-US"/>
          </a:p>
        </p:txBody>
      </p:sp>
      <p:sp>
        <p:nvSpPr>
          <p:cNvPr id="5" name="Footer Placeholder 4">
            <a:extLst>
              <a:ext uri="{FF2B5EF4-FFF2-40B4-BE49-F238E27FC236}">
                <a16:creationId xmlns:a16="http://schemas.microsoft.com/office/drawing/2014/main" id="{2580C085-C552-B246-9E45-013BD48E3C80}"/>
              </a:ext>
            </a:extLst>
          </p:cNvPr>
          <p:cNvSpPr>
            <a:spLocks noGrp="1"/>
          </p:cNvSpPr>
          <p:nvPr>
            <p:ph type="ftr" sz="quarter" idx="3"/>
          </p:nvPr>
        </p:nvSpPr>
        <p:spPr>
          <a:xfrm>
            <a:off x="76200" y="96574"/>
            <a:ext cx="2743200" cy="153458"/>
          </a:xfrm>
          <a:prstGeom prst="rect">
            <a:avLst/>
          </a:prstGeom>
        </p:spPr>
        <p:txBody>
          <a:bodyPr vert="horz" lIns="91440" tIns="45720" rIns="91440" bIns="45720" rtlCol="0" anchor="ctr"/>
          <a:lstStyle>
            <a:lvl1pPr algn="l" eaLnBrk="1" fontAlgn="auto" hangingPunct="1">
              <a:lnSpc>
                <a:spcPts val="1000"/>
              </a:lnSpc>
              <a:spcBef>
                <a:spcPts val="0"/>
              </a:spcBef>
              <a:spcAft>
                <a:spcPts val="0"/>
              </a:spcAft>
              <a:defRPr sz="833" baseline="0">
                <a:solidFill>
                  <a:prstClr val="white"/>
                </a:solidFill>
                <a:latin typeface="Arial Rounded MT Bold"/>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8416E0D1-78C9-3448-AA78-D4BB67067250}"/>
              </a:ext>
            </a:extLst>
          </p:cNvPr>
          <p:cNvSpPr>
            <a:spLocks noGrp="1"/>
          </p:cNvSpPr>
          <p:nvPr>
            <p:ph type="sldNum" sz="quarter" idx="4"/>
          </p:nvPr>
        </p:nvSpPr>
        <p:spPr>
          <a:xfrm>
            <a:off x="76200" y="504032"/>
            <a:ext cx="1385888" cy="194468"/>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FFFFFF"/>
                </a:solidFill>
                <a:latin typeface="Arial Rounded MT Bold" panose="020F0704030504030204" pitchFamily="34" charset="77"/>
              </a:defRPr>
            </a:lvl1pPr>
          </a:lstStyle>
          <a:p>
            <a:fld id="{7642F751-64A0-4341-A8B4-CB6DD3663BB9}" type="slidenum">
              <a:rPr lang="en-US" altLang="en-US"/>
              <a:pPr/>
              <a:t>‹#›</a:t>
            </a:fld>
            <a:endParaRPr lang="en-US" altLang="en-US"/>
          </a:p>
        </p:txBody>
      </p:sp>
      <p:sp>
        <p:nvSpPr>
          <p:cNvPr id="31" name="Rectangle 30">
            <a:extLst>
              <a:ext uri="{FF2B5EF4-FFF2-40B4-BE49-F238E27FC236}">
                <a16:creationId xmlns:a16="http://schemas.microsoft.com/office/drawing/2014/main" id="{7CA1FE00-AEE9-024C-8959-4F0320AAB92A}"/>
              </a:ext>
            </a:extLst>
          </p:cNvPr>
          <p:cNvSpPr/>
          <p:nvPr/>
        </p:nvSpPr>
        <p:spPr>
          <a:xfrm>
            <a:off x="0" y="0"/>
            <a:ext cx="9144000" cy="5715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sz="1500">
              <a:solidFill>
                <a:prstClr val="white"/>
              </a:solidFill>
            </a:endParaRPr>
          </a:p>
        </p:txBody>
      </p:sp>
    </p:spTree>
    <p:extLst>
      <p:ext uri="{BB962C8B-B14F-4D97-AF65-F5344CB8AC3E}">
        <p14:creationId xmlns:p14="http://schemas.microsoft.com/office/powerpoint/2010/main" val="2571758433"/>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Lst>
  <p:txStyles>
    <p:titleStyle>
      <a:lvl1pPr algn="l" rtl="0" eaLnBrk="0" fontAlgn="base" hangingPunct="0">
        <a:lnSpc>
          <a:spcPts val="4666"/>
        </a:lnSpc>
        <a:spcBef>
          <a:spcPct val="0"/>
        </a:spcBef>
        <a:spcAft>
          <a:spcPct val="0"/>
        </a:spcAft>
        <a:defRPr sz="3833" kern="1200">
          <a:solidFill>
            <a:schemeClr val="bg1"/>
          </a:solidFill>
          <a:latin typeface="+mj-lt"/>
          <a:ea typeface="ＭＳ Ｐゴシック" charset="0"/>
          <a:cs typeface="ＭＳ Ｐゴシック" charset="0"/>
        </a:defRPr>
      </a:lvl1pPr>
      <a:lvl2pPr algn="l" rtl="0" eaLnBrk="0" fontAlgn="base" hangingPunct="0">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2pPr>
      <a:lvl3pPr algn="l" rtl="0" eaLnBrk="0" fontAlgn="base" hangingPunct="0">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3pPr>
      <a:lvl4pPr algn="l" rtl="0" eaLnBrk="0" fontAlgn="base" hangingPunct="0">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4pPr>
      <a:lvl5pPr algn="l" rtl="0" eaLnBrk="0" fontAlgn="base" hangingPunct="0">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5pPr>
      <a:lvl6pPr marL="380985" algn="l" rtl="0" fontAlgn="base">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6pPr>
      <a:lvl7pPr marL="761970" algn="l" rtl="0" fontAlgn="base">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7pPr>
      <a:lvl8pPr marL="1142954" algn="l" rtl="0" fontAlgn="base">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8pPr>
      <a:lvl9pPr marL="1523939" algn="l" rtl="0" fontAlgn="base">
        <a:lnSpc>
          <a:spcPts val="4666"/>
        </a:lnSpc>
        <a:spcBef>
          <a:spcPct val="0"/>
        </a:spcBef>
        <a:spcAft>
          <a:spcPct val="0"/>
        </a:spcAft>
        <a:defRPr sz="3833">
          <a:solidFill>
            <a:schemeClr val="bg1"/>
          </a:solidFill>
          <a:latin typeface="Arial Rounded MT Bold" charset="0"/>
          <a:ea typeface="ＭＳ Ｐゴシック" charset="0"/>
          <a:cs typeface="ＭＳ Ｐゴシック" charset="0"/>
        </a:defRPr>
      </a:lvl9pPr>
    </p:titleStyle>
    <p:bodyStyle>
      <a:lvl1pPr marL="285739" indent="-285739" algn="l" rtl="0" eaLnBrk="0" fontAlgn="base" hangingPunct="0">
        <a:spcBef>
          <a:spcPct val="0"/>
        </a:spcBef>
        <a:spcAft>
          <a:spcPts val="1667"/>
        </a:spcAft>
        <a:buBlip>
          <a:blip r:embed="rId18"/>
        </a:buBlip>
        <a:defRPr sz="2000" kern="1200">
          <a:solidFill>
            <a:schemeClr val="bg1"/>
          </a:solidFill>
          <a:effectLst>
            <a:outerShdw blurRad="38100" dist="38100" dir="2700000" algn="tl">
              <a:srgbClr val="000000">
                <a:alpha val="43137"/>
              </a:srgbClr>
            </a:outerShdw>
          </a:effectLst>
          <a:latin typeface="+mn-lt"/>
          <a:ea typeface="ＭＳ Ｐゴシック" charset="0"/>
          <a:cs typeface="ＭＳ Ｐゴシック" charset="0"/>
        </a:defRPr>
      </a:lvl1pPr>
      <a:lvl2pPr marL="526500" indent="-235470" algn="l" rtl="0" eaLnBrk="0" fontAlgn="base" hangingPunct="0">
        <a:spcBef>
          <a:spcPct val="0"/>
        </a:spcBef>
        <a:spcAft>
          <a:spcPts val="833"/>
        </a:spcAft>
        <a:buBlip>
          <a:blip r:embed="rId18"/>
        </a:buBlip>
        <a:defRPr sz="1833" kern="1200">
          <a:solidFill>
            <a:schemeClr val="bg1"/>
          </a:solidFill>
          <a:effectLst>
            <a:outerShdw blurRad="38100" dist="38100" dir="2700000" algn="tl">
              <a:srgbClr val="000000">
                <a:alpha val="43137"/>
              </a:srgbClr>
            </a:outerShdw>
          </a:effectLst>
          <a:latin typeface="+mn-lt"/>
          <a:ea typeface="ＭＳ Ｐゴシック" charset="0"/>
          <a:cs typeface="+mn-cs"/>
        </a:defRPr>
      </a:lvl2pPr>
      <a:lvl3pPr marL="761970" indent="-235470" algn="l" rtl="0" eaLnBrk="0" fontAlgn="base" hangingPunct="0">
        <a:spcBef>
          <a:spcPct val="0"/>
        </a:spcBef>
        <a:spcAft>
          <a:spcPts val="833"/>
        </a:spcAft>
        <a:buBlip>
          <a:blip r:embed="rId18"/>
        </a:buBlip>
        <a:defRPr sz="1667" kern="1200">
          <a:solidFill>
            <a:schemeClr val="bg1"/>
          </a:solidFill>
          <a:effectLst>
            <a:outerShdw blurRad="38100" dist="38100" dir="2700000" algn="tl">
              <a:srgbClr val="000000">
                <a:alpha val="43137"/>
              </a:srgbClr>
            </a:outerShdw>
          </a:effectLst>
          <a:latin typeface="+mn-lt"/>
          <a:ea typeface="ＭＳ Ｐゴシック" charset="0"/>
          <a:cs typeface="+mn-cs"/>
        </a:defRPr>
      </a:lvl3pPr>
      <a:lvl4pPr marL="997439" indent="-235470" algn="l" rtl="0" eaLnBrk="0" fontAlgn="base" hangingPunct="0">
        <a:spcBef>
          <a:spcPct val="0"/>
        </a:spcBef>
        <a:spcAft>
          <a:spcPts val="833"/>
        </a:spcAft>
        <a:buBlip>
          <a:blip r:embed="rId18"/>
        </a:buBlip>
        <a:defRPr kern="1200">
          <a:solidFill>
            <a:schemeClr val="bg1"/>
          </a:solidFill>
          <a:effectLst>
            <a:outerShdw blurRad="38100" dist="38100" dir="2700000" algn="tl">
              <a:srgbClr val="000000">
                <a:alpha val="43137"/>
              </a:srgbClr>
            </a:outerShdw>
          </a:effectLst>
          <a:latin typeface="+mn-lt"/>
          <a:ea typeface="ＭＳ Ｐゴシック" charset="0"/>
          <a:cs typeface="+mn-cs"/>
        </a:defRPr>
      </a:lvl4pPr>
      <a:lvl5pPr marL="1243492" indent="-246053" algn="l" rtl="0" eaLnBrk="0" fontAlgn="base" hangingPunct="0">
        <a:spcBef>
          <a:spcPct val="0"/>
        </a:spcBef>
        <a:spcAft>
          <a:spcPts val="833"/>
        </a:spcAft>
        <a:buBlip>
          <a:blip r:embed="rId18"/>
        </a:buBlip>
        <a:defRPr kern="1200">
          <a:solidFill>
            <a:schemeClr val="bg1"/>
          </a:solidFill>
          <a:effectLst>
            <a:outerShdw blurRad="38100" dist="38100" dir="2700000" algn="tl">
              <a:srgbClr val="000000">
                <a:alpha val="43137"/>
              </a:srgbClr>
            </a:outerShdw>
          </a:effectLst>
          <a:latin typeface="+mn-lt"/>
          <a:ea typeface="ＭＳ Ｐゴシック" charset="0"/>
          <a:cs typeface="+mn-cs"/>
        </a:defRPr>
      </a:lvl5pPr>
      <a:lvl6pPr marL="1478962" indent="-240761" algn="l" defTabSz="761970" rtl="0" eaLnBrk="1" latinLnBrk="0" hangingPunct="1">
        <a:spcBef>
          <a:spcPts val="0"/>
        </a:spcBef>
        <a:spcAft>
          <a:spcPts val="500"/>
        </a:spcAft>
        <a:buFontTx/>
        <a:buBlip>
          <a:blip r:embed="rId18"/>
        </a:buBlip>
        <a:defRPr lang="en-US" sz="1500" kern="1200" dirty="0" smtClean="0">
          <a:solidFill>
            <a:schemeClr val="bg1"/>
          </a:solidFill>
          <a:effectLst>
            <a:outerShdw blurRad="38100" dist="38100" dir="2700000" algn="tl">
              <a:srgbClr val="000000">
                <a:alpha val="43137"/>
              </a:srgbClr>
            </a:outerShdw>
          </a:effectLst>
          <a:latin typeface="+mn-lt"/>
          <a:ea typeface="+mn-ea"/>
          <a:cs typeface="+mn-cs"/>
        </a:defRPr>
      </a:lvl6pPr>
      <a:lvl7pPr marL="1713109" indent="-240761" algn="l" defTabSz="761970" rtl="0" eaLnBrk="1" latinLnBrk="0" hangingPunct="1">
        <a:spcBef>
          <a:spcPts val="0"/>
        </a:spcBef>
        <a:spcAft>
          <a:spcPts val="500"/>
        </a:spcAft>
        <a:buFontTx/>
        <a:buBlip>
          <a:blip r:embed="rId18"/>
        </a:buBlip>
        <a:defRPr lang="en-US" sz="1500" kern="1200" dirty="0" smtClean="0">
          <a:solidFill>
            <a:schemeClr val="bg1"/>
          </a:solidFill>
          <a:effectLst>
            <a:outerShdw blurRad="38100" dist="38100" dir="2700000" algn="tl">
              <a:srgbClr val="000000">
                <a:alpha val="43137"/>
              </a:srgbClr>
            </a:outerShdw>
          </a:effectLst>
          <a:latin typeface="+mn-lt"/>
          <a:ea typeface="+mn-ea"/>
          <a:cs typeface="+mn-cs"/>
        </a:defRPr>
      </a:lvl7pPr>
      <a:lvl8pPr marL="1953870" indent="-240761" algn="l" defTabSz="761970" rtl="0" eaLnBrk="1" latinLnBrk="0" hangingPunct="1">
        <a:spcBef>
          <a:spcPts val="0"/>
        </a:spcBef>
        <a:spcAft>
          <a:spcPts val="500"/>
        </a:spcAft>
        <a:buFontTx/>
        <a:buBlip>
          <a:blip r:embed="rId18"/>
        </a:buBlip>
        <a:defRPr lang="en-US" sz="1500" kern="1200" dirty="0" smtClean="0">
          <a:solidFill>
            <a:schemeClr val="bg1"/>
          </a:solidFill>
          <a:effectLst>
            <a:outerShdw blurRad="38100" dist="38100" dir="2700000" algn="tl">
              <a:srgbClr val="000000">
                <a:alpha val="43137"/>
              </a:srgbClr>
            </a:outerShdw>
          </a:effectLst>
          <a:latin typeface="+mn-lt"/>
          <a:ea typeface="+mn-ea"/>
          <a:cs typeface="+mn-cs"/>
        </a:defRPr>
      </a:lvl8pPr>
      <a:lvl9pPr marL="2188017" indent="-240761" algn="l" defTabSz="761970" rtl="0" eaLnBrk="1" latinLnBrk="0" hangingPunct="1">
        <a:spcBef>
          <a:spcPts val="0"/>
        </a:spcBef>
        <a:spcAft>
          <a:spcPts val="500"/>
        </a:spcAft>
        <a:buFontTx/>
        <a:buBlip>
          <a:blip r:embed="rId18"/>
        </a:buBlip>
        <a:defRPr lang="en-US" sz="1500" kern="1200" dirty="0">
          <a:solidFill>
            <a:schemeClr val="bg1"/>
          </a:solidFill>
          <a:effectLst>
            <a:outerShdw blurRad="38100" dist="38100" dir="2700000" algn="tl">
              <a:srgbClr val="000000">
                <a:alpha val="43137"/>
              </a:srgbClr>
            </a:outerShdw>
          </a:effectLst>
          <a:latin typeface="+mn-lt"/>
          <a:ea typeface="+mn-ea"/>
          <a:cs typeface="+mn-cs"/>
        </a:defRPr>
      </a:lvl9pPr>
    </p:bodyStyle>
    <p:otherStyle>
      <a:defPPr>
        <a:defRPr/>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63"/>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1676E41-F29A-5744-92A6-A66E13FBE6B4}"/>
              </a:ext>
            </a:extLst>
          </p:cNvPr>
          <p:cNvSpPr>
            <a:spLocks noGrp="1" noChangeArrowheads="1"/>
          </p:cNvSpPr>
          <p:nvPr>
            <p:ph type="title"/>
          </p:nvPr>
        </p:nvSpPr>
        <p:spPr bwMode="auto">
          <a:xfrm>
            <a:off x="685800" y="508000"/>
            <a:ext cx="7772400" cy="952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a:extLst>
              <a:ext uri="{FF2B5EF4-FFF2-40B4-BE49-F238E27FC236}">
                <a16:creationId xmlns:a16="http://schemas.microsoft.com/office/drawing/2014/main" id="{A45A9493-9691-9D4B-804D-DBB5B333F135}"/>
              </a:ext>
            </a:extLst>
          </p:cNvPr>
          <p:cNvSpPr>
            <a:spLocks noGrp="1" noChangeArrowheads="1"/>
          </p:cNvSpPr>
          <p:nvPr>
            <p:ph type="body" idx="1"/>
          </p:nvPr>
        </p:nvSpPr>
        <p:spPr bwMode="auto">
          <a:xfrm>
            <a:off x="685800" y="1651000"/>
            <a:ext cx="7772400" cy="3429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a:extLst>
              <a:ext uri="{FF2B5EF4-FFF2-40B4-BE49-F238E27FC236}">
                <a16:creationId xmlns:a16="http://schemas.microsoft.com/office/drawing/2014/main" id="{BFBE52F3-11CC-2A4B-9BF6-E43541A1E3A8}"/>
              </a:ext>
            </a:extLst>
          </p:cNvPr>
          <p:cNvSpPr>
            <a:spLocks noGrp="1" noChangeArrowheads="1"/>
          </p:cNvSpPr>
          <p:nvPr>
            <p:ph type="dt" sz="half" idx="2"/>
          </p:nvPr>
        </p:nvSpPr>
        <p:spPr bwMode="auto">
          <a:xfrm>
            <a:off x="685800" y="5207000"/>
            <a:ext cx="1905000" cy="381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167">
                <a:solidFill>
                  <a:srgbClr val="FFFFFF"/>
                </a:solidFill>
                <a:latin typeface="Arial" charset="0"/>
                <a:ea typeface="ＭＳ Ｐゴシック" charset="0"/>
                <a:cs typeface="+mn-cs"/>
              </a:defRPr>
            </a:lvl1pPr>
          </a:lstStyle>
          <a:p>
            <a:pPr>
              <a:defRPr/>
            </a:pPr>
            <a:endParaRPr lang="en-US"/>
          </a:p>
        </p:txBody>
      </p:sp>
      <p:sp>
        <p:nvSpPr>
          <p:cNvPr id="1029" name="Rectangle 5">
            <a:extLst>
              <a:ext uri="{FF2B5EF4-FFF2-40B4-BE49-F238E27FC236}">
                <a16:creationId xmlns:a16="http://schemas.microsoft.com/office/drawing/2014/main" id="{24C75310-D8DF-B540-B50D-5645D1B02490}"/>
              </a:ext>
            </a:extLst>
          </p:cNvPr>
          <p:cNvSpPr>
            <a:spLocks noGrp="1" noChangeArrowheads="1"/>
          </p:cNvSpPr>
          <p:nvPr>
            <p:ph type="ftr" sz="quarter" idx="3"/>
          </p:nvPr>
        </p:nvSpPr>
        <p:spPr bwMode="auto">
          <a:xfrm>
            <a:off x="3124200" y="5207000"/>
            <a:ext cx="2895600" cy="381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a:defRPr sz="1167">
                <a:solidFill>
                  <a:srgbClr val="FFFFFF"/>
                </a:solidFill>
                <a:latin typeface="Arial" charset="0"/>
                <a:ea typeface="ＭＳ Ｐゴシック" charset="0"/>
                <a:cs typeface="+mn-cs"/>
              </a:defRPr>
            </a:lvl1pPr>
          </a:lstStyle>
          <a:p>
            <a:pPr>
              <a:defRPr/>
            </a:pPr>
            <a:endParaRPr lang="en-US"/>
          </a:p>
        </p:txBody>
      </p:sp>
      <p:sp>
        <p:nvSpPr>
          <p:cNvPr id="1030" name="Rectangle 6">
            <a:extLst>
              <a:ext uri="{FF2B5EF4-FFF2-40B4-BE49-F238E27FC236}">
                <a16:creationId xmlns:a16="http://schemas.microsoft.com/office/drawing/2014/main" id="{39CA35C9-EA6F-BF40-A8AA-D0F99997874C}"/>
              </a:ext>
            </a:extLst>
          </p:cNvPr>
          <p:cNvSpPr>
            <a:spLocks noGrp="1" noChangeArrowheads="1"/>
          </p:cNvSpPr>
          <p:nvPr>
            <p:ph type="sldNum" sz="quarter" idx="4"/>
          </p:nvPr>
        </p:nvSpPr>
        <p:spPr bwMode="auto">
          <a:xfrm>
            <a:off x="6553200" y="5207000"/>
            <a:ext cx="1905000" cy="381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167">
                <a:solidFill>
                  <a:srgbClr val="FFFFFF"/>
                </a:solidFill>
              </a:defRPr>
            </a:lvl1pPr>
          </a:lstStyle>
          <a:p>
            <a:fld id="{058C89AD-831D-7C4A-A70F-C5609FA2555D}" type="slidenum">
              <a:rPr lang="en-US" altLang="en-US"/>
              <a:pPr/>
              <a:t>‹#›</a:t>
            </a:fld>
            <a:endParaRPr lang="en-US" altLang="en-US"/>
          </a:p>
        </p:txBody>
      </p:sp>
    </p:spTree>
    <p:extLst>
      <p:ext uri="{BB962C8B-B14F-4D97-AF65-F5344CB8AC3E}">
        <p14:creationId xmlns:p14="http://schemas.microsoft.com/office/powerpoint/2010/main" val="3092800881"/>
      </p:ext>
    </p:extLst>
  </p:cSld>
  <p:clrMap bg1="dk2" tx1="lt1" bg2="dk1" tx2="lt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txStyles>
    <p:titleStyle>
      <a:lvl1pPr algn="ctr" rtl="0" eaLnBrk="0" fontAlgn="base" hangingPunct="0">
        <a:spcBef>
          <a:spcPct val="0"/>
        </a:spcBef>
        <a:spcAft>
          <a:spcPct val="0"/>
        </a:spcAft>
        <a:defRPr sz="3667">
          <a:solidFill>
            <a:schemeClr val="tx2"/>
          </a:solidFill>
          <a:latin typeface="+mj-lt"/>
          <a:ea typeface="+mj-ea"/>
          <a:cs typeface="ＭＳ Ｐゴシック" charset="0"/>
        </a:defRPr>
      </a:lvl1pPr>
      <a:lvl2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5pPr>
      <a:lvl6pPr marL="380985" algn="ctr" rtl="0" fontAlgn="base">
        <a:spcBef>
          <a:spcPct val="0"/>
        </a:spcBef>
        <a:spcAft>
          <a:spcPct val="0"/>
        </a:spcAft>
        <a:defRPr sz="3667">
          <a:solidFill>
            <a:schemeClr val="tx2"/>
          </a:solidFill>
          <a:latin typeface="Arial" charset="0"/>
          <a:ea typeface="ＭＳ Ｐゴシック" charset="0"/>
        </a:defRPr>
      </a:lvl6pPr>
      <a:lvl7pPr marL="761970" algn="ctr" rtl="0" fontAlgn="base">
        <a:spcBef>
          <a:spcPct val="0"/>
        </a:spcBef>
        <a:spcAft>
          <a:spcPct val="0"/>
        </a:spcAft>
        <a:defRPr sz="3667">
          <a:solidFill>
            <a:schemeClr val="tx2"/>
          </a:solidFill>
          <a:latin typeface="Arial" charset="0"/>
          <a:ea typeface="ＭＳ Ｐゴシック" charset="0"/>
        </a:defRPr>
      </a:lvl7pPr>
      <a:lvl8pPr marL="1142954" algn="ctr" rtl="0" fontAlgn="base">
        <a:spcBef>
          <a:spcPct val="0"/>
        </a:spcBef>
        <a:spcAft>
          <a:spcPct val="0"/>
        </a:spcAft>
        <a:defRPr sz="3667">
          <a:solidFill>
            <a:schemeClr val="tx2"/>
          </a:solidFill>
          <a:latin typeface="Arial" charset="0"/>
          <a:ea typeface="ＭＳ Ｐゴシック" charset="0"/>
        </a:defRPr>
      </a:lvl8pPr>
      <a:lvl9pPr marL="1523939" algn="ctr" rtl="0" fontAlgn="base">
        <a:spcBef>
          <a:spcPct val="0"/>
        </a:spcBef>
        <a:spcAft>
          <a:spcPct val="0"/>
        </a:spcAft>
        <a:defRPr sz="3667">
          <a:solidFill>
            <a:schemeClr val="tx2"/>
          </a:solidFill>
          <a:latin typeface="Arial" charset="0"/>
          <a:ea typeface="ＭＳ Ｐゴシック" charset="0"/>
        </a:defRPr>
      </a:lvl9pPr>
    </p:titleStyle>
    <p:bodyStyle>
      <a:lvl1pPr marL="285739" indent="-285739" algn="l" rtl="0" eaLnBrk="0" fontAlgn="base" hangingPunct="0">
        <a:spcBef>
          <a:spcPct val="20000"/>
        </a:spcBef>
        <a:spcAft>
          <a:spcPct val="0"/>
        </a:spcAft>
        <a:buChar char="•"/>
        <a:defRPr sz="2667">
          <a:solidFill>
            <a:schemeClr val="tx1"/>
          </a:solidFill>
          <a:latin typeface="+mn-lt"/>
          <a:ea typeface="+mn-ea"/>
          <a:cs typeface="ＭＳ Ｐゴシック" charset="0"/>
        </a:defRPr>
      </a:lvl1pPr>
      <a:lvl2pPr marL="619100" indent="-238115" algn="l" rtl="0" eaLnBrk="0" fontAlgn="base" hangingPunct="0">
        <a:spcBef>
          <a:spcPct val="20000"/>
        </a:spcBef>
        <a:spcAft>
          <a:spcPct val="0"/>
        </a:spcAft>
        <a:buChar char="–"/>
        <a:defRPr sz="2333">
          <a:solidFill>
            <a:schemeClr val="tx1"/>
          </a:solidFill>
          <a:latin typeface="+mn-lt"/>
          <a:ea typeface="+mn-ea"/>
        </a:defRPr>
      </a:lvl2pPr>
      <a:lvl3pPr marL="952462" indent="-190492" algn="l" rtl="0" eaLnBrk="0" fontAlgn="base" hangingPunct="0">
        <a:spcBef>
          <a:spcPct val="20000"/>
        </a:spcBef>
        <a:spcAft>
          <a:spcPct val="0"/>
        </a:spcAft>
        <a:buChar char="•"/>
        <a:defRPr sz="2000">
          <a:solidFill>
            <a:schemeClr val="tx1"/>
          </a:solidFill>
          <a:latin typeface="+mn-lt"/>
          <a:ea typeface="+mn-ea"/>
        </a:defRPr>
      </a:lvl3pPr>
      <a:lvl4pPr marL="1333447" indent="-190492" algn="l" rtl="0" eaLnBrk="0" fontAlgn="base" hangingPunct="0">
        <a:spcBef>
          <a:spcPct val="20000"/>
        </a:spcBef>
        <a:spcAft>
          <a:spcPct val="0"/>
        </a:spcAft>
        <a:buChar char="–"/>
        <a:defRPr sz="1667">
          <a:solidFill>
            <a:schemeClr val="tx1"/>
          </a:solidFill>
          <a:latin typeface="+mn-lt"/>
          <a:ea typeface="+mn-ea"/>
        </a:defRPr>
      </a:lvl4pPr>
      <a:lvl5pPr marL="1714431" indent="-190492" algn="l" rtl="0" eaLnBrk="0" fontAlgn="base" hangingPunct="0">
        <a:spcBef>
          <a:spcPct val="20000"/>
        </a:spcBef>
        <a:spcAft>
          <a:spcPct val="0"/>
        </a:spcAft>
        <a:buChar char="»"/>
        <a:defRPr sz="1667">
          <a:solidFill>
            <a:schemeClr val="tx1"/>
          </a:solidFill>
          <a:latin typeface="+mn-lt"/>
          <a:ea typeface="+mn-ea"/>
        </a:defRPr>
      </a:lvl5pPr>
      <a:lvl6pPr marL="2095416" indent="-190492" algn="l" rtl="0" fontAlgn="base">
        <a:spcBef>
          <a:spcPct val="20000"/>
        </a:spcBef>
        <a:spcAft>
          <a:spcPct val="0"/>
        </a:spcAft>
        <a:buChar char="»"/>
        <a:defRPr sz="1667">
          <a:solidFill>
            <a:schemeClr val="tx1"/>
          </a:solidFill>
          <a:latin typeface="+mn-lt"/>
          <a:ea typeface="+mn-ea"/>
        </a:defRPr>
      </a:lvl6pPr>
      <a:lvl7pPr marL="2476401" indent="-190492" algn="l" rtl="0" fontAlgn="base">
        <a:spcBef>
          <a:spcPct val="20000"/>
        </a:spcBef>
        <a:spcAft>
          <a:spcPct val="0"/>
        </a:spcAft>
        <a:buChar char="»"/>
        <a:defRPr sz="1667">
          <a:solidFill>
            <a:schemeClr val="tx1"/>
          </a:solidFill>
          <a:latin typeface="+mn-lt"/>
          <a:ea typeface="+mn-ea"/>
        </a:defRPr>
      </a:lvl7pPr>
      <a:lvl8pPr marL="2857386" indent="-190492" algn="l" rtl="0" fontAlgn="base">
        <a:spcBef>
          <a:spcPct val="20000"/>
        </a:spcBef>
        <a:spcAft>
          <a:spcPct val="0"/>
        </a:spcAft>
        <a:buChar char="»"/>
        <a:defRPr sz="1667">
          <a:solidFill>
            <a:schemeClr val="tx1"/>
          </a:solidFill>
          <a:latin typeface="+mn-lt"/>
          <a:ea typeface="+mn-ea"/>
        </a:defRPr>
      </a:lvl8pPr>
      <a:lvl9pPr marL="3238370" indent="-190492" algn="l" rtl="0" fontAlgn="base">
        <a:spcBef>
          <a:spcPct val="20000"/>
        </a:spcBef>
        <a:spcAft>
          <a:spcPct val="0"/>
        </a:spcAft>
        <a:buChar char="»"/>
        <a:defRPr sz="1667">
          <a:solidFill>
            <a:schemeClr val="tx1"/>
          </a:solidFill>
          <a:latin typeface="+mn-lt"/>
          <a:ea typeface="+mn-ea"/>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63"/>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9856E5-2849-2345-8F6F-E9FA1C2F0F6F}"/>
              </a:ext>
            </a:extLst>
          </p:cNvPr>
          <p:cNvSpPr>
            <a:spLocks noGrp="1" noChangeArrowheads="1"/>
          </p:cNvSpPr>
          <p:nvPr>
            <p:ph type="title"/>
          </p:nvPr>
        </p:nvSpPr>
        <p:spPr bwMode="auto">
          <a:xfrm>
            <a:off x="685800" y="508000"/>
            <a:ext cx="77724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9BABCEA-DF01-CF4D-8101-19E18B2ACE4C}"/>
              </a:ext>
            </a:extLst>
          </p:cNvPr>
          <p:cNvSpPr>
            <a:spLocks noGrp="1" noChangeArrowheads="1"/>
          </p:cNvSpPr>
          <p:nvPr>
            <p:ph type="body" idx="1"/>
          </p:nvPr>
        </p:nvSpPr>
        <p:spPr bwMode="auto">
          <a:xfrm>
            <a:off x="685800" y="1651000"/>
            <a:ext cx="7772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7668A07E-F123-D14D-AE09-058CE2C50D23}"/>
              </a:ext>
            </a:extLst>
          </p:cNvPr>
          <p:cNvSpPr>
            <a:spLocks noGrp="1" noChangeArrowheads="1"/>
          </p:cNvSpPr>
          <p:nvPr>
            <p:ph type="dt" sz="half" idx="2"/>
          </p:nvPr>
        </p:nvSpPr>
        <p:spPr bwMode="auto">
          <a:xfrm>
            <a:off x="685800" y="520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972">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CBF34CDD-56CE-0946-B645-DA95FCACBB11}"/>
              </a:ext>
            </a:extLst>
          </p:cNvPr>
          <p:cNvSpPr>
            <a:spLocks noGrp="1" noChangeArrowheads="1"/>
          </p:cNvSpPr>
          <p:nvPr>
            <p:ph type="ftr" sz="quarter" idx="3"/>
          </p:nvPr>
        </p:nvSpPr>
        <p:spPr bwMode="auto">
          <a:xfrm>
            <a:off x="3124200" y="5207000"/>
            <a:ext cx="2895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972">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FDA51F49-A0F1-7F4A-B5DA-757A4632D2CE}"/>
              </a:ext>
            </a:extLst>
          </p:cNvPr>
          <p:cNvSpPr>
            <a:spLocks noGrp="1" noChangeArrowheads="1"/>
          </p:cNvSpPr>
          <p:nvPr>
            <p:ph type="sldNum" sz="quarter" idx="4"/>
          </p:nvPr>
        </p:nvSpPr>
        <p:spPr bwMode="auto">
          <a:xfrm>
            <a:off x="6553200" y="520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72"/>
            </a:lvl1pPr>
          </a:lstStyle>
          <a:p>
            <a:fld id="{1F950CAD-8AAB-F24C-BA93-BF298F715366}" type="slidenum">
              <a:rPr lang="en-US" altLang="en-US"/>
              <a:pPr/>
              <a:t>‹#›</a:t>
            </a:fld>
            <a:endParaRPr lang="en-US" altLang="en-US"/>
          </a:p>
        </p:txBody>
      </p:sp>
    </p:spTree>
    <p:extLst>
      <p:ext uri="{BB962C8B-B14F-4D97-AF65-F5344CB8AC3E}">
        <p14:creationId xmlns:p14="http://schemas.microsoft.com/office/powerpoint/2010/main" val="1630073948"/>
      </p:ext>
    </p:extLst>
  </p:cSld>
  <p:clrMap bg1="dk2" tx1="lt1" bg2="dk1" tx2="lt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ctr" rtl="0" eaLnBrk="0" fontAlgn="base" hangingPunct="0">
        <a:spcBef>
          <a:spcPct val="0"/>
        </a:spcBef>
        <a:spcAft>
          <a:spcPct val="0"/>
        </a:spcAft>
        <a:defRPr sz="3056">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3056">
          <a:solidFill>
            <a:schemeClr val="tx2"/>
          </a:solidFill>
          <a:latin typeface="Arial" pitchFamily="-110" charset="0"/>
          <a:ea typeface="ＭＳ Ｐゴシック" charset="-128"/>
          <a:cs typeface="ＭＳ Ｐゴシック" charset="-128"/>
        </a:defRPr>
      </a:lvl2pPr>
      <a:lvl3pPr algn="ctr" rtl="0" eaLnBrk="0" fontAlgn="base" hangingPunct="0">
        <a:spcBef>
          <a:spcPct val="0"/>
        </a:spcBef>
        <a:spcAft>
          <a:spcPct val="0"/>
        </a:spcAft>
        <a:defRPr sz="3056">
          <a:solidFill>
            <a:schemeClr val="tx2"/>
          </a:solidFill>
          <a:latin typeface="Arial" pitchFamily="-110" charset="0"/>
          <a:ea typeface="ＭＳ Ｐゴシック" charset="-128"/>
          <a:cs typeface="ＭＳ Ｐゴシック" charset="-128"/>
        </a:defRPr>
      </a:lvl3pPr>
      <a:lvl4pPr algn="ctr" rtl="0" eaLnBrk="0" fontAlgn="base" hangingPunct="0">
        <a:spcBef>
          <a:spcPct val="0"/>
        </a:spcBef>
        <a:spcAft>
          <a:spcPct val="0"/>
        </a:spcAft>
        <a:defRPr sz="3056">
          <a:solidFill>
            <a:schemeClr val="tx2"/>
          </a:solidFill>
          <a:latin typeface="Arial" pitchFamily="-110" charset="0"/>
          <a:ea typeface="ＭＳ Ｐゴシック" charset="-128"/>
          <a:cs typeface="ＭＳ Ｐゴシック" charset="-128"/>
        </a:defRPr>
      </a:lvl4pPr>
      <a:lvl5pPr algn="ctr" rtl="0" eaLnBrk="0" fontAlgn="base" hangingPunct="0">
        <a:spcBef>
          <a:spcPct val="0"/>
        </a:spcBef>
        <a:spcAft>
          <a:spcPct val="0"/>
        </a:spcAft>
        <a:defRPr sz="3056">
          <a:solidFill>
            <a:schemeClr val="tx2"/>
          </a:solidFill>
          <a:latin typeface="Arial" pitchFamily="-110" charset="0"/>
          <a:ea typeface="ＭＳ Ｐゴシック" charset="-128"/>
          <a:cs typeface="ＭＳ Ｐゴシック" charset="-128"/>
        </a:defRPr>
      </a:lvl5pPr>
      <a:lvl6pPr marL="317475" algn="ctr" rtl="0" fontAlgn="base">
        <a:spcBef>
          <a:spcPct val="0"/>
        </a:spcBef>
        <a:spcAft>
          <a:spcPct val="0"/>
        </a:spcAft>
        <a:defRPr sz="3056">
          <a:solidFill>
            <a:schemeClr val="tx2"/>
          </a:solidFill>
          <a:latin typeface="Arial" pitchFamily="-110" charset="0"/>
        </a:defRPr>
      </a:lvl6pPr>
      <a:lvl7pPr marL="634950" algn="ctr" rtl="0" fontAlgn="base">
        <a:spcBef>
          <a:spcPct val="0"/>
        </a:spcBef>
        <a:spcAft>
          <a:spcPct val="0"/>
        </a:spcAft>
        <a:defRPr sz="3056">
          <a:solidFill>
            <a:schemeClr val="tx2"/>
          </a:solidFill>
          <a:latin typeface="Arial" pitchFamily="-110" charset="0"/>
        </a:defRPr>
      </a:lvl7pPr>
      <a:lvl8pPr marL="952424" algn="ctr" rtl="0" fontAlgn="base">
        <a:spcBef>
          <a:spcPct val="0"/>
        </a:spcBef>
        <a:spcAft>
          <a:spcPct val="0"/>
        </a:spcAft>
        <a:defRPr sz="3056">
          <a:solidFill>
            <a:schemeClr val="tx2"/>
          </a:solidFill>
          <a:latin typeface="Arial" pitchFamily="-110" charset="0"/>
        </a:defRPr>
      </a:lvl8pPr>
      <a:lvl9pPr marL="1269898" algn="ctr" rtl="0" fontAlgn="base">
        <a:spcBef>
          <a:spcPct val="0"/>
        </a:spcBef>
        <a:spcAft>
          <a:spcPct val="0"/>
        </a:spcAft>
        <a:defRPr sz="3056">
          <a:solidFill>
            <a:schemeClr val="tx2"/>
          </a:solidFill>
          <a:latin typeface="Arial" pitchFamily="-110" charset="0"/>
        </a:defRPr>
      </a:lvl9pPr>
    </p:titleStyle>
    <p:bodyStyle>
      <a:lvl1pPr marL="238106" indent="-238106" algn="l" rtl="0" eaLnBrk="0" fontAlgn="base" hangingPunct="0">
        <a:spcBef>
          <a:spcPct val="20000"/>
        </a:spcBef>
        <a:spcAft>
          <a:spcPct val="0"/>
        </a:spcAft>
        <a:buChar char="•"/>
        <a:defRPr sz="2222">
          <a:solidFill>
            <a:schemeClr val="tx1"/>
          </a:solidFill>
          <a:latin typeface="+mn-lt"/>
          <a:ea typeface="ＭＳ Ｐゴシック" charset="-128"/>
          <a:cs typeface="ＭＳ Ｐゴシック" charset="-128"/>
        </a:defRPr>
      </a:lvl1pPr>
      <a:lvl2pPr marL="515896" indent="-198421" algn="l" rtl="0" eaLnBrk="0" fontAlgn="base" hangingPunct="0">
        <a:spcBef>
          <a:spcPct val="20000"/>
        </a:spcBef>
        <a:spcAft>
          <a:spcPct val="0"/>
        </a:spcAft>
        <a:buChar char="–"/>
        <a:defRPr sz="1944">
          <a:solidFill>
            <a:schemeClr val="tx1"/>
          </a:solidFill>
          <a:latin typeface="+mn-lt"/>
          <a:ea typeface="ＭＳ Ｐゴシック" pitchFamily="-110" charset="-128"/>
        </a:defRPr>
      </a:lvl2pPr>
      <a:lvl3pPr marL="793687" indent="-158737" algn="l" rtl="0" eaLnBrk="0" fontAlgn="base" hangingPunct="0">
        <a:spcBef>
          <a:spcPct val="20000"/>
        </a:spcBef>
        <a:spcAft>
          <a:spcPct val="0"/>
        </a:spcAft>
        <a:buChar char="•"/>
        <a:defRPr sz="1667">
          <a:solidFill>
            <a:schemeClr val="tx1"/>
          </a:solidFill>
          <a:latin typeface="+mn-lt"/>
          <a:ea typeface="ＭＳ Ｐゴシック" pitchFamily="-110" charset="-128"/>
        </a:defRPr>
      </a:lvl3pPr>
      <a:lvl4pPr marL="1111161" indent="-158737" algn="l" rtl="0" eaLnBrk="0" fontAlgn="base" hangingPunct="0">
        <a:spcBef>
          <a:spcPct val="20000"/>
        </a:spcBef>
        <a:spcAft>
          <a:spcPct val="0"/>
        </a:spcAft>
        <a:buChar char="–"/>
        <a:defRPr sz="1389">
          <a:solidFill>
            <a:schemeClr val="tx1"/>
          </a:solidFill>
          <a:latin typeface="+mn-lt"/>
          <a:ea typeface="ＭＳ Ｐゴシック" pitchFamily="-110" charset="-128"/>
        </a:defRPr>
      </a:lvl4pPr>
      <a:lvl5pPr marL="1428635" indent="-158737" algn="l" rtl="0" eaLnBrk="0" fontAlgn="base" hangingPunct="0">
        <a:spcBef>
          <a:spcPct val="20000"/>
        </a:spcBef>
        <a:spcAft>
          <a:spcPct val="0"/>
        </a:spcAft>
        <a:buChar char="»"/>
        <a:defRPr sz="1389">
          <a:solidFill>
            <a:schemeClr val="tx1"/>
          </a:solidFill>
          <a:latin typeface="+mn-lt"/>
          <a:ea typeface="ＭＳ Ｐゴシック" pitchFamily="-110" charset="-128"/>
        </a:defRPr>
      </a:lvl5pPr>
      <a:lvl6pPr marL="1746110" indent="-158737" algn="l" rtl="0" fontAlgn="base">
        <a:spcBef>
          <a:spcPct val="20000"/>
        </a:spcBef>
        <a:spcAft>
          <a:spcPct val="0"/>
        </a:spcAft>
        <a:buChar char="»"/>
        <a:defRPr sz="1389">
          <a:solidFill>
            <a:schemeClr val="tx1"/>
          </a:solidFill>
          <a:latin typeface="+mn-lt"/>
          <a:ea typeface="ＭＳ Ｐゴシック" pitchFamily="-110" charset="-128"/>
        </a:defRPr>
      </a:lvl6pPr>
      <a:lvl7pPr marL="2063585" indent="-158737" algn="l" rtl="0" fontAlgn="base">
        <a:spcBef>
          <a:spcPct val="20000"/>
        </a:spcBef>
        <a:spcAft>
          <a:spcPct val="0"/>
        </a:spcAft>
        <a:buChar char="»"/>
        <a:defRPr sz="1389">
          <a:solidFill>
            <a:schemeClr val="tx1"/>
          </a:solidFill>
          <a:latin typeface="+mn-lt"/>
          <a:ea typeface="ＭＳ Ｐゴシック" pitchFamily="-110" charset="-128"/>
        </a:defRPr>
      </a:lvl7pPr>
      <a:lvl8pPr marL="2381060" indent="-158737" algn="l" rtl="0" fontAlgn="base">
        <a:spcBef>
          <a:spcPct val="20000"/>
        </a:spcBef>
        <a:spcAft>
          <a:spcPct val="0"/>
        </a:spcAft>
        <a:buChar char="»"/>
        <a:defRPr sz="1389">
          <a:solidFill>
            <a:schemeClr val="tx1"/>
          </a:solidFill>
          <a:latin typeface="+mn-lt"/>
          <a:ea typeface="ＭＳ Ｐゴシック" pitchFamily="-110" charset="-128"/>
        </a:defRPr>
      </a:lvl8pPr>
      <a:lvl9pPr marL="2698534" indent="-158737" algn="l" rtl="0" fontAlgn="base">
        <a:spcBef>
          <a:spcPct val="20000"/>
        </a:spcBef>
        <a:spcAft>
          <a:spcPct val="0"/>
        </a:spcAft>
        <a:buChar char="»"/>
        <a:defRPr sz="1389">
          <a:solidFill>
            <a:schemeClr val="tx1"/>
          </a:solidFill>
          <a:latin typeface="+mn-lt"/>
          <a:ea typeface="ＭＳ Ｐゴシック" pitchFamily="-110" charset="-128"/>
        </a:defRPr>
      </a:lvl9pPr>
    </p:bodyStyle>
    <p:otherStyle>
      <a:defPPr>
        <a:defRPr lang="en-US"/>
      </a:defPPr>
      <a:lvl1pPr marL="0" algn="l" defTabSz="317475" rtl="0" eaLnBrk="1" latinLnBrk="0" hangingPunct="1">
        <a:defRPr sz="1250" kern="1200">
          <a:solidFill>
            <a:schemeClr val="tx1"/>
          </a:solidFill>
          <a:latin typeface="+mn-lt"/>
          <a:ea typeface="+mn-ea"/>
          <a:cs typeface="+mn-cs"/>
        </a:defRPr>
      </a:lvl1pPr>
      <a:lvl2pPr marL="317475" algn="l" defTabSz="317475" rtl="0" eaLnBrk="1" latinLnBrk="0" hangingPunct="1">
        <a:defRPr sz="1250" kern="1200">
          <a:solidFill>
            <a:schemeClr val="tx1"/>
          </a:solidFill>
          <a:latin typeface="+mn-lt"/>
          <a:ea typeface="+mn-ea"/>
          <a:cs typeface="+mn-cs"/>
        </a:defRPr>
      </a:lvl2pPr>
      <a:lvl3pPr marL="634950" algn="l" defTabSz="317475" rtl="0" eaLnBrk="1" latinLnBrk="0" hangingPunct="1">
        <a:defRPr sz="1250" kern="1200">
          <a:solidFill>
            <a:schemeClr val="tx1"/>
          </a:solidFill>
          <a:latin typeface="+mn-lt"/>
          <a:ea typeface="+mn-ea"/>
          <a:cs typeface="+mn-cs"/>
        </a:defRPr>
      </a:lvl3pPr>
      <a:lvl4pPr marL="952424" algn="l" defTabSz="317475" rtl="0" eaLnBrk="1" latinLnBrk="0" hangingPunct="1">
        <a:defRPr sz="1250" kern="1200">
          <a:solidFill>
            <a:schemeClr val="tx1"/>
          </a:solidFill>
          <a:latin typeface="+mn-lt"/>
          <a:ea typeface="+mn-ea"/>
          <a:cs typeface="+mn-cs"/>
        </a:defRPr>
      </a:lvl4pPr>
      <a:lvl5pPr marL="1269898" algn="l" defTabSz="317475" rtl="0" eaLnBrk="1" latinLnBrk="0" hangingPunct="1">
        <a:defRPr sz="1250" kern="1200">
          <a:solidFill>
            <a:schemeClr val="tx1"/>
          </a:solidFill>
          <a:latin typeface="+mn-lt"/>
          <a:ea typeface="+mn-ea"/>
          <a:cs typeface="+mn-cs"/>
        </a:defRPr>
      </a:lvl5pPr>
      <a:lvl6pPr marL="1587373" algn="l" defTabSz="317475" rtl="0" eaLnBrk="1" latinLnBrk="0" hangingPunct="1">
        <a:defRPr sz="1250" kern="1200">
          <a:solidFill>
            <a:schemeClr val="tx1"/>
          </a:solidFill>
          <a:latin typeface="+mn-lt"/>
          <a:ea typeface="+mn-ea"/>
          <a:cs typeface="+mn-cs"/>
        </a:defRPr>
      </a:lvl6pPr>
      <a:lvl7pPr marL="1904848" algn="l" defTabSz="317475" rtl="0" eaLnBrk="1" latinLnBrk="0" hangingPunct="1">
        <a:defRPr sz="1250" kern="1200">
          <a:solidFill>
            <a:schemeClr val="tx1"/>
          </a:solidFill>
          <a:latin typeface="+mn-lt"/>
          <a:ea typeface="+mn-ea"/>
          <a:cs typeface="+mn-cs"/>
        </a:defRPr>
      </a:lvl7pPr>
      <a:lvl8pPr marL="2222322" algn="l" defTabSz="317475" rtl="0" eaLnBrk="1" latinLnBrk="0" hangingPunct="1">
        <a:defRPr sz="1250" kern="1200">
          <a:solidFill>
            <a:schemeClr val="tx1"/>
          </a:solidFill>
          <a:latin typeface="+mn-lt"/>
          <a:ea typeface="+mn-ea"/>
          <a:cs typeface="+mn-cs"/>
        </a:defRPr>
      </a:lvl8pPr>
      <a:lvl9pPr marL="2539797" algn="l" defTabSz="317475" rtl="0" eaLnBrk="1" latinLnBrk="0" hangingPunct="1">
        <a:defRPr sz="12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6.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3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31.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26.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26.xml"/><Relationship Id="rId6" Type="http://schemas.openxmlformats.org/officeDocument/2006/relationships/image" Target="../media/image33.png"/><Relationship Id="rId5" Type="http://schemas.openxmlformats.org/officeDocument/2006/relationships/image" Target="../media/image32.jpeg"/><Relationship Id="rId4"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26.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26.xml"/><Relationship Id="rId5" Type="http://schemas.openxmlformats.org/officeDocument/2006/relationships/image" Target="../media/image38.png"/><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26.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1.xml"/><Relationship Id="rId1" Type="http://schemas.openxmlformats.org/officeDocument/2006/relationships/slideLayout" Target="../slideLayouts/slideLayout26.xml"/><Relationship Id="rId6" Type="http://schemas.openxmlformats.org/officeDocument/2006/relationships/image" Target="../media/image44.gif"/><Relationship Id="rId5" Type="http://schemas.openxmlformats.org/officeDocument/2006/relationships/image" Target="../media/image43.jpeg"/><Relationship Id="rId4" Type="http://schemas.openxmlformats.org/officeDocument/2006/relationships/image" Target="../media/image42.jpe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2.xml"/><Relationship Id="rId1" Type="http://schemas.openxmlformats.org/officeDocument/2006/relationships/vmlDrawing" Target="../drawings/vmlDrawing1.vml"/><Relationship Id="rId5" Type="http://schemas.openxmlformats.org/officeDocument/2006/relationships/image" Target="../media/image46.e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2.xml"/><Relationship Id="rId1" Type="http://schemas.openxmlformats.org/officeDocument/2006/relationships/vmlDrawing" Target="../drawings/vmlDrawing2.vml"/><Relationship Id="rId5" Type="http://schemas.openxmlformats.org/officeDocument/2006/relationships/image" Target="../media/image46.emf"/><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47.emf"/><Relationship Id="rId2" Type="http://schemas.openxmlformats.org/officeDocument/2006/relationships/slideLayout" Target="../slideLayouts/slideLayout62.xml"/><Relationship Id="rId1" Type="http://schemas.openxmlformats.org/officeDocument/2006/relationships/vmlDrawing" Target="../drawings/vmlDrawing3.vml"/><Relationship Id="rId6" Type="http://schemas.openxmlformats.org/officeDocument/2006/relationships/oleObject" Target="../embeddings/oleObject2.bin"/><Relationship Id="rId5" Type="http://schemas.openxmlformats.org/officeDocument/2006/relationships/image" Target="../media/image46.e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47.emf"/><Relationship Id="rId2" Type="http://schemas.openxmlformats.org/officeDocument/2006/relationships/slideLayout" Target="../slideLayouts/slideLayout62.xml"/><Relationship Id="rId1" Type="http://schemas.openxmlformats.org/officeDocument/2006/relationships/vmlDrawing" Target="../drawings/vmlDrawing4.vml"/><Relationship Id="rId6" Type="http://schemas.openxmlformats.org/officeDocument/2006/relationships/oleObject" Target="../embeddings/oleObject2.bin"/><Relationship Id="rId5" Type="http://schemas.openxmlformats.org/officeDocument/2006/relationships/image" Target="../media/image46.emf"/><Relationship Id="rId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9.xml"/><Relationship Id="rId7" Type="http://schemas.openxmlformats.org/officeDocument/2006/relationships/image" Target="../media/image47.emf"/><Relationship Id="rId2" Type="http://schemas.openxmlformats.org/officeDocument/2006/relationships/slideLayout" Target="../slideLayouts/slideLayout62.xml"/><Relationship Id="rId1" Type="http://schemas.openxmlformats.org/officeDocument/2006/relationships/vmlDrawing" Target="../drawings/vmlDrawing5.vml"/><Relationship Id="rId6" Type="http://schemas.openxmlformats.org/officeDocument/2006/relationships/oleObject" Target="../embeddings/oleObject2.bin"/><Relationship Id="rId5" Type="http://schemas.openxmlformats.org/officeDocument/2006/relationships/image" Target="../media/image46.emf"/><Relationship Id="rId4" Type="http://schemas.openxmlformats.org/officeDocument/2006/relationships/oleObject" Target="../embeddings/oleObject1.bin"/><Relationship Id="rId9" Type="http://schemas.openxmlformats.org/officeDocument/2006/relationships/image" Target="../media/image48.e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0.xml"/><Relationship Id="rId7" Type="http://schemas.openxmlformats.org/officeDocument/2006/relationships/image" Target="../media/image47.emf"/><Relationship Id="rId2" Type="http://schemas.openxmlformats.org/officeDocument/2006/relationships/slideLayout" Target="../slideLayouts/slideLayout62.xml"/><Relationship Id="rId1" Type="http://schemas.openxmlformats.org/officeDocument/2006/relationships/vmlDrawing" Target="../drawings/vmlDrawing6.vml"/><Relationship Id="rId6" Type="http://schemas.openxmlformats.org/officeDocument/2006/relationships/oleObject" Target="../embeddings/oleObject2.bin"/><Relationship Id="rId5" Type="http://schemas.openxmlformats.org/officeDocument/2006/relationships/image" Target="../media/image46.emf"/><Relationship Id="rId4" Type="http://schemas.openxmlformats.org/officeDocument/2006/relationships/oleObject" Target="../embeddings/oleObject1.bin"/><Relationship Id="rId9" Type="http://schemas.openxmlformats.org/officeDocument/2006/relationships/image" Target="../media/image48.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1.xml"/><Relationship Id="rId7" Type="http://schemas.openxmlformats.org/officeDocument/2006/relationships/image" Target="../media/image47.emf"/><Relationship Id="rId2" Type="http://schemas.openxmlformats.org/officeDocument/2006/relationships/slideLayout" Target="../slideLayouts/slideLayout62.xml"/><Relationship Id="rId1" Type="http://schemas.openxmlformats.org/officeDocument/2006/relationships/vmlDrawing" Target="../drawings/vmlDrawing7.vml"/><Relationship Id="rId6" Type="http://schemas.openxmlformats.org/officeDocument/2006/relationships/oleObject" Target="../embeddings/oleObject2.bin"/><Relationship Id="rId11" Type="http://schemas.openxmlformats.org/officeDocument/2006/relationships/image" Target="../media/image49.emf"/><Relationship Id="rId5" Type="http://schemas.openxmlformats.org/officeDocument/2006/relationships/image" Target="../media/image46.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8.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2.xml"/><Relationship Id="rId7" Type="http://schemas.openxmlformats.org/officeDocument/2006/relationships/image" Target="../media/image47.emf"/><Relationship Id="rId2" Type="http://schemas.openxmlformats.org/officeDocument/2006/relationships/slideLayout" Target="../slideLayouts/slideLayout62.xml"/><Relationship Id="rId1" Type="http://schemas.openxmlformats.org/officeDocument/2006/relationships/vmlDrawing" Target="../drawings/vmlDrawing8.vml"/><Relationship Id="rId6" Type="http://schemas.openxmlformats.org/officeDocument/2006/relationships/oleObject" Target="../embeddings/oleObject2.bin"/><Relationship Id="rId11" Type="http://schemas.openxmlformats.org/officeDocument/2006/relationships/image" Target="../media/image49.emf"/><Relationship Id="rId5" Type="http://schemas.openxmlformats.org/officeDocument/2006/relationships/image" Target="../media/image46.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8.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0.emf"/><Relationship Id="rId3" Type="http://schemas.openxmlformats.org/officeDocument/2006/relationships/notesSlide" Target="../notesSlides/notesSlide33.xml"/><Relationship Id="rId7" Type="http://schemas.openxmlformats.org/officeDocument/2006/relationships/image" Target="../media/image47.emf"/><Relationship Id="rId12" Type="http://schemas.openxmlformats.org/officeDocument/2006/relationships/oleObject" Target="../embeddings/oleObject5.bin"/><Relationship Id="rId2" Type="http://schemas.openxmlformats.org/officeDocument/2006/relationships/slideLayout" Target="../slideLayouts/slideLayout62.xml"/><Relationship Id="rId1" Type="http://schemas.openxmlformats.org/officeDocument/2006/relationships/vmlDrawing" Target="../drawings/vmlDrawing9.vml"/><Relationship Id="rId6" Type="http://schemas.openxmlformats.org/officeDocument/2006/relationships/oleObject" Target="../embeddings/oleObject2.bin"/><Relationship Id="rId11" Type="http://schemas.openxmlformats.org/officeDocument/2006/relationships/image" Target="../media/image49.emf"/><Relationship Id="rId5" Type="http://schemas.openxmlformats.org/officeDocument/2006/relationships/image" Target="../media/image46.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8.e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0.emf"/><Relationship Id="rId3" Type="http://schemas.openxmlformats.org/officeDocument/2006/relationships/notesSlide" Target="../notesSlides/notesSlide34.xml"/><Relationship Id="rId7" Type="http://schemas.openxmlformats.org/officeDocument/2006/relationships/image" Target="../media/image47.emf"/><Relationship Id="rId12" Type="http://schemas.openxmlformats.org/officeDocument/2006/relationships/oleObject" Target="../embeddings/oleObject5.bin"/><Relationship Id="rId2" Type="http://schemas.openxmlformats.org/officeDocument/2006/relationships/slideLayout" Target="../slideLayouts/slideLayout62.xml"/><Relationship Id="rId1" Type="http://schemas.openxmlformats.org/officeDocument/2006/relationships/vmlDrawing" Target="../drawings/vmlDrawing10.vml"/><Relationship Id="rId6" Type="http://schemas.openxmlformats.org/officeDocument/2006/relationships/oleObject" Target="../embeddings/oleObject2.bin"/><Relationship Id="rId11" Type="http://schemas.openxmlformats.org/officeDocument/2006/relationships/image" Target="../media/image49.emf"/><Relationship Id="rId5" Type="http://schemas.openxmlformats.org/officeDocument/2006/relationships/image" Target="../media/image46.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8.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50.emf"/><Relationship Id="rId3" Type="http://schemas.openxmlformats.org/officeDocument/2006/relationships/notesSlide" Target="../notesSlides/notesSlide35.xml"/><Relationship Id="rId7" Type="http://schemas.openxmlformats.org/officeDocument/2006/relationships/image" Target="../media/image48.emf"/><Relationship Id="rId12" Type="http://schemas.openxmlformats.org/officeDocument/2006/relationships/oleObject" Target="../embeddings/oleObject10.bin"/><Relationship Id="rId2" Type="http://schemas.openxmlformats.org/officeDocument/2006/relationships/slideLayout" Target="../slideLayouts/slideLayout62.xml"/><Relationship Id="rId1" Type="http://schemas.openxmlformats.org/officeDocument/2006/relationships/vmlDrawing" Target="../drawings/vmlDrawing11.vml"/><Relationship Id="rId6" Type="http://schemas.openxmlformats.org/officeDocument/2006/relationships/oleObject" Target="../embeddings/oleObject7.bin"/><Relationship Id="rId11" Type="http://schemas.openxmlformats.org/officeDocument/2006/relationships/image" Target="../media/image49.emf"/><Relationship Id="rId5" Type="http://schemas.openxmlformats.org/officeDocument/2006/relationships/image" Target="../media/image51.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52.emf"/></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26.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26.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8.xml"/><Relationship Id="rId1" Type="http://schemas.openxmlformats.org/officeDocument/2006/relationships/slideLayout" Target="../slideLayouts/slideLayout51.xml"/><Relationship Id="rId5" Type="http://schemas.openxmlformats.org/officeDocument/2006/relationships/image" Target="../media/image66.jpeg"/><Relationship Id="rId4" Type="http://schemas.openxmlformats.org/officeDocument/2006/relationships/image" Target="../media/image65.jpeg"/></Relationships>
</file>

<file path=ppt/slides/_rels/slide4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9.xml"/><Relationship Id="rId1" Type="http://schemas.openxmlformats.org/officeDocument/2006/relationships/slideLayout" Target="../slideLayouts/slideLayout51.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_rels/slide43.xml.rels><?xml version="1.0" encoding="UTF-8" standalone="yes"?>
<Relationships xmlns="http://schemas.openxmlformats.org/package/2006/relationships"><Relationship Id="rId3" Type="http://schemas.openxmlformats.org/officeDocument/2006/relationships/image" Target="../media/image67.jpeg"/><Relationship Id="rId7" Type="http://schemas.openxmlformats.org/officeDocument/2006/relationships/image" Target="../media/image66.jpeg"/><Relationship Id="rId2" Type="http://schemas.openxmlformats.org/officeDocument/2006/relationships/notesSlide" Target="../notesSlides/notesSlide40.xml"/><Relationship Id="rId1" Type="http://schemas.openxmlformats.org/officeDocument/2006/relationships/slideLayout" Target="../slideLayouts/slideLayout51.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8.jpeg"/></Relationships>
</file>

<file path=ppt/slides/_rels/slide44.xml.rels><?xml version="1.0" encoding="UTF-8" standalone="yes"?>
<Relationships xmlns="http://schemas.openxmlformats.org/package/2006/relationships"><Relationship Id="rId8" Type="http://schemas.openxmlformats.org/officeDocument/2006/relationships/image" Target="../media/image66.jpeg"/><Relationship Id="rId3" Type="http://schemas.openxmlformats.org/officeDocument/2006/relationships/image" Target="../media/image67.jpeg"/><Relationship Id="rId7" Type="http://schemas.openxmlformats.org/officeDocument/2006/relationships/image" Target="../media/image65.jpeg"/><Relationship Id="rId2" Type="http://schemas.openxmlformats.org/officeDocument/2006/relationships/notesSlide" Target="../notesSlides/notesSlide41.xml"/><Relationship Id="rId1" Type="http://schemas.openxmlformats.org/officeDocument/2006/relationships/slideLayout" Target="../slideLayouts/slideLayout51.xml"/><Relationship Id="rId6" Type="http://schemas.openxmlformats.org/officeDocument/2006/relationships/image" Target="../media/image64.jpeg"/><Relationship Id="rId5" Type="http://schemas.openxmlformats.org/officeDocument/2006/relationships/image" Target="../media/image69.jpeg"/><Relationship Id="rId4" Type="http://schemas.openxmlformats.org/officeDocument/2006/relationships/image" Target="../media/image68.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7.xml"/><Relationship Id="rId1" Type="http://schemas.openxmlformats.org/officeDocument/2006/relationships/slideLayout" Target="../slideLayouts/slideLayout31.xml"/><Relationship Id="rId4" Type="http://schemas.openxmlformats.org/officeDocument/2006/relationships/image" Target="../media/image71.jpeg"/></Relationships>
</file>

<file path=ppt/slides/_rels/slide51.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8.xml"/><Relationship Id="rId1" Type="http://schemas.openxmlformats.org/officeDocument/2006/relationships/slideLayout" Target="../slideLayouts/slideLayout26.xml"/><Relationship Id="rId4" Type="http://schemas.openxmlformats.org/officeDocument/2006/relationships/image" Target="../media/image71.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3.xml"/><Relationship Id="rId1" Type="http://schemas.openxmlformats.org/officeDocument/2006/relationships/slideLayout" Target="../slideLayouts/slideLayout31.xml"/><Relationship Id="rId5" Type="http://schemas.openxmlformats.org/officeDocument/2006/relationships/image" Target="../media/image75.jpeg"/><Relationship Id="rId4" Type="http://schemas.openxmlformats.org/officeDocument/2006/relationships/image" Target="../media/image74.jpeg"/></Relationships>
</file>

<file path=ppt/slides/_rels/slide5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4.xml"/><Relationship Id="rId1" Type="http://schemas.openxmlformats.org/officeDocument/2006/relationships/slideLayout" Target="../slideLayouts/slideLayout31.xml"/><Relationship Id="rId5" Type="http://schemas.openxmlformats.org/officeDocument/2006/relationships/image" Target="../media/image75.jpeg"/><Relationship Id="rId4" Type="http://schemas.openxmlformats.org/officeDocument/2006/relationships/image" Target="../media/image74.jpeg"/></Relationships>
</file>

<file path=ppt/slides/_rels/slide5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5.xml"/><Relationship Id="rId1" Type="http://schemas.openxmlformats.org/officeDocument/2006/relationships/slideLayout" Target="../slideLayouts/slideLayout31.xml"/><Relationship Id="rId5" Type="http://schemas.openxmlformats.org/officeDocument/2006/relationships/image" Target="../media/image75.jpeg"/><Relationship Id="rId4" Type="http://schemas.openxmlformats.org/officeDocument/2006/relationships/image" Target="../media/image74.jpeg"/></Relationships>
</file>

<file path=ppt/slides/_rels/slide5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6.xml"/><Relationship Id="rId1" Type="http://schemas.openxmlformats.org/officeDocument/2006/relationships/slideLayout" Target="../slideLayouts/slideLayout31.xml"/><Relationship Id="rId5" Type="http://schemas.openxmlformats.org/officeDocument/2006/relationships/image" Target="../media/image75.jpeg"/><Relationship Id="rId4" Type="http://schemas.openxmlformats.org/officeDocument/2006/relationships/image" Target="../media/image74.jpeg"/></Relationships>
</file>

<file path=ppt/slides/_rels/slide6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7.xml"/><Relationship Id="rId1" Type="http://schemas.openxmlformats.org/officeDocument/2006/relationships/slideLayout" Target="../slideLayouts/slideLayout31.xml"/><Relationship Id="rId5" Type="http://schemas.openxmlformats.org/officeDocument/2006/relationships/image" Target="../media/image75.jpeg"/><Relationship Id="rId4" Type="http://schemas.openxmlformats.org/officeDocument/2006/relationships/image" Target="../media/image74.jpeg"/></Relationships>
</file>

<file path=ppt/slides/_rels/slide6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8.xml"/><Relationship Id="rId1" Type="http://schemas.openxmlformats.org/officeDocument/2006/relationships/slideLayout" Target="../slideLayouts/slideLayout31.xml"/><Relationship Id="rId4" Type="http://schemas.openxmlformats.org/officeDocument/2006/relationships/image" Target="../media/image74.jpeg"/></Relationships>
</file>

<file path=ppt/slides/_rels/slide6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9.xml"/><Relationship Id="rId1" Type="http://schemas.openxmlformats.org/officeDocument/2006/relationships/slideLayout" Target="../slideLayouts/slideLayout31.xml"/><Relationship Id="rId4" Type="http://schemas.openxmlformats.org/officeDocument/2006/relationships/image" Target="../media/image74.jpeg"/></Relationships>
</file>

<file path=ppt/slides/_rels/slide6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7.png"/><Relationship Id="rId1" Type="http://schemas.openxmlformats.org/officeDocument/2006/relationships/slideLayout" Target="../slideLayouts/slideLayout36.xml"/><Relationship Id="rId5" Type="http://schemas.openxmlformats.org/officeDocument/2006/relationships/image" Target="../media/image77.png"/><Relationship Id="rId4" Type="http://schemas.openxmlformats.org/officeDocument/2006/relationships/image" Target="../media/image61.png"/></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55.png"/><Relationship Id="rId1" Type="http://schemas.openxmlformats.org/officeDocument/2006/relationships/slideLayout" Target="../slideLayouts/slideLayout37.xml"/><Relationship Id="rId4" Type="http://schemas.openxmlformats.org/officeDocument/2006/relationships/image" Target="../media/image79.png"/></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80.png"/><Relationship Id="rId2" Type="http://schemas.openxmlformats.org/officeDocument/2006/relationships/notesSlide" Target="../notesSlides/notesSlide61.xml"/><Relationship Id="rId1" Type="http://schemas.openxmlformats.org/officeDocument/2006/relationships/slideLayout" Target="../slideLayouts/slideLayout37.xml"/><Relationship Id="rId6" Type="http://schemas.openxmlformats.org/officeDocument/2006/relationships/image" Target="../media/image60.png"/><Relationship Id="rId5" Type="http://schemas.openxmlformats.org/officeDocument/2006/relationships/image" Target="../media/image56.png"/><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7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2.xml"/><Relationship Id="rId1" Type="http://schemas.openxmlformats.org/officeDocument/2006/relationships/slideLayout" Target="../slideLayouts/slideLayout37.xml"/></Relationships>
</file>

<file path=ppt/slides/_rels/slide7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7.xml"/></Relationships>
</file>

<file path=ppt/slides/_rels/slide7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57.png"/><Relationship Id="rId1" Type="http://schemas.openxmlformats.org/officeDocument/2006/relationships/slideLayout" Target="../slideLayouts/slideLayout37.xml"/></Relationships>
</file>

<file path=ppt/slides/_rels/slide7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3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6.xml"/><Relationship Id="rId1" Type="http://schemas.openxmlformats.org/officeDocument/2006/relationships/slideLayout" Target="../slideLayouts/slideLayout31.xml"/></Relationships>
</file>

<file path=ppt/slides/_rels/slide7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7.xml"/><Relationship Id="rId1" Type="http://schemas.openxmlformats.org/officeDocument/2006/relationships/slideLayout" Target="../slideLayouts/slideLayout31.xml"/></Relationships>
</file>

<file path=ppt/slides/_rels/slide7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8.xml"/><Relationship Id="rId1" Type="http://schemas.openxmlformats.org/officeDocument/2006/relationships/slideLayout" Target="../slideLayouts/slideLayout31.xml"/></Relationships>
</file>

<file path=ppt/slides/_rels/slide8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9.xml"/><Relationship Id="rId1" Type="http://schemas.openxmlformats.org/officeDocument/2006/relationships/slideLayout" Target="../slideLayouts/slideLayout31.xml"/></Relationships>
</file>

<file path=ppt/slides/_rels/slide8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0.xml"/><Relationship Id="rId1" Type="http://schemas.openxmlformats.org/officeDocument/2006/relationships/slideLayout" Target="../slideLayouts/slideLayout31.xml"/></Relationships>
</file>

<file path=ppt/slides/_rels/slide8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1.xml"/><Relationship Id="rId1" Type="http://schemas.openxmlformats.org/officeDocument/2006/relationships/slideLayout" Target="../slideLayouts/slideLayout31.xml"/></Relationships>
</file>

<file path=ppt/slides/_rels/slide8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2.xml"/><Relationship Id="rId1" Type="http://schemas.openxmlformats.org/officeDocument/2006/relationships/slideLayout" Target="../slideLayouts/slideLayout31.xml"/></Relationships>
</file>

<file path=ppt/slides/_rels/slide8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3.xml"/><Relationship Id="rId1" Type="http://schemas.openxmlformats.org/officeDocument/2006/relationships/slideLayout" Target="../slideLayouts/slideLayout31.xml"/><Relationship Id="rId4" Type="http://schemas.openxmlformats.org/officeDocument/2006/relationships/image" Target="../media/image89.jpeg"/></Relationships>
</file>

<file path=ppt/slides/_rels/slide8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4.xml"/><Relationship Id="rId1" Type="http://schemas.openxmlformats.org/officeDocument/2006/relationships/slideLayout" Target="../slideLayouts/slideLayout31.xml"/><Relationship Id="rId4" Type="http://schemas.openxmlformats.org/officeDocument/2006/relationships/image" Target="../media/image89.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2.png"/><Relationship Id="rId4"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2" Type="http://schemas.openxmlformats.org/officeDocument/2006/relationships/image" Target="../media/image93.gi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3.gi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96.png"/><Relationship Id="rId4" Type="http://schemas.openxmlformats.org/officeDocument/2006/relationships/image" Target="../media/image95.png"/></Relationships>
</file>

<file path=ppt/slides/_rels/slide10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8.png"/><Relationship Id="rId4" Type="http://schemas.openxmlformats.org/officeDocument/2006/relationships/image" Target="../media/image97.png"/></Relationships>
</file>

<file path=ppt/slides/_rels/slide102.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gif"/><Relationship Id="rId7" Type="http://schemas.openxmlformats.org/officeDocument/2006/relationships/image" Target="../media/image103.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10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106.png"/></Relationships>
</file>

<file path=ppt/slides/_rels/slide10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108.png"/></Relationships>
</file>

<file path=ppt/slides/_rels/slide10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110.gi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2.gi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3.gi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4.gi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5.gi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6.gi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7.gi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8.gi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9.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0.gi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0.gif"/><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122.jpg"/><Relationship Id="rId4" Type="http://schemas.openxmlformats.org/officeDocument/2006/relationships/image" Target="../media/image121.jpe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3.gi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32.xml.rels><?xml version="1.0" encoding="UTF-8" standalone="yes"?>
<Relationships xmlns="http://schemas.openxmlformats.org/package/2006/relationships"><Relationship Id="rId3" Type="http://schemas.openxmlformats.org/officeDocument/2006/relationships/image" Target="../media/image133.jpg"/><Relationship Id="rId2" Type="http://schemas.openxmlformats.org/officeDocument/2006/relationships/image" Target="../media/image132.jp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14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Users/davidschultz/TEACHING/UnivManchester-OLD/2022&#8211;2023/EART11100/Week4/Turn%20Around,%20Don't%20Drown%20PSA%20Music%20Video%20featuring%20Matt%20Hawk.mp4" TargetMode="External"/><Relationship Id="rId1" Type="http://schemas.microsoft.com/office/2007/relationships/media" Target="file:////Users/davidschultz/TEACHING/UnivManchester-OLD/2022&#8211;2023/EART11100/Week4/Turn%20Around,%20Don't%20Drown%20PSA%20Music%20Video%20featuring%20Matt%20Hawk.mp4" TargetMode="External"/><Relationship Id="rId4" Type="http://schemas.openxmlformats.org/officeDocument/2006/relationships/image" Target="../media/image143.pn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9.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9.xml"/></Relationships>
</file>

<file path=ppt/slides/_rels/slide1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5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674" name="Picture 1" descr="globe_west_2048.jpg">
            <a:extLst>
              <a:ext uri="{FF2B5EF4-FFF2-40B4-BE49-F238E27FC236}">
                <a16:creationId xmlns:a16="http://schemas.microsoft.com/office/drawing/2014/main" id="{BC75F72C-DAAC-BF42-B4EC-C8803340DE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54000"/>
            <a:ext cx="6477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5">
            <a:extLst>
              <a:ext uri="{FF2B5EF4-FFF2-40B4-BE49-F238E27FC236}">
                <a16:creationId xmlns:a16="http://schemas.microsoft.com/office/drawing/2014/main" id="{144B5527-4F03-1545-98A1-2530A4724CA7}"/>
              </a:ext>
            </a:extLst>
          </p:cNvPr>
          <p:cNvSpPr txBox="1">
            <a:spLocks noChangeArrowheads="1"/>
          </p:cNvSpPr>
          <p:nvPr/>
        </p:nvSpPr>
        <p:spPr bwMode="auto">
          <a:xfrm>
            <a:off x="120650" y="190500"/>
            <a:ext cx="2583912" cy="27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Week 4</a:t>
            </a:r>
          </a:p>
          <a:p>
            <a:pPr eaLnBrk="1" hangingPunct="1">
              <a:spcBef>
                <a:spcPct val="0"/>
              </a:spcBef>
              <a:buFontTx/>
              <a:buNone/>
            </a:pPr>
            <a:endParaRPr lang="en-US" altLang="en-US" sz="3500" dirty="0">
              <a:solidFill>
                <a:srgbClr val="FFFFFF"/>
              </a:solidFill>
              <a:latin typeface="Goudy Old Style" panose="02020502050305020303" pitchFamily="18" charset="77"/>
              <a:cs typeface="Arial" panose="020B0604020202020204" pitchFamily="34" charset="0"/>
            </a:endParaRP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Weather and </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Weather</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Forecasting</a:t>
            </a:r>
          </a:p>
        </p:txBody>
      </p:sp>
      <p:pic>
        <p:nvPicPr>
          <p:cNvPr id="3" name="Picture 2">
            <a:extLst>
              <a:ext uri="{FF2B5EF4-FFF2-40B4-BE49-F238E27FC236}">
                <a16:creationId xmlns:a16="http://schemas.microsoft.com/office/drawing/2014/main" id="{8D20B872-3093-C14C-9DA2-402B80851285}"/>
              </a:ext>
            </a:extLst>
          </p:cNvPr>
          <p:cNvPicPr>
            <a:picLocks noChangeAspect="1"/>
          </p:cNvPicPr>
          <p:nvPr/>
        </p:nvPicPr>
        <p:blipFill>
          <a:blip r:embed="rId4"/>
          <a:stretch>
            <a:fillRect/>
          </a:stretch>
        </p:blipFill>
        <p:spPr>
          <a:xfrm>
            <a:off x="-11861" y="2975878"/>
            <a:ext cx="2678861" cy="2739122"/>
          </a:xfrm>
          <a:prstGeom prst="rect">
            <a:avLst/>
          </a:prstGeom>
        </p:spPr>
      </p:pic>
      <p:sp>
        <p:nvSpPr>
          <p:cNvPr id="4" name="TextBox 3">
            <a:extLst>
              <a:ext uri="{FF2B5EF4-FFF2-40B4-BE49-F238E27FC236}">
                <a16:creationId xmlns:a16="http://schemas.microsoft.com/office/drawing/2014/main" id="{C45A733B-3250-6C4B-9EB9-53EB875C65F5}"/>
              </a:ext>
            </a:extLst>
          </p:cNvPr>
          <p:cNvSpPr txBox="1"/>
          <p:nvPr/>
        </p:nvSpPr>
        <p:spPr>
          <a:xfrm>
            <a:off x="2677886" y="5230586"/>
            <a:ext cx="1213794" cy="461665"/>
          </a:xfrm>
          <a:prstGeom prst="rect">
            <a:avLst/>
          </a:prstGeom>
          <a:noFill/>
        </p:spPr>
        <p:txBody>
          <a:bodyPr wrap="none" rtlCol="0">
            <a:spAutoFit/>
          </a:bodyPr>
          <a:lstStyle/>
          <a:p>
            <a:r>
              <a:rPr lang="en-US" dirty="0">
                <a:solidFill>
                  <a:srgbClr val="FFFF00"/>
                </a:solidFill>
              </a:rPr>
              <a:t>387439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E0F6A"/>
        </a:solidFill>
        <a:effectLst/>
      </p:bgPr>
    </p:bg>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304800" y="266700"/>
            <a:ext cx="8686800" cy="4110038"/>
          </a:xfrm>
        </p:spPr>
        <p:txBody>
          <a:bodyPr/>
          <a:lstStyle/>
          <a:p>
            <a:pPr marL="0" indent="0">
              <a:buFontTx/>
              <a:buNone/>
            </a:pPr>
            <a:endParaRPr lang="en-US" altLang="en-US" sz="2800" dirty="0">
              <a:solidFill>
                <a:srgbClr val="FFFF00"/>
              </a:solidFill>
              <a:ea typeface="ＭＳ Ｐゴシック" panose="020B0600070205080204" pitchFamily="34" charset="-128"/>
              <a:cs typeface="ＭＳ Ｐゴシック" panose="020B0600070205080204" pitchFamily="34" charset="-128"/>
            </a:endParaRPr>
          </a:p>
          <a:p>
            <a:pPr marL="0" indent="0">
              <a:buNone/>
            </a:pPr>
            <a:r>
              <a:rPr lang="en-US" altLang="en-US" sz="2800" dirty="0">
                <a:solidFill>
                  <a:srgbClr val="FFFF00"/>
                </a:solidFill>
                <a:ea typeface="ＭＳ Ｐゴシック" panose="020B0600070205080204" pitchFamily="34" charset="-128"/>
                <a:cs typeface="ＭＳ Ｐゴシック" panose="020B0600070205080204" pitchFamily="34" charset="-128"/>
              </a:rPr>
              <a:t>Questions from last week or videos</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How weather forecasts are made</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Why do good forecasts go bad?</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Extratropical cyclone structure</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How to use the web to see today’s weather</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How to use </a:t>
            </a:r>
            <a:r>
              <a:rPr lang="en-US" altLang="en-US" sz="2800" dirty="0" err="1">
                <a:solidFill>
                  <a:srgbClr val="FFFF00"/>
                </a:solidFill>
                <a:ea typeface="ＭＳ Ｐゴシック" panose="020B0600070205080204" pitchFamily="34" charset="-128"/>
                <a:cs typeface="ＭＳ Ｐゴシック" panose="020B0600070205080204" pitchFamily="34" charset="-128"/>
              </a:rPr>
              <a:t>ManUniCast</a:t>
            </a:r>
            <a:r>
              <a:rPr lang="en-US" altLang="en-US" sz="2800" dirty="0">
                <a:solidFill>
                  <a:srgbClr val="FFFF00"/>
                </a:solidFill>
                <a:ea typeface="ＭＳ Ｐゴシック" panose="020B0600070205080204" pitchFamily="34" charset="-128"/>
                <a:cs typeface="ＭＳ Ｐゴシック" panose="020B0600070205080204" pitchFamily="34" charset="-128"/>
              </a:rPr>
              <a:t> to make your own forecast</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Weather safety in the field</a:t>
            </a:r>
          </a:p>
          <a:p>
            <a:pPr marL="0" indent="0">
              <a:buFontTx/>
              <a:buNone/>
            </a:pPr>
            <a:r>
              <a:rPr lang="en-US" altLang="en-US" sz="2800" dirty="0" err="1">
                <a:solidFill>
                  <a:srgbClr val="FFFF00"/>
                </a:solidFill>
                <a:ea typeface="ＭＳ Ｐゴシック" panose="020B0600070205080204" pitchFamily="34" charset="-128"/>
                <a:cs typeface="ＭＳ Ｐゴシック" panose="020B0600070205080204" pitchFamily="34" charset="-128"/>
              </a:rPr>
              <a:t>Kahoot</a:t>
            </a:r>
            <a:r>
              <a:rPr lang="en-US" altLang="en-US" sz="2800" dirty="0">
                <a:solidFill>
                  <a:srgbClr val="FFFF00"/>
                </a:solidFill>
                <a:ea typeface="ＭＳ Ｐゴシック" panose="020B0600070205080204" pitchFamily="34" charset="-128"/>
                <a:cs typeface="ＭＳ Ｐゴシック" panose="020B0600070205080204" pitchFamily="34" charset="-128"/>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E0F6A"/>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457200" y="1104900"/>
            <a:ext cx="8382000" cy="3944938"/>
          </a:xfrm>
          <a:prstGeom prst="rect">
            <a:avLst/>
          </a:prstGeom>
          <a:solidFill>
            <a:srgbClr val="4E0F6A"/>
          </a:solidFill>
          <a:ln>
            <a:noFill/>
          </a:ln>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FontTx/>
              <a:buNone/>
              <a:defRPr/>
            </a:pPr>
            <a:r>
              <a:rPr lang="en-US" sz="2000" b="1" dirty="0">
                <a:solidFill>
                  <a:srgbClr val="FFFF00"/>
                </a:solidFill>
                <a:effectLst>
                  <a:outerShdw blurRad="50800" dist="38100" dir="2700000" algn="tl" rotWithShape="0">
                    <a:prstClr val="black">
                      <a:alpha val="40000"/>
                    </a:prstClr>
                  </a:outerShdw>
                </a:effectLst>
              </a:rPr>
              <a:t>Videos:</a:t>
            </a:r>
          </a:p>
          <a:p>
            <a:pPr>
              <a:buFontTx/>
              <a:buNone/>
              <a:defRPr/>
            </a:pPr>
            <a:r>
              <a:rPr lang="en-US" sz="2000" dirty="0">
                <a:solidFill>
                  <a:schemeClr val="bg1"/>
                </a:solidFill>
                <a:effectLst>
                  <a:outerShdw blurRad="50800" dist="38100" dir="2700000" algn="tl" rotWithShape="0">
                    <a:prstClr val="black">
                      <a:alpha val="40000"/>
                    </a:prstClr>
                  </a:outerShdw>
                </a:effectLst>
              </a:rPr>
              <a:t>Extratropical cyclones</a:t>
            </a:r>
          </a:p>
          <a:p>
            <a:pPr>
              <a:buFontTx/>
              <a:buNone/>
              <a:defRPr/>
            </a:pPr>
            <a:r>
              <a:rPr lang="en-US" sz="2000" dirty="0">
                <a:solidFill>
                  <a:schemeClr val="bg1"/>
                </a:solidFill>
                <a:effectLst>
                  <a:outerShdw blurRad="50800" dist="38100" dir="2700000" algn="tl" rotWithShape="0">
                    <a:prstClr val="black">
                      <a:alpha val="40000"/>
                    </a:prstClr>
                  </a:outerShdw>
                </a:effectLst>
              </a:rPr>
              <a:t>How does the jet stream control the weather in the midlatitudes?</a:t>
            </a:r>
          </a:p>
          <a:p>
            <a:pPr>
              <a:buFontTx/>
              <a:buNone/>
              <a:defRPr/>
            </a:pPr>
            <a:r>
              <a:rPr lang="en-US" sz="2000" dirty="0">
                <a:solidFill>
                  <a:schemeClr val="bg1"/>
                </a:solidFill>
                <a:effectLst>
                  <a:outerShdw blurRad="50800" dist="38100" dir="2700000" algn="tl" rotWithShape="0">
                    <a:prstClr val="black">
                      <a:alpha val="40000"/>
                    </a:prstClr>
                  </a:outerShdw>
                </a:effectLst>
              </a:rPr>
              <a:t>Weather around the world</a:t>
            </a:r>
          </a:p>
          <a:p>
            <a:pPr>
              <a:buFontTx/>
              <a:buNone/>
              <a:defRPr/>
            </a:pPr>
            <a:r>
              <a:rPr lang="en-US" sz="2000" dirty="0">
                <a:solidFill>
                  <a:schemeClr val="bg1"/>
                </a:solidFill>
                <a:effectLst>
                  <a:outerShdw blurRad="50800" dist="38100" dir="2700000" algn="tl" rotWithShape="0">
                    <a:prstClr val="black">
                      <a:alpha val="40000"/>
                    </a:prstClr>
                  </a:outerShdw>
                </a:effectLst>
              </a:rPr>
              <a:t>Both sides now: Clouds</a:t>
            </a:r>
          </a:p>
          <a:p>
            <a:pPr>
              <a:buFontTx/>
              <a:buNone/>
              <a:defRPr/>
            </a:pPr>
            <a:endParaRPr lang="en-US" sz="1600" dirty="0">
              <a:solidFill>
                <a:schemeClr val="bg1"/>
              </a:solidFill>
              <a:effectLst>
                <a:outerShdw blurRad="50800" dist="38100" dir="2700000" algn="tl" rotWithShape="0">
                  <a:prstClr val="black">
                    <a:alpha val="40000"/>
                  </a:prstClr>
                </a:outerShdw>
              </a:effectLst>
            </a:endParaRPr>
          </a:p>
          <a:p>
            <a:pPr>
              <a:buFontTx/>
              <a:buNone/>
              <a:defRPr/>
            </a:pPr>
            <a:r>
              <a:rPr lang="en-US" sz="2000" b="1" dirty="0">
                <a:solidFill>
                  <a:srgbClr val="FFFF00"/>
                </a:solidFill>
                <a:effectLst>
                  <a:outerShdw blurRad="50800" dist="38100" dir="2700000" algn="tl" rotWithShape="0">
                    <a:prstClr val="black">
                      <a:alpha val="40000"/>
                    </a:prstClr>
                  </a:outerShdw>
                </a:effectLst>
              </a:rPr>
              <a:t>Required Reading:</a:t>
            </a:r>
          </a:p>
          <a:p>
            <a:pPr>
              <a:buFontTx/>
              <a:buNone/>
              <a:defRPr/>
            </a:pPr>
            <a:r>
              <a:rPr lang="en-US" sz="2000" dirty="0">
                <a:solidFill>
                  <a:schemeClr val="bg1"/>
                </a:solidFill>
                <a:effectLst>
                  <a:outerShdw blurRad="50800" dist="38100" dir="2700000" algn="tl" rotWithShape="0">
                    <a:prstClr val="black">
                      <a:alpha val="40000"/>
                    </a:prstClr>
                  </a:outerShdw>
                </a:effectLst>
              </a:rPr>
              <a:t>Midlatitude Cyclones (Schultz 2011)</a:t>
            </a:r>
          </a:p>
          <a:p>
            <a:pPr>
              <a:buFontTx/>
              <a:buNone/>
              <a:defRPr/>
            </a:pPr>
            <a:r>
              <a:rPr lang="en-US" sz="2000" dirty="0">
                <a:solidFill>
                  <a:schemeClr val="bg1"/>
                </a:solidFill>
                <a:effectLst>
                  <a:outerShdw blurRad="50800" dist="38100" dir="2700000" algn="tl" rotWithShape="0">
                    <a:prstClr val="black">
                      <a:alpha val="40000"/>
                    </a:prstClr>
                  </a:outerShdw>
                </a:effectLst>
              </a:rPr>
              <a:t>Mountain Safety: Student Ambassador Insights</a:t>
            </a:r>
          </a:p>
          <a:p>
            <a:pPr>
              <a:buFontTx/>
              <a:buNone/>
              <a:defRPr/>
            </a:pPr>
            <a:endParaRPr lang="en-US" sz="2000" dirty="0">
              <a:solidFill>
                <a:schemeClr val="bg1"/>
              </a:solidFill>
              <a:effectLst>
                <a:outerShdw blurRad="50800" dist="38100" dir="2700000" algn="tl" rotWithShape="0">
                  <a:prstClr val="black">
                    <a:alpha val="40000"/>
                  </a:prstClr>
                </a:outerShdw>
              </a:effectLst>
            </a:endParaRPr>
          </a:p>
          <a:p>
            <a:pPr>
              <a:buFontTx/>
              <a:buNone/>
              <a:defRPr/>
            </a:pPr>
            <a:endParaRPr lang="en-US" sz="1600" dirty="0">
              <a:solidFill>
                <a:schemeClr val="bg1"/>
              </a:solidFill>
              <a:effectLst>
                <a:outerShdw blurRad="50800" dist="38100" dir="2700000" algn="tl" rotWithShape="0">
                  <a:prstClr val="black">
                    <a:alpha val="40000"/>
                  </a:prstClr>
                </a:outerShdw>
              </a:effectLst>
            </a:endParaRPr>
          </a:p>
        </p:txBody>
      </p:sp>
      <p:sp>
        <p:nvSpPr>
          <p:cNvPr id="141315" name="Title 1">
            <a:extLst>
              <a:ext uri="{FF2B5EF4-FFF2-40B4-BE49-F238E27FC236}">
                <a16:creationId xmlns:a16="http://schemas.microsoft.com/office/drawing/2014/main" id="{0D03C8D5-CD3A-E64A-97DA-2B4168AB67D6}"/>
              </a:ext>
            </a:extLst>
          </p:cNvPr>
          <p:cNvSpPr>
            <a:spLocks noGrp="1" noChangeArrowheads="1"/>
          </p:cNvSpPr>
          <p:nvPr>
            <p:ph type="title"/>
          </p:nvPr>
        </p:nvSpPr>
        <p:spPr>
          <a:xfrm>
            <a:off x="1143000" y="228600"/>
            <a:ext cx="6858000" cy="460375"/>
          </a:xfrm>
        </p:spPr>
        <p:txBody>
          <a:bodyPr/>
          <a:lstStyle/>
          <a:p>
            <a:r>
              <a:rPr lang="en-US" altLang="en-US">
                <a:solidFill>
                  <a:srgbClr val="FFFF00"/>
                </a:solidFill>
                <a:ea typeface="ＭＳ Ｐゴシック" panose="020B0600070205080204" pitchFamily="34" charset="-128"/>
              </a:rPr>
              <a:t>For Week 4...</a:t>
            </a:r>
          </a:p>
        </p:txBody>
      </p:sp>
    </p:spTree>
    <p:extLst>
      <p:ext uri="{BB962C8B-B14F-4D97-AF65-F5344CB8AC3E}">
        <p14:creationId xmlns:p14="http://schemas.microsoft.com/office/powerpoint/2010/main" val="131748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6" descr="first-ever-fish_665107n.jpg">
            <a:extLst>
              <a:ext uri="{FF2B5EF4-FFF2-40B4-BE49-F238E27FC236}">
                <a16:creationId xmlns:a16="http://schemas.microsoft.com/office/drawing/2014/main" id="{710302DC-D362-E749-8642-82BDDAC7B5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00" y="-63500"/>
            <a:ext cx="8498417"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loud Callout 4">
            <a:extLst>
              <a:ext uri="{FF2B5EF4-FFF2-40B4-BE49-F238E27FC236}">
                <a16:creationId xmlns:a16="http://schemas.microsoft.com/office/drawing/2014/main" id="{5A654C56-77C7-524A-9F87-028FE17CECDE}"/>
              </a:ext>
            </a:extLst>
          </p:cNvPr>
          <p:cNvSpPr>
            <a:spLocks noChangeArrowheads="1"/>
          </p:cNvSpPr>
          <p:nvPr/>
        </p:nvSpPr>
        <p:spPr bwMode="auto">
          <a:xfrm>
            <a:off x="3619500" y="-571500"/>
            <a:ext cx="6032500" cy="2730500"/>
          </a:xfrm>
          <a:prstGeom prst="cloudCallout">
            <a:avLst>
              <a:gd name="adj1" fmla="val -58616"/>
              <a:gd name="adj2" fmla="val -3704"/>
            </a:avLst>
          </a:prstGeom>
          <a:solidFill>
            <a:srgbClr val="00004D"/>
          </a:solidFill>
          <a:ln w="9525">
            <a:solidFill>
              <a:schemeClr val="tx2"/>
            </a:solidFill>
            <a:round/>
            <a:headEnd/>
            <a:tailEnd/>
          </a:ln>
          <a:effectLst>
            <a:outerShdw blurRad="50800" dist="38100" dir="2700000" sx="106000" sy="106000" algn="tl" rotWithShape="0">
              <a:srgbClr val="808080">
                <a:alpha val="42998"/>
              </a:srgbClr>
            </a:outerShdw>
          </a:effectLst>
        </p:spPr>
        <p:txBody>
          <a:bodyPr/>
          <a:lstStyle/>
          <a:p>
            <a:pPr defTabSz="761970">
              <a:defRPr/>
            </a:pPr>
            <a:endParaRPr lang="en-US" sz="2000">
              <a:solidFill>
                <a:srgbClr val="FFFFFF"/>
              </a:solidFill>
              <a:latin typeface="Arial" charset="0"/>
              <a:ea typeface="ＭＳ Ｐゴシック" charset="0"/>
              <a:cs typeface="ＭＳ Ｐゴシック" charset="0"/>
            </a:endParaRPr>
          </a:p>
        </p:txBody>
      </p:sp>
      <p:sp>
        <p:nvSpPr>
          <p:cNvPr id="2" name="Rectangle 2">
            <a:extLst>
              <a:ext uri="{FF2B5EF4-FFF2-40B4-BE49-F238E27FC236}">
                <a16:creationId xmlns:a16="http://schemas.microsoft.com/office/drawing/2014/main" id="{3A6C278D-E7CE-A64C-A2F7-49BF89DE6C6E}"/>
              </a:ext>
            </a:extLst>
          </p:cNvPr>
          <p:cNvSpPr>
            <a:spLocks noGrp="1" noChangeArrowheads="1"/>
          </p:cNvSpPr>
          <p:nvPr>
            <p:ph type="ctrTitle"/>
          </p:nvPr>
        </p:nvSpPr>
        <p:spPr>
          <a:xfrm>
            <a:off x="4000500" y="127000"/>
            <a:ext cx="4318000" cy="1587500"/>
          </a:xfrm>
        </p:spPr>
        <p:txBody>
          <a:bodyPr/>
          <a:lstStyle/>
          <a:p>
            <a:pPr eaLnBrk="1" hangingPunct="1"/>
            <a:r>
              <a:rPr lang="en-US" altLang="en-US" sz="3833" dirty="0">
                <a:solidFill>
                  <a:schemeClr val="folHlink"/>
                </a:solidFill>
                <a:effectLst>
                  <a:outerShdw blurRad="38100" dist="38100" dir="2700000" algn="tl">
                    <a:srgbClr val="000000"/>
                  </a:outerShdw>
                </a:effectLst>
                <a:ea typeface="ＭＳ Ｐゴシック" panose="020B0600070205080204" pitchFamily="34" charset="-128"/>
              </a:rPr>
              <a:t>Why Do Good Weather Forecasts Go Bad?</a:t>
            </a:r>
          </a:p>
        </p:txBody>
      </p:sp>
    </p:spTree>
    <p:extLst>
      <p:ext uri="{BB962C8B-B14F-4D97-AF65-F5344CB8AC3E}">
        <p14:creationId xmlns:p14="http://schemas.microsoft.com/office/powerpoint/2010/main" val="564609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5ABC1F2-F430-7E4D-9794-CD185D71C7AE}"/>
              </a:ext>
            </a:extLst>
          </p:cNvPr>
          <p:cNvSpPr>
            <a:spLocks noGrp="1" noChangeArrowheads="1"/>
          </p:cNvSpPr>
          <p:nvPr>
            <p:ph type="title"/>
          </p:nvPr>
        </p:nvSpPr>
        <p:spPr>
          <a:xfrm>
            <a:off x="1143000" y="63500"/>
            <a:ext cx="6921500" cy="698500"/>
          </a:xfrm>
          <a:solidFill>
            <a:schemeClr val="bg1"/>
          </a:solidFill>
        </p:spPr>
        <p:txBody>
          <a:bodyPr/>
          <a:lstStyle/>
          <a:p>
            <a:pPr eaLnBrk="1" hangingPunct="1"/>
            <a:r>
              <a:rPr lang="en-US" altLang="en-US" sz="2667">
                <a:solidFill>
                  <a:srgbClr val="FFFF00"/>
                </a:solidFill>
                <a:effectLst>
                  <a:outerShdw blurRad="38100" dist="38100" dir="2700000" algn="tl">
                    <a:srgbClr val="000000"/>
                  </a:outerShdw>
                </a:effectLst>
                <a:ea typeface="ＭＳ Ｐゴシック" panose="020B0600070205080204" pitchFamily="34" charset="-128"/>
              </a:rPr>
              <a:t>Early meteorology was </a:t>
            </a:r>
            <a:r>
              <a:rPr lang="en-US" altLang="en-US" sz="2667" b="1" i="1">
                <a:solidFill>
                  <a:srgbClr val="FFFF00"/>
                </a:solidFill>
                <a:effectLst>
                  <a:outerShdw blurRad="38100" dist="38100" dir="2700000" algn="tl">
                    <a:srgbClr val="000000"/>
                  </a:outerShdw>
                </a:effectLst>
                <a:ea typeface="ＭＳ Ｐゴシック" panose="020B0600070205080204" pitchFamily="34" charset="-128"/>
              </a:rPr>
              <a:t>not</a:t>
            </a:r>
            <a:r>
              <a:rPr lang="en-US" altLang="en-US" sz="2667">
                <a:solidFill>
                  <a:srgbClr val="FFFF00"/>
                </a:solidFill>
                <a:effectLst>
                  <a:outerShdw blurRad="38100" dist="38100" dir="2700000" algn="tl">
                    <a:srgbClr val="000000"/>
                  </a:outerShdw>
                </a:effectLst>
                <a:ea typeface="ＭＳ Ｐゴシック" panose="020B0600070205080204" pitchFamily="34" charset="-128"/>
              </a:rPr>
              <a:t> a science. </a:t>
            </a:r>
          </a:p>
        </p:txBody>
      </p:sp>
      <p:sp>
        <p:nvSpPr>
          <p:cNvPr id="34818" name="Rectangle 3">
            <a:extLst>
              <a:ext uri="{FF2B5EF4-FFF2-40B4-BE49-F238E27FC236}">
                <a16:creationId xmlns:a16="http://schemas.microsoft.com/office/drawing/2014/main" id="{E10807E3-9708-5343-8D7B-89F328DCE121}"/>
              </a:ext>
            </a:extLst>
          </p:cNvPr>
          <p:cNvSpPr>
            <a:spLocks noChangeArrowheads="1"/>
          </p:cNvSpPr>
          <p:nvPr/>
        </p:nvSpPr>
        <p:spPr bwMode="auto">
          <a:xfrm>
            <a:off x="1435365" y="2256896"/>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34819" name="Text Box 4">
            <a:extLst>
              <a:ext uri="{FF2B5EF4-FFF2-40B4-BE49-F238E27FC236}">
                <a16:creationId xmlns:a16="http://schemas.microsoft.com/office/drawing/2014/main" id="{9265634A-B0E0-2C47-BD22-606FAABE2F45}"/>
              </a:ext>
            </a:extLst>
          </p:cNvPr>
          <p:cNvSpPr txBox="1">
            <a:spLocks noChangeArrowheads="1"/>
          </p:cNvSpPr>
          <p:nvPr/>
        </p:nvSpPr>
        <p:spPr bwMode="auto">
          <a:xfrm>
            <a:off x="952500" y="1587500"/>
            <a:ext cx="3619500" cy="260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ja-JP" altLang="en-US" sz="2333" i="1">
                <a:solidFill>
                  <a:srgbClr val="FFFFFF"/>
                </a:solidFill>
              </a:rPr>
              <a:t>“</a:t>
            </a:r>
            <a:r>
              <a:rPr lang="en-US" altLang="ja-JP" sz="2333" i="1">
                <a:solidFill>
                  <a:srgbClr val="FFFFFF"/>
                </a:solidFill>
              </a:rPr>
              <a:t>Whatever may be the progress of sciences, NEVER will observers</a:t>
            </a:r>
          </a:p>
          <a:p>
            <a:pPr defTabSz="761970"/>
            <a:r>
              <a:rPr lang="en-US" altLang="en-US" sz="2333" i="1">
                <a:solidFill>
                  <a:srgbClr val="FFFFFF"/>
                </a:solidFill>
              </a:rPr>
              <a:t>who are trust-worthy, and careful of their reputation, venture to foretell the state of the weather.</a:t>
            </a:r>
            <a:r>
              <a:rPr lang="ja-JP" altLang="en-US" sz="2333" i="1">
                <a:solidFill>
                  <a:srgbClr val="FFFFFF"/>
                </a:solidFill>
              </a:rPr>
              <a:t>”</a:t>
            </a:r>
            <a:endParaRPr lang="en-US" altLang="en-US" sz="2000">
              <a:solidFill>
                <a:srgbClr val="FFFFFF"/>
              </a:solidFill>
            </a:endParaRPr>
          </a:p>
        </p:txBody>
      </p:sp>
      <p:sp>
        <p:nvSpPr>
          <p:cNvPr id="34820" name="Text Box 5">
            <a:extLst>
              <a:ext uri="{FF2B5EF4-FFF2-40B4-BE49-F238E27FC236}">
                <a16:creationId xmlns:a16="http://schemas.microsoft.com/office/drawing/2014/main" id="{FA277BEB-333C-804E-9BA0-53A2A761BCE4}"/>
              </a:ext>
            </a:extLst>
          </p:cNvPr>
          <p:cNvSpPr txBox="1">
            <a:spLocks noChangeArrowheads="1"/>
          </p:cNvSpPr>
          <p:nvPr/>
        </p:nvSpPr>
        <p:spPr bwMode="auto">
          <a:xfrm>
            <a:off x="5207000" y="5270500"/>
            <a:ext cx="2730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François Arago (1846) </a:t>
            </a:r>
          </a:p>
        </p:txBody>
      </p:sp>
      <p:pic>
        <p:nvPicPr>
          <p:cNvPr id="34821" name="Picture 6" descr="arago-trim">
            <a:extLst>
              <a:ext uri="{FF2B5EF4-FFF2-40B4-BE49-F238E27FC236}">
                <a16:creationId xmlns:a16="http://schemas.microsoft.com/office/drawing/2014/main" id="{B07E8596-5ED4-9C44-87BF-E66F3926F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6167" y="889000"/>
            <a:ext cx="3852333"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045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A562A616-84C2-2C46-B83E-8A01BCB2FBF8}"/>
              </a:ext>
            </a:extLst>
          </p:cNvPr>
          <p:cNvSpPr>
            <a:spLocks noGrp="1" noChangeArrowheads="1"/>
          </p:cNvSpPr>
          <p:nvPr>
            <p:ph type="title"/>
          </p:nvPr>
        </p:nvSpPr>
        <p:spPr>
          <a:xfrm>
            <a:off x="1143000" y="63500"/>
            <a:ext cx="6921500" cy="698500"/>
          </a:xfrm>
          <a:solidFill>
            <a:schemeClr val="bg1"/>
          </a:solidFill>
        </p:spPr>
        <p:txBody>
          <a:bodyPr/>
          <a:lstStyle/>
          <a:p>
            <a:pPr eaLnBrk="1" hangingPunct="1"/>
            <a:r>
              <a:rPr lang="en-US" altLang="en-US" sz="2667">
                <a:solidFill>
                  <a:srgbClr val="FFFF00"/>
                </a:solidFill>
                <a:ea typeface="ＭＳ Ｐゴシック" panose="020B0600070205080204" pitchFamily="34" charset="-128"/>
              </a:rPr>
              <a:t>Modern meteorology began in Norway. </a:t>
            </a:r>
          </a:p>
        </p:txBody>
      </p:sp>
      <p:pic>
        <p:nvPicPr>
          <p:cNvPr id="36866" name="Picture 3" descr="vilhelm_old">
            <a:extLst>
              <a:ext uri="{FF2B5EF4-FFF2-40B4-BE49-F238E27FC236}">
                <a16:creationId xmlns:a16="http://schemas.microsoft.com/office/drawing/2014/main" id="{817A4918-036C-D64B-98D4-80E4DDDB1F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762000"/>
            <a:ext cx="3489854" cy="495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4">
            <a:extLst>
              <a:ext uri="{FF2B5EF4-FFF2-40B4-BE49-F238E27FC236}">
                <a16:creationId xmlns:a16="http://schemas.microsoft.com/office/drawing/2014/main" id="{14C4F724-CB25-6C46-BBE8-2BB1DB229A2D}"/>
              </a:ext>
            </a:extLst>
          </p:cNvPr>
          <p:cNvSpPr>
            <a:spLocks noChangeArrowheads="1"/>
          </p:cNvSpPr>
          <p:nvPr/>
        </p:nvSpPr>
        <p:spPr bwMode="auto">
          <a:xfrm>
            <a:off x="4699000" y="5080000"/>
            <a:ext cx="29035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Vilhelm Bjerknes (1904)</a:t>
            </a:r>
          </a:p>
        </p:txBody>
      </p:sp>
    </p:spTree>
    <p:extLst>
      <p:ext uri="{BB962C8B-B14F-4D97-AF65-F5344CB8AC3E}">
        <p14:creationId xmlns:p14="http://schemas.microsoft.com/office/powerpoint/2010/main" val="3937897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F52F69B-EE19-EA4E-9234-9B74D4C0004A}"/>
              </a:ext>
            </a:extLst>
          </p:cNvPr>
          <p:cNvSpPr>
            <a:spLocks noGrp="1" noChangeArrowheads="1"/>
          </p:cNvSpPr>
          <p:nvPr>
            <p:ph type="title"/>
          </p:nvPr>
        </p:nvSpPr>
        <p:spPr>
          <a:xfrm>
            <a:off x="1143000" y="63500"/>
            <a:ext cx="6921500" cy="698500"/>
          </a:xfrm>
          <a:solidFill>
            <a:schemeClr val="bg1"/>
          </a:solidFill>
        </p:spPr>
        <p:txBody>
          <a:bodyPr/>
          <a:lstStyle/>
          <a:p>
            <a:pPr eaLnBrk="1" hangingPunct="1"/>
            <a:r>
              <a:rPr lang="en-US" altLang="en-US" sz="2667">
                <a:solidFill>
                  <a:srgbClr val="FFFF00"/>
                </a:solidFill>
                <a:ea typeface="ＭＳ Ｐゴシック" panose="020B0600070205080204" pitchFamily="34" charset="-128"/>
              </a:rPr>
              <a:t>Modern meteorology began in Norway. </a:t>
            </a:r>
          </a:p>
        </p:txBody>
      </p:sp>
      <p:pic>
        <p:nvPicPr>
          <p:cNvPr id="38914" name="Picture 4" descr="vilhelm_old">
            <a:extLst>
              <a:ext uri="{FF2B5EF4-FFF2-40B4-BE49-F238E27FC236}">
                <a16:creationId xmlns:a16="http://schemas.microsoft.com/office/drawing/2014/main" id="{05E422B2-F0C2-724E-9E6A-57BAB3E32D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762000"/>
            <a:ext cx="3489854" cy="495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6">
            <a:extLst>
              <a:ext uri="{FF2B5EF4-FFF2-40B4-BE49-F238E27FC236}">
                <a16:creationId xmlns:a16="http://schemas.microsoft.com/office/drawing/2014/main" id="{4AC15A08-BAA3-8B43-9213-7D55867695ED}"/>
              </a:ext>
            </a:extLst>
          </p:cNvPr>
          <p:cNvSpPr>
            <a:spLocks noChangeArrowheads="1"/>
          </p:cNvSpPr>
          <p:nvPr/>
        </p:nvSpPr>
        <p:spPr bwMode="auto">
          <a:xfrm>
            <a:off x="4699000" y="5080000"/>
            <a:ext cx="29035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Vilhelm Bjerknes (1904)</a:t>
            </a:r>
          </a:p>
        </p:txBody>
      </p:sp>
      <p:sp>
        <p:nvSpPr>
          <p:cNvPr id="525317" name="AutoShape 5">
            <a:extLst>
              <a:ext uri="{FF2B5EF4-FFF2-40B4-BE49-F238E27FC236}">
                <a16:creationId xmlns:a16="http://schemas.microsoft.com/office/drawing/2014/main" id="{E439F901-2D3D-2743-9C1E-C8620817A021}"/>
              </a:ext>
            </a:extLst>
          </p:cNvPr>
          <p:cNvSpPr>
            <a:spLocks noChangeArrowheads="1"/>
          </p:cNvSpPr>
          <p:nvPr/>
        </p:nvSpPr>
        <p:spPr bwMode="auto">
          <a:xfrm>
            <a:off x="4127500" y="1651000"/>
            <a:ext cx="4191000" cy="2222500"/>
          </a:xfrm>
          <a:prstGeom prst="wedgeEllipseCallout">
            <a:avLst>
              <a:gd name="adj1" fmla="val -70171"/>
              <a:gd name="adj2" fmla="val 57319"/>
            </a:avLst>
          </a:prstGeom>
          <a:gradFill rotWithShape="0">
            <a:gsLst>
              <a:gs pos="0">
                <a:schemeClr val="accent1">
                  <a:alpha val="52000"/>
                </a:schemeClr>
              </a:gs>
              <a:gs pos="100000">
                <a:schemeClr val="accent1">
                  <a:gamma/>
                  <a:shade val="74510"/>
                  <a:invGamma/>
                  <a:alpha val="50000"/>
                </a:schemeClr>
              </a:gs>
            </a:gsLst>
            <a:lin ang="5400000" scaled="1"/>
          </a:gradFill>
          <a:ln w="9525">
            <a:solidFill>
              <a:srgbClr val="000000"/>
            </a:solidFill>
            <a:miter lim="800000"/>
            <a:headEnd/>
            <a:tailEnd/>
          </a:ln>
          <a:effectLst/>
        </p:spPr>
        <p:txBody>
          <a:bodyPr wrap="none" anchor="ctr"/>
          <a:lstStyle/>
          <a:p>
            <a:pPr algn="ctr" defTabSz="761970">
              <a:defRPr/>
            </a:pPr>
            <a:endParaRPr lang="en-US" sz="2000">
              <a:solidFill>
                <a:srgbClr val="000099"/>
              </a:solidFill>
              <a:latin typeface="Arial" charset="0"/>
              <a:ea typeface="ＭＳ Ｐゴシック" charset="0"/>
              <a:cs typeface="ＭＳ Ｐゴシック" charset="0"/>
            </a:endParaRPr>
          </a:p>
        </p:txBody>
      </p:sp>
      <p:sp>
        <p:nvSpPr>
          <p:cNvPr id="525315" name="Rectangle 3">
            <a:extLst>
              <a:ext uri="{FF2B5EF4-FFF2-40B4-BE49-F238E27FC236}">
                <a16:creationId xmlns:a16="http://schemas.microsoft.com/office/drawing/2014/main" id="{D9D794AC-0B56-9145-B0FA-9D6168D90E30}"/>
              </a:ext>
            </a:extLst>
          </p:cNvPr>
          <p:cNvSpPr>
            <a:spLocks noGrp="1" noChangeArrowheads="1"/>
          </p:cNvSpPr>
          <p:nvPr>
            <p:ph type="body" idx="1"/>
          </p:nvPr>
        </p:nvSpPr>
        <p:spPr>
          <a:xfrm>
            <a:off x="3746500" y="2095500"/>
            <a:ext cx="4381500" cy="1333500"/>
          </a:xfrm>
        </p:spPr>
        <p:txBody>
          <a:bodyPr/>
          <a:lstStyle/>
          <a:p>
            <a:pPr marL="507980" indent="-507980" algn="ctr" eaLnBrk="1" hangingPunct="1">
              <a:buNone/>
            </a:pPr>
            <a:r>
              <a:rPr lang="en-US" altLang="en-US">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Subsequent atmospheric states develop from the preceding ones according to physical law.</a:t>
            </a:r>
          </a:p>
        </p:txBody>
      </p:sp>
    </p:spTree>
    <p:extLst>
      <p:ext uri="{BB962C8B-B14F-4D97-AF65-F5344CB8AC3E}">
        <p14:creationId xmlns:p14="http://schemas.microsoft.com/office/powerpoint/2010/main" val="790237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5BE1A34F-CA16-A84C-A3A3-4DCDC7449BE9}"/>
              </a:ext>
            </a:extLst>
          </p:cNvPr>
          <p:cNvSpPr>
            <a:spLocks noGrp="1" noChangeArrowheads="1"/>
          </p:cNvSpPr>
          <p:nvPr>
            <p:ph type="title"/>
          </p:nvPr>
        </p:nvSpPr>
        <p:spPr>
          <a:xfrm>
            <a:off x="1143000" y="63500"/>
            <a:ext cx="6921500" cy="698500"/>
          </a:xfrm>
          <a:solidFill>
            <a:schemeClr val="bg1"/>
          </a:solidFill>
        </p:spPr>
        <p:txBody>
          <a:bodyPr/>
          <a:lstStyle/>
          <a:p>
            <a:pPr eaLnBrk="1" hangingPunct="1"/>
            <a:r>
              <a:rPr lang="en-US" altLang="en-US" sz="2667">
                <a:solidFill>
                  <a:srgbClr val="FFFF00"/>
                </a:solidFill>
                <a:ea typeface="ＭＳ Ｐゴシック" panose="020B0600070205080204" pitchFamily="34" charset="-128"/>
              </a:rPr>
              <a:t>How to make a weather forecast:</a:t>
            </a:r>
          </a:p>
        </p:txBody>
      </p:sp>
      <p:pic>
        <p:nvPicPr>
          <p:cNvPr id="40962" name="Picture 3" descr="vilhelm_old">
            <a:extLst>
              <a:ext uri="{FF2B5EF4-FFF2-40B4-BE49-F238E27FC236}">
                <a16:creationId xmlns:a16="http://schemas.microsoft.com/office/drawing/2014/main" id="{65E078D1-BDA8-FA41-933B-2176DCE33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762000"/>
            <a:ext cx="3489854" cy="495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8565" name="AutoShape 5">
            <a:extLst>
              <a:ext uri="{FF2B5EF4-FFF2-40B4-BE49-F238E27FC236}">
                <a16:creationId xmlns:a16="http://schemas.microsoft.com/office/drawing/2014/main" id="{ED648AAA-A83D-204B-A8EE-17D40E6F622A}"/>
              </a:ext>
            </a:extLst>
          </p:cNvPr>
          <p:cNvSpPr>
            <a:spLocks noChangeArrowheads="1"/>
          </p:cNvSpPr>
          <p:nvPr/>
        </p:nvSpPr>
        <p:spPr bwMode="auto">
          <a:xfrm>
            <a:off x="4000500" y="1143000"/>
            <a:ext cx="4318000" cy="3619500"/>
          </a:xfrm>
          <a:prstGeom prst="wedgeEllipseCallout">
            <a:avLst>
              <a:gd name="adj1" fmla="val -66634"/>
              <a:gd name="adj2" fmla="val 29935"/>
            </a:avLst>
          </a:prstGeom>
          <a:gradFill rotWithShape="0">
            <a:gsLst>
              <a:gs pos="0">
                <a:schemeClr val="accent1">
                  <a:alpha val="52000"/>
                </a:schemeClr>
              </a:gs>
              <a:gs pos="100000">
                <a:schemeClr val="accent1">
                  <a:gamma/>
                  <a:shade val="74510"/>
                  <a:invGamma/>
                  <a:alpha val="50000"/>
                </a:schemeClr>
              </a:gs>
            </a:gsLst>
            <a:lin ang="5400000" scaled="1"/>
          </a:gradFill>
          <a:ln w="9525">
            <a:solidFill>
              <a:srgbClr val="000000"/>
            </a:solidFill>
            <a:miter lim="800000"/>
            <a:headEnd/>
            <a:tailEnd/>
          </a:ln>
          <a:effectLst/>
        </p:spPr>
        <p:txBody>
          <a:bodyPr wrap="none" anchor="ctr"/>
          <a:lstStyle/>
          <a:p>
            <a:pPr algn="ctr" defTabSz="761970">
              <a:defRPr/>
            </a:pPr>
            <a:endParaRPr lang="en-US" sz="2000">
              <a:solidFill>
                <a:srgbClr val="000099"/>
              </a:solidFill>
              <a:latin typeface="Arial" charset="0"/>
              <a:ea typeface="ＭＳ Ｐゴシック" charset="0"/>
              <a:cs typeface="ＭＳ Ｐゴシック" charset="0"/>
            </a:endParaRPr>
          </a:p>
        </p:txBody>
      </p:sp>
      <p:sp>
        <p:nvSpPr>
          <p:cNvPr id="35845" name="Rectangle 6">
            <a:extLst>
              <a:ext uri="{FF2B5EF4-FFF2-40B4-BE49-F238E27FC236}">
                <a16:creationId xmlns:a16="http://schemas.microsoft.com/office/drawing/2014/main" id="{75ABE283-6640-3940-96EC-0B1B4F0383BB}"/>
              </a:ext>
            </a:extLst>
          </p:cNvPr>
          <p:cNvSpPr>
            <a:spLocks noGrp="1" noChangeArrowheads="1"/>
          </p:cNvSpPr>
          <p:nvPr>
            <p:ph type="body" idx="1"/>
          </p:nvPr>
        </p:nvSpPr>
        <p:spPr>
          <a:xfrm>
            <a:off x="3873500" y="1651000"/>
            <a:ext cx="4254500" cy="3429000"/>
          </a:xfrm>
        </p:spPr>
        <p:txBody>
          <a:bodyPr/>
          <a:lstStyle/>
          <a:p>
            <a:pPr marL="507980" indent="-507980" eaLnBrk="1" hangingPunct="1">
              <a:buNone/>
            </a:pPr>
            <a:r>
              <a:rPr lang="en-US" altLang="en-US" sz="2333">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a:t>
            </a:r>
            <a:endParaRPr lang="en-US" altLang="en-US" sz="1000">
              <a:effectLst>
                <a:outerShdw blurRad="38100" dist="38100" dir="2700000" algn="tl">
                  <a:srgbClr val="000000"/>
                </a:outerShdw>
              </a:effectLst>
              <a:latin typeface="Monotype Corsiva" panose="03010101010201010101" pitchFamily="66" charset="0"/>
              <a:ea typeface="ＭＳ Ｐゴシック" panose="020B0600070205080204" pitchFamily="34" charset="-128"/>
            </a:endParaRPr>
          </a:p>
          <a:p>
            <a:pPr marL="825467" lvl="1" indent="-444482" eaLnBrk="1" hangingPunct="1">
              <a:lnSpc>
                <a:spcPct val="90000"/>
              </a:lnSpc>
              <a:buNone/>
            </a:pP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1. A sufficiently accurate knowledge of the </a:t>
            </a:r>
            <a:r>
              <a:rPr lang="en-US" altLang="en-US" sz="2000">
                <a:solidFill>
                  <a:schemeClr val="tx2"/>
                </a:solidFill>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state of the atmosphere at the initial time</a:t>
            </a:r>
            <a:endPar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endParaRPr>
          </a:p>
          <a:p>
            <a:pPr marL="825467" lvl="1" indent="-444482" eaLnBrk="1" hangingPunct="1">
              <a:lnSpc>
                <a:spcPct val="90000"/>
              </a:lnSpc>
              <a:buNone/>
            </a:pP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2. A sufficiently accurate knowledge of the </a:t>
            </a:r>
            <a:r>
              <a:rPr lang="en-US" altLang="en-US" sz="2000">
                <a:solidFill>
                  <a:schemeClr val="tx2"/>
                </a:solidFill>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laws</a:t>
            </a: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according to which one state of the atmosphere develops from another.</a:t>
            </a:r>
          </a:p>
        </p:txBody>
      </p:sp>
      <p:sp>
        <p:nvSpPr>
          <p:cNvPr id="40965" name="Rectangle 7">
            <a:extLst>
              <a:ext uri="{FF2B5EF4-FFF2-40B4-BE49-F238E27FC236}">
                <a16:creationId xmlns:a16="http://schemas.microsoft.com/office/drawing/2014/main" id="{F2EA3B33-8AC0-3B46-948B-3B7D6151A7D2}"/>
              </a:ext>
            </a:extLst>
          </p:cNvPr>
          <p:cNvSpPr>
            <a:spLocks noChangeArrowheads="1"/>
          </p:cNvSpPr>
          <p:nvPr/>
        </p:nvSpPr>
        <p:spPr bwMode="auto">
          <a:xfrm>
            <a:off x="4699000" y="5080000"/>
            <a:ext cx="29035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Vilhelm Bjerknes (1904)</a:t>
            </a:r>
          </a:p>
        </p:txBody>
      </p:sp>
    </p:spTree>
    <p:extLst>
      <p:ext uri="{BB962C8B-B14F-4D97-AF65-F5344CB8AC3E}">
        <p14:creationId xmlns:p14="http://schemas.microsoft.com/office/powerpoint/2010/main" val="285085334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375F9B67-A05E-E24D-BBB1-563545367A8B}"/>
              </a:ext>
            </a:extLst>
          </p:cNvPr>
          <p:cNvSpPr>
            <a:spLocks noGrp="1" noChangeArrowheads="1"/>
          </p:cNvSpPr>
          <p:nvPr>
            <p:ph type="title"/>
          </p:nvPr>
        </p:nvSpPr>
        <p:spPr>
          <a:xfrm>
            <a:off x="5257797" y="723900"/>
            <a:ext cx="3070490" cy="762000"/>
          </a:xfrm>
        </p:spPr>
        <p:txBody>
          <a:bodyPr/>
          <a:lstStyle/>
          <a:p>
            <a:pPr algn="l" eaLnBrk="1" hangingPunct="1"/>
            <a:r>
              <a:rPr lang="en-US" altLang="en-US" sz="2333" dirty="0">
                <a:ea typeface="ＭＳ Ｐゴシック" panose="020B0600070205080204" pitchFamily="34" charset="-128"/>
              </a:rPr>
              <a:t>Lewis Fry Richardson devised such an approach in 1922.</a:t>
            </a:r>
            <a:br>
              <a:rPr lang="en-US" altLang="en-US" sz="2333" dirty="0">
                <a:ea typeface="ＭＳ Ｐゴシック" panose="020B0600070205080204" pitchFamily="34" charset="-128"/>
              </a:rPr>
            </a:br>
            <a:endParaRPr lang="en-US" altLang="en-US" sz="2333" i="1" dirty="0">
              <a:ea typeface="ＭＳ Ｐゴシック" panose="020B0600070205080204" pitchFamily="34" charset="-128"/>
            </a:endParaRPr>
          </a:p>
        </p:txBody>
      </p:sp>
      <p:pic>
        <p:nvPicPr>
          <p:cNvPr id="43010" name="Picture 5" descr="LFRsig300">
            <a:extLst>
              <a:ext uri="{FF2B5EF4-FFF2-40B4-BE49-F238E27FC236}">
                <a16:creationId xmlns:a16="http://schemas.microsoft.com/office/drawing/2014/main" id="{BA980273-F3F2-4247-B61D-0F60DFD89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422511"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A23D7114-AB6F-1F44-B0F3-D9C8A78AC4CF}"/>
              </a:ext>
            </a:extLst>
          </p:cNvPr>
          <p:cNvPicPr>
            <a:picLocks noChangeAspect="1"/>
          </p:cNvPicPr>
          <p:nvPr/>
        </p:nvPicPr>
        <p:blipFill>
          <a:blip r:embed="rId4"/>
          <a:stretch>
            <a:fillRect/>
          </a:stretch>
        </p:blipFill>
        <p:spPr>
          <a:xfrm>
            <a:off x="4648200" y="1714500"/>
            <a:ext cx="4343400" cy="6240518"/>
          </a:xfrm>
          <a:prstGeom prst="rect">
            <a:avLst/>
          </a:prstGeom>
        </p:spPr>
      </p:pic>
    </p:spTree>
    <p:extLst>
      <p:ext uri="{BB962C8B-B14F-4D97-AF65-F5344CB8AC3E}">
        <p14:creationId xmlns:p14="http://schemas.microsoft.com/office/powerpoint/2010/main" val="1919806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6EF38E54-63D0-4C4D-B905-C16689719E89}"/>
              </a:ext>
            </a:extLst>
          </p:cNvPr>
          <p:cNvSpPr>
            <a:spLocks noGrp="1" noChangeArrowheads="1"/>
          </p:cNvSpPr>
          <p:nvPr>
            <p:ph type="title"/>
          </p:nvPr>
        </p:nvSpPr>
        <p:spPr>
          <a:xfrm>
            <a:off x="1079500" y="5016500"/>
            <a:ext cx="7112000" cy="571500"/>
          </a:xfrm>
          <a:solidFill>
            <a:srgbClr val="EB66FF"/>
          </a:solidFill>
          <a:ln>
            <a:solidFill>
              <a:srgbClr val="000000"/>
            </a:solidFill>
            <a:miter lim="800000"/>
            <a:headEnd/>
            <a:tailEnd/>
          </a:ln>
        </p:spPr>
        <p:txBody>
          <a:bodyPr/>
          <a:lstStyle/>
          <a:p>
            <a:pPr eaLnBrk="1" hangingPunct="1"/>
            <a:r>
              <a:rPr lang="en-US" altLang="en-US" sz="2667">
                <a:solidFill>
                  <a:srgbClr val="000000"/>
                </a:solidFill>
                <a:ea typeface="ＭＳ Ｐゴシック" panose="020B0600070205080204" pitchFamily="34" charset="-128"/>
              </a:rPr>
              <a:t>Richardson’s </a:t>
            </a:r>
            <a:r>
              <a:rPr lang="ja-JP" altLang="en-US" sz="2667">
                <a:solidFill>
                  <a:srgbClr val="000000"/>
                </a:solidFill>
                <a:ea typeface="ＭＳ Ｐゴシック" panose="020B0600070205080204" pitchFamily="34" charset="-128"/>
              </a:rPr>
              <a:t>“</a:t>
            </a:r>
            <a:r>
              <a:rPr lang="en-US" altLang="ja-JP" sz="2667">
                <a:solidFill>
                  <a:srgbClr val="000000"/>
                </a:solidFill>
                <a:ea typeface="ＭＳ Ｐゴシック" panose="020B0600070205080204" pitchFamily="34" charset="-128"/>
              </a:rPr>
              <a:t>Dream</a:t>
            </a:r>
            <a:r>
              <a:rPr lang="ja-JP" altLang="en-US" sz="2667">
                <a:solidFill>
                  <a:srgbClr val="000000"/>
                </a:solidFill>
                <a:ea typeface="ＭＳ Ｐゴシック" panose="020B0600070205080204" pitchFamily="34" charset="-128"/>
              </a:rPr>
              <a:t>”</a:t>
            </a:r>
            <a:r>
              <a:rPr lang="en-US" altLang="ja-JP" sz="2667">
                <a:solidFill>
                  <a:srgbClr val="000000"/>
                </a:solidFill>
                <a:ea typeface="ＭＳ Ｐゴシック" panose="020B0600070205080204" pitchFamily="34" charset="-128"/>
              </a:rPr>
              <a:t>: The Forecast Factory</a:t>
            </a:r>
            <a:endParaRPr lang="en-US" altLang="en-US" sz="2667">
              <a:solidFill>
                <a:srgbClr val="000000"/>
              </a:solidFill>
              <a:ea typeface="ＭＳ Ｐゴシック" panose="020B0600070205080204" pitchFamily="34" charset="-128"/>
            </a:endParaRPr>
          </a:p>
        </p:txBody>
      </p:sp>
      <p:pic>
        <p:nvPicPr>
          <p:cNvPr id="45058" name="Picture 3" descr="theater_full">
            <a:extLst>
              <a:ext uri="{FF2B5EF4-FFF2-40B4-BE49-F238E27FC236}">
                <a16:creationId xmlns:a16="http://schemas.microsoft.com/office/drawing/2014/main" id="{007C5F31-1E00-2747-A015-CBE254C17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0"/>
            <a:ext cx="6223000" cy="48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AutoShape 4">
            <a:extLst>
              <a:ext uri="{FF2B5EF4-FFF2-40B4-BE49-F238E27FC236}">
                <a16:creationId xmlns:a16="http://schemas.microsoft.com/office/drawing/2014/main" id="{41A58CD6-437A-614B-86DE-298A3EBEF9BE}"/>
              </a:ext>
            </a:extLst>
          </p:cNvPr>
          <p:cNvSpPr>
            <a:spLocks noChangeArrowheads="1"/>
          </p:cNvSpPr>
          <p:nvPr/>
        </p:nvSpPr>
        <p:spPr bwMode="auto">
          <a:xfrm rot="2075024" flipH="1" flipV="1">
            <a:off x="2663032" y="584729"/>
            <a:ext cx="300302" cy="248708"/>
          </a:xfrm>
          <a:prstGeom prst="parallelogram">
            <a:avLst>
              <a:gd name="adj" fmla="val 27274"/>
            </a:avLst>
          </a:prstGeom>
          <a:solidFill>
            <a:schemeClr val="tx2"/>
          </a:solidFill>
          <a:ln w="317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45060" name="Text Box 5">
            <a:extLst>
              <a:ext uri="{FF2B5EF4-FFF2-40B4-BE49-F238E27FC236}">
                <a16:creationId xmlns:a16="http://schemas.microsoft.com/office/drawing/2014/main" id="{DE49AE98-2341-1C40-A5D7-D6F3B51DB47B}"/>
              </a:ext>
            </a:extLst>
          </p:cNvPr>
          <p:cNvSpPr txBox="1">
            <a:spLocks noChangeArrowheads="1"/>
          </p:cNvSpPr>
          <p:nvPr/>
        </p:nvSpPr>
        <p:spPr bwMode="auto">
          <a:xfrm>
            <a:off x="825500" y="444500"/>
            <a:ext cx="122501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00"/>
                </a:solidFill>
              </a:rPr>
              <a:t>220 km </a:t>
            </a:r>
          </a:p>
          <a:p>
            <a:pPr defTabSz="761970"/>
            <a:r>
              <a:rPr lang="en-US" altLang="en-US" sz="2000">
                <a:solidFill>
                  <a:srgbClr val="FFFF00"/>
                </a:solidFill>
              </a:rPr>
              <a:t>on a side</a:t>
            </a:r>
          </a:p>
        </p:txBody>
      </p:sp>
      <p:sp>
        <p:nvSpPr>
          <p:cNvPr id="45061" name="Line 6">
            <a:extLst>
              <a:ext uri="{FF2B5EF4-FFF2-40B4-BE49-F238E27FC236}">
                <a16:creationId xmlns:a16="http://schemas.microsoft.com/office/drawing/2014/main" id="{7BDD2734-0462-5341-A97C-9ADCE79951CC}"/>
              </a:ext>
            </a:extLst>
          </p:cNvPr>
          <p:cNvSpPr>
            <a:spLocks noChangeShapeType="1"/>
          </p:cNvSpPr>
          <p:nvPr/>
        </p:nvSpPr>
        <p:spPr bwMode="auto">
          <a:xfrm flipV="1">
            <a:off x="1841500" y="571500"/>
            <a:ext cx="952500" cy="63500"/>
          </a:xfrm>
          <a:prstGeom prst="line">
            <a:avLst/>
          </a:prstGeom>
          <a:noFill/>
          <a:ln w="38100">
            <a:solidFill>
              <a:srgbClr val="FF081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45062" name="Text Box 7">
            <a:extLst>
              <a:ext uri="{FF2B5EF4-FFF2-40B4-BE49-F238E27FC236}">
                <a16:creationId xmlns:a16="http://schemas.microsoft.com/office/drawing/2014/main" id="{AB3F8AAB-E572-974B-BF24-07B9A73AF11A}"/>
              </a:ext>
            </a:extLst>
          </p:cNvPr>
          <p:cNvSpPr txBox="1">
            <a:spLocks noChangeArrowheads="1"/>
          </p:cNvSpPr>
          <p:nvPr/>
        </p:nvSpPr>
        <p:spPr bwMode="auto">
          <a:xfrm>
            <a:off x="820208" y="1714500"/>
            <a:ext cx="138050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00"/>
                </a:solidFill>
              </a:rPr>
              <a:t>64,000</a:t>
            </a:r>
          </a:p>
          <a:p>
            <a:pPr defTabSz="761970"/>
            <a:r>
              <a:rPr lang="en-US" altLang="en-US" sz="2000">
                <a:solidFill>
                  <a:srgbClr val="FFFF00"/>
                </a:solidFill>
              </a:rPr>
              <a:t>human</a:t>
            </a:r>
          </a:p>
          <a:p>
            <a:pPr defTabSz="761970"/>
            <a:r>
              <a:rPr lang="en-US" altLang="en-US" sz="2000">
                <a:solidFill>
                  <a:srgbClr val="FFFF00"/>
                </a:solidFill>
              </a:rPr>
              <a:t>computers</a:t>
            </a:r>
          </a:p>
        </p:txBody>
      </p:sp>
      <p:sp>
        <p:nvSpPr>
          <p:cNvPr id="39944" name="Text Box 8">
            <a:extLst>
              <a:ext uri="{FF2B5EF4-FFF2-40B4-BE49-F238E27FC236}">
                <a16:creationId xmlns:a16="http://schemas.microsoft.com/office/drawing/2014/main" id="{88305EDE-EC0C-7445-B314-3892353CC698}"/>
              </a:ext>
            </a:extLst>
          </p:cNvPr>
          <p:cNvSpPr txBox="1">
            <a:spLocks noChangeArrowheads="1"/>
          </p:cNvSpPr>
          <p:nvPr/>
        </p:nvSpPr>
        <p:spPr bwMode="auto">
          <a:xfrm>
            <a:off x="4128824" y="952500"/>
            <a:ext cx="1439818" cy="400110"/>
          </a:xfrm>
          <a:prstGeom prst="rect">
            <a:avLst/>
          </a:prstGeom>
          <a:noFill/>
          <a:ln w="9525">
            <a:noFill/>
            <a:miter lim="800000"/>
            <a:headEnd/>
            <a:tailEnd/>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b="1">
                <a:solidFill>
                  <a:srgbClr val="FF0810"/>
                </a:solidFill>
                <a:effectLst>
                  <a:outerShdw blurRad="38100" dist="38100" dir="2700000" algn="tl">
                    <a:srgbClr val="000000"/>
                  </a:outerShdw>
                </a:effectLst>
              </a:rPr>
              <a:t>conductor</a:t>
            </a:r>
          </a:p>
        </p:txBody>
      </p:sp>
      <p:sp>
        <p:nvSpPr>
          <p:cNvPr id="45064" name="Line 9">
            <a:extLst>
              <a:ext uri="{FF2B5EF4-FFF2-40B4-BE49-F238E27FC236}">
                <a16:creationId xmlns:a16="http://schemas.microsoft.com/office/drawing/2014/main" id="{A493A015-E670-E542-9149-EC3CD296A594}"/>
              </a:ext>
            </a:extLst>
          </p:cNvPr>
          <p:cNvSpPr>
            <a:spLocks noChangeShapeType="1"/>
          </p:cNvSpPr>
          <p:nvPr/>
        </p:nvSpPr>
        <p:spPr bwMode="auto">
          <a:xfrm>
            <a:off x="1778000" y="2159000"/>
            <a:ext cx="889000" cy="317500"/>
          </a:xfrm>
          <a:prstGeom prst="line">
            <a:avLst/>
          </a:prstGeom>
          <a:noFill/>
          <a:ln w="38100">
            <a:solidFill>
              <a:srgbClr val="FF081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45065" name="Line 10">
            <a:extLst>
              <a:ext uri="{FF2B5EF4-FFF2-40B4-BE49-F238E27FC236}">
                <a16:creationId xmlns:a16="http://schemas.microsoft.com/office/drawing/2014/main" id="{FEA35DB0-4BC5-0E44-927B-ADBF7F803399}"/>
              </a:ext>
            </a:extLst>
          </p:cNvPr>
          <p:cNvSpPr>
            <a:spLocks noChangeShapeType="1"/>
          </p:cNvSpPr>
          <p:nvPr/>
        </p:nvSpPr>
        <p:spPr bwMode="auto">
          <a:xfrm>
            <a:off x="1841500" y="2667000"/>
            <a:ext cx="635000" cy="1397000"/>
          </a:xfrm>
          <a:prstGeom prst="line">
            <a:avLst/>
          </a:prstGeom>
          <a:noFill/>
          <a:ln w="38100">
            <a:solidFill>
              <a:srgbClr val="FF081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39947" name="Text Box 8">
            <a:extLst>
              <a:ext uri="{FF2B5EF4-FFF2-40B4-BE49-F238E27FC236}">
                <a16:creationId xmlns:a16="http://schemas.microsoft.com/office/drawing/2014/main" id="{436D29F6-9C4A-1C49-BCC1-81E62C3DF70D}"/>
              </a:ext>
            </a:extLst>
          </p:cNvPr>
          <p:cNvSpPr txBox="1">
            <a:spLocks noChangeArrowheads="1"/>
          </p:cNvSpPr>
          <p:nvPr/>
        </p:nvSpPr>
        <p:spPr bwMode="auto">
          <a:xfrm>
            <a:off x="6147594" y="833438"/>
            <a:ext cx="556563" cy="400110"/>
          </a:xfrm>
          <a:prstGeom prst="rect">
            <a:avLst/>
          </a:prstGeom>
          <a:noFill/>
          <a:ln w="9525">
            <a:noFill/>
            <a:miter lim="800000"/>
            <a:headEnd/>
            <a:tailEnd/>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b="1">
                <a:solidFill>
                  <a:srgbClr val="FCFF2E"/>
                </a:solidFill>
                <a:effectLst>
                  <a:outerShdw blurRad="38100" dist="38100" dir="2700000" algn="tl">
                    <a:srgbClr val="000000"/>
                  </a:outerShdw>
                </a:effectLst>
              </a:rPr>
              <a:t>UK</a:t>
            </a:r>
          </a:p>
        </p:txBody>
      </p:sp>
    </p:spTree>
    <p:extLst>
      <p:ext uri="{BB962C8B-B14F-4D97-AF65-F5344CB8AC3E}">
        <p14:creationId xmlns:p14="http://schemas.microsoft.com/office/powerpoint/2010/main" val="3647274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2" descr="map_grid">
            <a:extLst>
              <a:ext uri="{FF2B5EF4-FFF2-40B4-BE49-F238E27FC236}">
                <a16:creationId xmlns:a16="http://schemas.microsoft.com/office/drawing/2014/main" id="{93A22A12-A137-2E4F-97F4-EE02F2150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2292" y="1587500"/>
            <a:ext cx="3721365" cy="336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6" name="Rectangle 3">
            <a:extLst>
              <a:ext uri="{FF2B5EF4-FFF2-40B4-BE49-F238E27FC236}">
                <a16:creationId xmlns:a16="http://schemas.microsoft.com/office/drawing/2014/main" id="{9E8D9C63-CEAA-394A-8C42-6B9E3AA7E8E4}"/>
              </a:ext>
            </a:extLst>
          </p:cNvPr>
          <p:cNvSpPr>
            <a:spLocks noChangeArrowheads="1"/>
          </p:cNvSpPr>
          <p:nvPr/>
        </p:nvSpPr>
        <p:spPr bwMode="auto">
          <a:xfrm>
            <a:off x="762000" y="127000"/>
            <a:ext cx="75565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eaLnBrk="1" hangingPunct="1"/>
            <a:r>
              <a:rPr lang="en-US" altLang="en-US" sz="2667">
                <a:solidFill>
                  <a:srgbClr val="FFFF00"/>
                </a:solidFill>
              </a:rPr>
              <a:t>Richardson’s attempt was comparatively modest. </a:t>
            </a:r>
            <a:br>
              <a:rPr lang="en-US" altLang="en-US" sz="2667">
                <a:solidFill>
                  <a:srgbClr val="FFFF00"/>
                </a:solidFill>
              </a:rPr>
            </a:br>
            <a:endParaRPr lang="en-US" altLang="en-US" sz="2667">
              <a:solidFill>
                <a:srgbClr val="FFFF00"/>
              </a:solidFill>
            </a:endParaRPr>
          </a:p>
        </p:txBody>
      </p:sp>
      <p:pic>
        <p:nvPicPr>
          <p:cNvPr id="47107" name="Picture 4" descr="mapgrid">
            <a:extLst>
              <a:ext uri="{FF2B5EF4-FFF2-40B4-BE49-F238E27FC236}">
                <a16:creationId xmlns:a16="http://schemas.microsoft.com/office/drawing/2014/main" id="{8793D29F-52FF-5B49-BF40-8FDB0AC59A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635000"/>
            <a:ext cx="5588000"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7669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0A24B7F-2BAB-F240-94B9-BF49BFBBEA01}"/>
              </a:ext>
            </a:extLst>
          </p:cNvPr>
          <p:cNvSpPr>
            <a:spLocks noChangeArrowheads="1"/>
          </p:cNvSpPr>
          <p:nvPr/>
        </p:nvSpPr>
        <p:spPr bwMode="auto">
          <a:xfrm>
            <a:off x="1333500" y="1460500"/>
            <a:ext cx="32385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85739" indent="-285739" defTabSz="761970" eaLnBrk="1" hangingPunct="1">
              <a:lnSpc>
                <a:spcPct val="90000"/>
              </a:lnSpc>
              <a:spcBef>
                <a:spcPct val="20000"/>
              </a:spcBef>
              <a:buFontTx/>
              <a:buChar char="•"/>
            </a:pPr>
            <a:endParaRPr lang="en-US" altLang="en-US" sz="2333">
              <a:solidFill>
                <a:srgbClr val="FFFFFF"/>
              </a:solidFill>
            </a:endParaRPr>
          </a:p>
        </p:txBody>
      </p:sp>
      <p:sp>
        <p:nvSpPr>
          <p:cNvPr id="49154" name="Rectangle 3">
            <a:extLst>
              <a:ext uri="{FF2B5EF4-FFF2-40B4-BE49-F238E27FC236}">
                <a16:creationId xmlns:a16="http://schemas.microsoft.com/office/drawing/2014/main" id="{A911E907-1A59-D34D-BC43-22514C003BB8}"/>
              </a:ext>
            </a:extLst>
          </p:cNvPr>
          <p:cNvSpPr>
            <a:spLocks noGrp="1" noChangeArrowheads="1"/>
          </p:cNvSpPr>
          <p:nvPr>
            <p:ph type="title"/>
          </p:nvPr>
        </p:nvSpPr>
        <p:spPr>
          <a:xfrm>
            <a:off x="2794000" y="254000"/>
            <a:ext cx="5588000" cy="1206500"/>
          </a:xfrm>
        </p:spPr>
        <p:txBody>
          <a:bodyPr/>
          <a:lstStyle/>
          <a:p>
            <a:pPr algn="l" eaLnBrk="1" hangingPunct="1"/>
            <a:r>
              <a:rPr lang="en-US" altLang="en-US" sz="3000">
                <a:ea typeface="ＭＳ Ｐゴシック" panose="020B0600070205080204" pitchFamily="34" charset="-128"/>
              </a:rPr>
              <a:t>Richardson failed spectacularly. </a:t>
            </a:r>
            <a:br>
              <a:rPr lang="en-US" altLang="en-US" sz="3000">
                <a:ea typeface="ＭＳ Ｐゴシック" panose="020B0600070205080204" pitchFamily="34" charset="-128"/>
              </a:rPr>
            </a:br>
            <a:endParaRPr lang="en-US" altLang="en-US" sz="3000">
              <a:ea typeface="ＭＳ Ｐゴシック" panose="020B0600070205080204" pitchFamily="34" charset="-128"/>
            </a:endParaRPr>
          </a:p>
        </p:txBody>
      </p:sp>
      <p:sp>
        <p:nvSpPr>
          <p:cNvPr id="49155" name="Rectangle 4">
            <a:extLst>
              <a:ext uri="{FF2B5EF4-FFF2-40B4-BE49-F238E27FC236}">
                <a16:creationId xmlns:a16="http://schemas.microsoft.com/office/drawing/2014/main" id="{470AD29B-E970-C340-97A7-CCA712F9B14D}"/>
              </a:ext>
            </a:extLst>
          </p:cNvPr>
          <p:cNvSpPr>
            <a:spLocks noGrp="1" noChangeArrowheads="1"/>
          </p:cNvSpPr>
          <p:nvPr>
            <p:ph type="body" idx="1"/>
          </p:nvPr>
        </p:nvSpPr>
        <p:spPr>
          <a:xfrm>
            <a:off x="3238500" y="1270000"/>
            <a:ext cx="4508500" cy="3175000"/>
          </a:xfrm>
        </p:spPr>
        <p:txBody>
          <a:bodyPr/>
          <a:lstStyle/>
          <a:p>
            <a:pPr eaLnBrk="1" hangingPunct="1">
              <a:lnSpc>
                <a:spcPct val="90000"/>
              </a:lnSpc>
              <a:buFontTx/>
              <a:buNone/>
            </a:pPr>
            <a:r>
              <a:rPr lang="en-US" altLang="en-US" sz="2333">
                <a:ea typeface="ＭＳ Ｐゴシック" panose="020B0600070205080204" pitchFamily="34" charset="-128"/>
              </a:rPr>
              <a:t>Months of calculations</a:t>
            </a:r>
          </a:p>
          <a:p>
            <a:pPr eaLnBrk="1" hangingPunct="1">
              <a:lnSpc>
                <a:spcPct val="90000"/>
              </a:lnSpc>
              <a:buFontTx/>
              <a:buNone/>
            </a:pPr>
            <a:endParaRPr lang="en-US" altLang="en-US" sz="2333">
              <a:ea typeface="ＭＳ Ｐゴシック" panose="020B0600070205080204" pitchFamily="34" charset="-128"/>
            </a:endParaRPr>
          </a:p>
          <a:p>
            <a:pPr eaLnBrk="1" hangingPunct="1">
              <a:lnSpc>
                <a:spcPct val="90000"/>
              </a:lnSpc>
              <a:buFontTx/>
              <a:buNone/>
            </a:pPr>
            <a:r>
              <a:rPr lang="en-US" altLang="en-US" sz="2333">
                <a:ea typeface="ＭＳ Ｐゴシック" panose="020B0600070205080204" pitchFamily="34" charset="-128"/>
              </a:rPr>
              <a:t>Pressure changes were 10–100 times too large!</a:t>
            </a:r>
          </a:p>
        </p:txBody>
      </p:sp>
      <p:sp>
        <p:nvSpPr>
          <p:cNvPr id="49156" name="Rectangle 5">
            <a:extLst>
              <a:ext uri="{FF2B5EF4-FFF2-40B4-BE49-F238E27FC236}">
                <a16:creationId xmlns:a16="http://schemas.microsoft.com/office/drawing/2014/main" id="{C24AC592-36D1-6E4F-9D69-CE412D2C5587}"/>
              </a:ext>
            </a:extLst>
          </p:cNvPr>
          <p:cNvSpPr>
            <a:spLocks noChangeArrowheads="1"/>
          </p:cNvSpPr>
          <p:nvPr/>
        </p:nvSpPr>
        <p:spPr bwMode="auto">
          <a:xfrm>
            <a:off x="1143000" y="3683000"/>
            <a:ext cx="70485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eaLnBrk="1" hangingPunct="1"/>
            <a:r>
              <a:rPr lang="en-US" altLang="en-US" sz="2667" i="1">
                <a:solidFill>
                  <a:srgbClr val="FFFF00"/>
                </a:solidFill>
              </a:rPr>
              <a:t>But,</a:t>
            </a:r>
            <a:r>
              <a:rPr lang="en-US" altLang="en-US" sz="2667">
                <a:solidFill>
                  <a:srgbClr val="FFFF00"/>
                </a:solidFill>
              </a:rPr>
              <a:t> </a:t>
            </a:r>
            <a:br>
              <a:rPr lang="en-US" altLang="en-US" sz="2667">
                <a:solidFill>
                  <a:srgbClr val="FFFF00"/>
                </a:solidFill>
              </a:rPr>
            </a:br>
            <a:r>
              <a:rPr lang="en-US" altLang="en-US" sz="2667">
                <a:solidFill>
                  <a:srgbClr val="FFFF00"/>
                </a:solidFill>
              </a:rPr>
              <a:t>he devised many of the modern principles of modern numerical weather forecasts.</a:t>
            </a:r>
          </a:p>
          <a:p>
            <a:pPr defTabSz="761970" eaLnBrk="1" hangingPunct="1"/>
            <a:endParaRPr lang="en-US" altLang="en-US" sz="2667">
              <a:solidFill>
                <a:srgbClr val="FFFF00"/>
              </a:solidFill>
            </a:endParaRPr>
          </a:p>
          <a:p>
            <a:pPr defTabSz="761970" eaLnBrk="1" hangingPunct="1"/>
            <a:r>
              <a:rPr lang="en-US" altLang="en-US" sz="2667">
                <a:solidFill>
                  <a:srgbClr val="FFFF00"/>
                </a:solidFill>
              </a:rPr>
              <a:t>He was 30 years ahead of his time.</a:t>
            </a:r>
          </a:p>
        </p:txBody>
      </p:sp>
      <p:grpSp>
        <p:nvGrpSpPr>
          <p:cNvPr id="49157" name="Group 10">
            <a:extLst>
              <a:ext uri="{FF2B5EF4-FFF2-40B4-BE49-F238E27FC236}">
                <a16:creationId xmlns:a16="http://schemas.microsoft.com/office/drawing/2014/main" id="{7A293B5D-DF05-E646-9021-A8486E8DDA4F}"/>
              </a:ext>
            </a:extLst>
          </p:cNvPr>
          <p:cNvGrpSpPr>
            <a:grpSpLocks/>
          </p:cNvGrpSpPr>
          <p:nvPr/>
        </p:nvGrpSpPr>
        <p:grpSpPr bwMode="auto">
          <a:xfrm>
            <a:off x="508000" y="-76729"/>
            <a:ext cx="2857500" cy="3188229"/>
            <a:chOff x="0" y="31"/>
            <a:chExt cx="1979" cy="2290"/>
          </a:xfrm>
        </p:grpSpPr>
        <p:pic>
          <p:nvPicPr>
            <p:cNvPr id="49158" name="Picture 6" descr="Lewis_Fry_Richardson">
              <a:extLst>
                <a:ext uri="{FF2B5EF4-FFF2-40B4-BE49-F238E27FC236}">
                  <a16:creationId xmlns:a16="http://schemas.microsoft.com/office/drawing/2014/main" id="{A74C4E23-F157-4A4F-A77B-B21735BFE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 y="65"/>
              <a:ext cx="1507" cy="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Rectangle 7">
              <a:extLst>
                <a:ext uri="{FF2B5EF4-FFF2-40B4-BE49-F238E27FC236}">
                  <a16:creationId xmlns:a16="http://schemas.microsoft.com/office/drawing/2014/main" id="{2D436C96-A431-EE45-8C87-176DD1810EAA}"/>
                </a:ext>
              </a:extLst>
            </p:cNvPr>
            <p:cNvSpPr>
              <a:spLocks noChangeArrowheads="1"/>
            </p:cNvSpPr>
            <p:nvPr/>
          </p:nvSpPr>
          <p:spPr bwMode="auto">
            <a:xfrm>
              <a:off x="0" y="31"/>
              <a:ext cx="1872" cy="65"/>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49160" name="Rectangle 8">
              <a:extLst>
                <a:ext uri="{FF2B5EF4-FFF2-40B4-BE49-F238E27FC236}">
                  <a16:creationId xmlns:a16="http://schemas.microsoft.com/office/drawing/2014/main" id="{BDA6756D-7C4C-2945-993F-F98C1C4FEA3C}"/>
                </a:ext>
              </a:extLst>
            </p:cNvPr>
            <p:cNvSpPr>
              <a:spLocks noChangeArrowheads="1"/>
            </p:cNvSpPr>
            <p:nvPr/>
          </p:nvSpPr>
          <p:spPr bwMode="auto">
            <a:xfrm>
              <a:off x="107" y="2223"/>
              <a:ext cx="1872" cy="65"/>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49161" name="Rectangle 9">
              <a:extLst>
                <a:ext uri="{FF2B5EF4-FFF2-40B4-BE49-F238E27FC236}">
                  <a16:creationId xmlns:a16="http://schemas.microsoft.com/office/drawing/2014/main" id="{6784B189-AEE6-CD44-B2A7-D766DA8CF35B}"/>
                </a:ext>
              </a:extLst>
            </p:cNvPr>
            <p:cNvSpPr>
              <a:spLocks noChangeArrowheads="1"/>
            </p:cNvSpPr>
            <p:nvPr/>
          </p:nvSpPr>
          <p:spPr bwMode="auto">
            <a:xfrm>
              <a:off x="96" y="48"/>
              <a:ext cx="48" cy="2273"/>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grpSp>
    </p:spTree>
    <p:extLst>
      <p:ext uri="{BB962C8B-B14F-4D97-AF65-F5344CB8AC3E}">
        <p14:creationId xmlns:p14="http://schemas.microsoft.com/office/powerpoint/2010/main" val="1275889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6">
            <a:extLst>
              <a:ext uri="{FF2B5EF4-FFF2-40B4-BE49-F238E27FC236}">
                <a16:creationId xmlns:a16="http://schemas.microsoft.com/office/drawing/2014/main" id="{5CFD7BFD-65A1-7648-998D-58B74767E532}"/>
              </a:ext>
            </a:extLst>
          </p:cNvPr>
          <p:cNvSpPr>
            <a:spLocks noGrp="1" noChangeArrowheads="1"/>
          </p:cNvSpPr>
          <p:nvPr>
            <p:ph type="body" idx="1"/>
          </p:nvPr>
        </p:nvSpPr>
        <p:spPr>
          <a:xfrm>
            <a:off x="114300" y="100950"/>
            <a:ext cx="8915400" cy="836605"/>
          </a:xfrm>
        </p:spPr>
        <p:txBody>
          <a:bodyPr/>
          <a:lstStyle/>
          <a:p>
            <a:pPr eaLnBrk="1" hangingPunct="1">
              <a:lnSpc>
                <a:spcPct val="90000"/>
              </a:lnSpc>
              <a:spcBef>
                <a:spcPct val="0"/>
              </a:spcBef>
              <a:buFontTx/>
              <a:buNone/>
            </a:pPr>
            <a:r>
              <a:rPr lang="en-US" altLang="en-US" sz="2800" dirty="0">
                <a:solidFill>
                  <a:srgbClr val="FFFF00"/>
                </a:solidFill>
                <a:ea typeface="ＭＳ Ｐゴシック" panose="020B0600070205080204" pitchFamily="34" charset="-128"/>
              </a:rPr>
              <a:t>In 1949, Charney, </a:t>
            </a:r>
            <a:r>
              <a:rPr lang="en-US" altLang="en-US" sz="2800" dirty="0" err="1">
                <a:solidFill>
                  <a:srgbClr val="FFFF00"/>
                </a:solidFill>
                <a:ea typeface="ＭＳ Ｐゴシック" panose="020B0600070205080204" pitchFamily="34" charset="-128"/>
              </a:rPr>
              <a:t>Fjørtoft</a:t>
            </a:r>
            <a:r>
              <a:rPr lang="en-US" altLang="en-US" sz="2800" dirty="0">
                <a:solidFill>
                  <a:srgbClr val="FFFF00"/>
                </a:solidFill>
                <a:ea typeface="ＭＳ Ｐゴシック" panose="020B0600070205080204" pitchFamily="34" charset="-128"/>
              </a:rPr>
              <a:t>, and von Neumann made the first computer-generated forecast of flow in the middle atmosphere.</a:t>
            </a:r>
          </a:p>
        </p:txBody>
      </p:sp>
      <p:grpSp>
        <p:nvGrpSpPr>
          <p:cNvPr id="6" name="Group 5">
            <a:extLst>
              <a:ext uri="{FF2B5EF4-FFF2-40B4-BE49-F238E27FC236}">
                <a16:creationId xmlns:a16="http://schemas.microsoft.com/office/drawing/2014/main" id="{70EDCD43-E1BB-2B42-BCE2-B1239B5C21A3}"/>
              </a:ext>
            </a:extLst>
          </p:cNvPr>
          <p:cNvGrpSpPr/>
          <p:nvPr/>
        </p:nvGrpSpPr>
        <p:grpSpPr>
          <a:xfrm>
            <a:off x="366156" y="1562100"/>
            <a:ext cx="8663544" cy="2809814"/>
            <a:chOff x="265657" y="931797"/>
            <a:chExt cx="8663544" cy="2809814"/>
          </a:xfrm>
        </p:grpSpPr>
        <p:sp>
          <p:nvSpPr>
            <p:cNvPr id="455687" name="Rectangle 7">
              <a:extLst>
                <a:ext uri="{FF2B5EF4-FFF2-40B4-BE49-F238E27FC236}">
                  <a16:creationId xmlns:a16="http://schemas.microsoft.com/office/drawing/2014/main" id="{63A544A1-9DA5-4B4F-A936-31926A1E0998}"/>
                </a:ext>
              </a:extLst>
            </p:cNvPr>
            <p:cNvSpPr>
              <a:spLocks noChangeArrowheads="1"/>
            </p:cNvSpPr>
            <p:nvPr/>
          </p:nvSpPr>
          <p:spPr bwMode="auto">
            <a:xfrm>
              <a:off x="1165928" y="2918818"/>
              <a:ext cx="1247457" cy="502766"/>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667" b="1" dirty="0">
                  <a:solidFill>
                    <a:srgbClr val="EB66FF"/>
                  </a:solidFill>
                  <a:effectLst>
                    <a:outerShdw blurRad="38100" dist="38100" dir="2700000" algn="tl">
                      <a:srgbClr val="000000"/>
                    </a:outerShdw>
                  </a:effectLst>
                </a:rPr>
                <a:t>ENIAC</a:t>
              </a:r>
            </a:p>
          </p:txBody>
        </p:sp>
        <p:pic>
          <p:nvPicPr>
            <p:cNvPr id="51206" name="Picture 10">
              <a:extLst>
                <a:ext uri="{FF2B5EF4-FFF2-40B4-BE49-F238E27FC236}">
                  <a16:creationId xmlns:a16="http://schemas.microsoft.com/office/drawing/2014/main" id="{A9A3F1B5-5FBA-F349-9924-BB19627F9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657" y="931797"/>
              <a:ext cx="3048000" cy="198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1CA298F2-7E44-874A-B3A4-87274C9C7929}"/>
                </a:ext>
              </a:extLst>
            </p:cNvPr>
            <p:cNvPicPr>
              <a:picLocks noChangeAspect="1"/>
            </p:cNvPicPr>
            <p:nvPr/>
          </p:nvPicPr>
          <p:blipFill>
            <a:blip r:embed="rId4"/>
            <a:stretch>
              <a:fillRect/>
            </a:stretch>
          </p:blipFill>
          <p:spPr>
            <a:xfrm>
              <a:off x="3632585" y="931797"/>
              <a:ext cx="2578108" cy="2279385"/>
            </a:xfrm>
            <a:prstGeom prst="rect">
              <a:avLst/>
            </a:prstGeom>
          </p:spPr>
        </p:pic>
        <p:sp>
          <p:nvSpPr>
            <p:cNvPr id="9" name="TextBox 8">
              <a:extLst>
                <a:ext uri="{FF2B5EF4-FFF2-40B4-BE49-F238E27FC236}">
                  <a16:creationId xmlns:a16="http://schemas.microsoft.com/office/drawing/2014/main" id="{E0F74FF0-C984-5946-95CB-3CDC49ECFFB5}"/>
                </a:ext>
              </a:extLst>
            </p:cNvPr>
            <p:cNvSpPr txBox="1"/>
            <p:nvPr/>
          </p:nvSpPr>
          <p:spPr>
            <a:xfrm>
              <a:off x="6313714" y="3211182"/>
              <a:ext cx="2185214" cy="502573"/>
            </a:xfrm>
            <a:prstGeom prst="rect">
              <a:avLst/>
            </a:prstGeom>
            <a:noFill/>
          </p:spPr>
          <p:txBody>
            <a:bodyPr wrap="none" rtlCol="0">
              <a:spAutoFit/>
            </a:bodyPr>
            <a:lstStyle/>
            <a:p>
              <a:pPr algn="ctr" defTabSz="761970"/>
              <a:r>
                <a:rPr lang="en-US" sz="1333" dirty="0">
                  <a:solidFill>
                    <a:srgbClr val="FFFFFF"/>
                  </a:solidFill>
                </a:rPr>
                <a:t>24-h forecast</a:t>
              </a:r>
            </a:p>
            <a:p>
              <a:pPr algn="ctr" defTabSz="761970"/>
              <a:r>
                <a:rPr lang="en-US" sz="1333" dirty="0">
                  <a:solidFill>
                    <a:srgbClr val="FFFFFF"/>
                  </a:solidFill>
                </a:rPr>
                <a:t>0300 UTC 6 January 1949</a:t>
              </a:r>
            </a:p>
          </p:txBody>
        </p:sp>
        <p:sp>
          <p:nvSpPr>
            <p:cNvPr id="11" name="TextBox 10">
              <a:extLst>
                <a:ext uri="{FF2B5EF4-FFF2-40B4-BE49-F238E27FC236}">
                  <a16:creationId xmlns:a16="http://schemas.microsoft.com/office/drawing/2014/main" id="{B61BF993-DDFF-5649-A806-6734710F157A}"/>
                </a:ext>
              </a:extLst>
            </p:cNvPr>
            <p:cNvSpPr txBox="1"/>
            <p:nvPr/>
          </p:nvSpPr>
          <p:spPr>
            <a:xfrm>
              <a:off x="3829032" y="3239038"/>
              <a:ext cx="2185214" cy="502573"/>
            </a:xfrm>
            <a:prstGeom prst="rect">
              <a:avLst/>
            </a:prstGeom>
            <a:noFill/>
          </p:spPr>
          <p:txBody>
            <a:bodyPr wrap="none" rtlCol="0">
              <a:spAutoFit/>
            </a:bodyPr>
            <a:lstStyle/>
            <a:p>
              <a:pPr algn="ctr" defTabSz="761970"/>
              <a:r>
                <a:rPr lang="en-US" sz="1333" dirty="0">
                  <a:solidFill>
                    <a:srgbClr val="FFFFFF"/>
                  </a:solidFill>
                </a:rPr>
                <a:t>observed</a:t>
              </a:r>
            </a:p>
            <a:p>
              <a:pPr algn="ctr" defTabSz="761970"/>
              <a:r>
                <a:rPr lang="en-US" sz="1333" dirty="0">
                  <a:solidFill>
                    <a:srgbClr val="FFFFFF"/>
                  </a:solidFill>
                </a:rPr>
                <a:t>0300 UTC 6 January 1949</a:t>
              </a:r>
            </a:p>
          </p:txBody>
        </p:sp>
        <p:pic>
          <p:nvPicPr>
            <p:cNvPr id="5" name="Picture 4">
              <a:extLst>
                <a:ext uri="{FF2B5EF4-FFF2-40B4-BE49-F238E27FC236}">
                  <a16:creationId xmlns:a16="http://schemas.microsoft.com/office/drawing/2014/main" id="{D9088834-027A-8247-B6E7-BF3519060800}"/>
                </a:ext>
              </a:extLst>
            </p:cNvPr>
            <p:cNvPicPr>
              <a:picLocks noChangeAspect="1"/>
            </p:cNvPicPr>
            <p:nvPr/>
          </p:nvPicPr>
          <p:blipFill>
            <a:blip r:embed="rId5"/>
            <a:stretch>
              <a:fillRect/>
            </a:stretch>
          </p:blipFill>
          <p:spPr>
            <a:xfrm>
              <a:off x="6313714" y="931797"/>
              <a:ext cx="2615487" cy="2279385"/>
            </a:xfrm>
            <a:prstGeom prst="rect">
              <a:avLst/>
            </a:prstGeom>
          </p:spPr>
        </p:pic>
      </p:grpSp>
      <p:pic>
        <p:nvPicPr>
          <p:cNvPr id="10" name="Picture 9">
            <a:extLst>
              <a:ext uri="{FF2B5EF4-FFF2-40B4-BE49-F238E27FC236}">
                <a16:creationId xmlns:a16="http://schemas.microsoft.com/office/drawing/2014/main" id="{48644606-6A3A-9D47-B0B8-DDA21D2B1D46}"/>
              </a:ext>
            </a:extLst>
          </p:cNvPr>
          <p:cNvPicPr>
            <a:picLocks noChangeAspect="1"/>
          </p:cNvPicPr>
          <p:nvPr/>
        </p:nvPicPr>
        <p:blipFill>
          <a:blip r:embed="rId6"/>
          <a:stretch>
            <a:fillRect/>
          </a:stretch>
        </p:blipFill>
        <p:spPr>
          <a:xfrm>
            <a:off x="2179970" y="4812223"/>
            <a:ext cx="4784060" cy="821569"/>
          </a:xfrm>
          <a:prstGeom prst="rect">
            <a:avLst/>
          </a:prstGeom>
        </p:spPr>
      </p:pic>
      <p:sp>
        <p:nvSpPr>
          <p:cNvPr id="51201" name="Rectangle 4">
            <a:extLst>
              <a:ext uri="{FF2B5EF4-FFF2-40B4-BE49-F238E27FC236}">
                <a16:creationId xmlns:a16="http://schemas.microsoft.com/office/drawing/2014/main" id="{3E08288B-F2EC-1542-B613-9794F7FE1EF0}"/>
              </a:ext>
            </a:extLst>
          </p:cNvPr>
          <p:cNvSpPr>
            <a:spLocks noChangeArrowheads="1"/>
          </p:cNvSpPr>
          <p:nvPr/>
        </p:nvSpPr>
        <p:spPr bwMode="auto">
          <a:xfrm>
            <a:off x="6414213" y="5320674"/>
            <a:ext cx="549817" cy="313118"/>
          </a:xfrm>
          <a:prstGeom prst="rect">
            <a:avLst/>
          </a:prstGeom>
          <a:solidFill>
            <a:srgbClr val="000E63"/>
          </a:solidFill>
          <a:ln w="9525">
            <a:solidFill>
              <a:srgbClr val="000000"/>
            </a:solidFill>
            <a:miter lim="800000"/>
            <a:headEnd/>
            <a:tailEnd/>
          </a:ln>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85739" indent="-285739" defTabSz="761970" eaLnBrk="1" hangingPunct="1">
              <a:lnSpc>
                <a:spcPct val="90000"/>
              </a:lnSpc>
              <a:spcBef>
                <a:spcPct val="20000"/>
              </a:spcBef>
              <a:buFontTx/>
              <a:buChar char="•"/>
            </a:pPr>
            <a:endParaRPr lang="en-US" altLang="en-US" sz="2333">
              <a:solidFill>
                <a:srgbClr val="FFFFFF"/>
              </a:solidFill>
            </a:endParaRPr>
          </a:p>
        </p:txBody>
      </p:sp>
    </p:spTree>
    <p:extLst>
      <p:ext uri="{BB962C8B-B14F-4D97-AF65-F5344CB8AC3E}">
        <p14:creationId xmlns:p14="http://schemas.microsoft.com/office/powerpoint/2010/main" val="3465273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5">
            <a:extLst>
              <a:ext uri="{FF2B5EF4-FFF2-40B4-BE49-F238E27FC236}">
                <a16:creationId xmlns:a16="http://schemas.microsoft.com/office/drawing/2014/main" id="{5BC9303D-702A-4B4A-96E6-08995F1A3057}"/>
              </a:ext>
            </a:extLst>
          </p:cNvPr>
          <p:cNvSpPr>
            <a:spLocks noChangeArrowheads="1"/>
          </p:cNvSpPr>
          <p:nvPr/>
        </p:nvSpPr>
        <p:spPr bwMode="auto">
          <a:xfrm>
            <a:off x="1079500" y="2349500"/>
            <a:ext cx="7175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eaLnBrk="1" hangingPunct="1"/>
            <a:r>
              <a:rPr lang="en-US" altLang="en-US" sz="4500">
                <a:solidFill>
                  <a:srgbClr val="FFFF00"/>
                </a:solidFill>
                <a:latin typeface="Back to the future 2002" panose="02000000000000000000" pitchFamily="2" charset="77"/>
              </a:rPr>
              <a:t>fast forward</a:t>
            </a:r>
            <a:r>
              <a:rPr lang="en-US" altLang="ja-JP" sz="4500">
                <a:solidFill>
                  <a:srgbClr val="FFFF00"/>
                </a:solidFill>
                <a:latin typeface="Back to the future 2002" panose="02000000000000000000" pitchFamily="2" charset="77"/>
              </a:rPr>
              <a:t> </a:t>
            </a:r>
            <a:r>
              <a:rPr lang="en-US" altLang="en-US" sz="4500">
                <a:solidFill>
                  <a:srgbClr val="FFFF00"/>
                </a:solidFill>
                <a:latin typeface="Back to the future 2002" panose="02000000000000000000" pitchFamily="2" charset="77"/>
              </a:rPr>
              <a:t>&amp; present…&gt;</a:t>
            </a:r>
          </a:p>
        </p:txBody>
      </p:sp>
    </p:spTree>
    <p:extLst>
      <p:ext uri="{BB962C8B-B14F-4D97-AF65-F5344CB8AC3E}">
        <p14:creationId xmlns:p14="http://schemas.microsoft.com/office/powerpoint/2010/main" val="5749404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4" presetClass="entr" presetSubtype="0" fill="hold" grpId="0" nodeType="afterEffect">
                                  <p:stCondLst>
                                    <p:cond delay="0"/>
                                  </p:stCondLst>
                                  <p:childTnLst>
                                    <p:set>
                                      <p:cBhvr>
                                        <p:cTn id="6" dur="1" fill="hold">
                                          <p:stCondLst>
                                            <p:cond delay="0"/>
                                          </p:stCondLst>
                                        </p:cTn>
                                        <p:tgtEl>
                                          <p:spTgt spid="230402"/>
                                        </p:tgtEl>
                                        <p:attrNameLst>
                                          <p:attrName>style.visibility</p:attrName>
                                        </p:attrNameLst>
                                      </p:cBhvr>
                                      <p:to>
                                        <p:strVal val="visible"/>
                                      </p:to>
                                    </p:set>
                                    <p:anim from="(-#ppt_w/2)" to="(#ppt_x)" calcmode="lin" valueType="num">
                                      <p:cBhvr>
                                        <p:cTn id="7" dur="600" fill="hold">
                                          <p:stCondLst>
                                            <p:cond delay="0"/>
                                          </p:stCondLst>
                                        </p:cTn>
                                        <p:tgtEl>
                                          <p:spTgt spid="230402"/>
                                        </p:tgtEl>
                                        <p:attrNameLst>
                                          <p:attrName>ppt_x</p:attrName>
                                        </p:attrNameLst>
                                      </p:cBhvr>
                                    </p:anim>
                                    <p:anim from="0" to="-1.0" calcmode="lin" valueType="num">
                                      <p:cBhvr>
                                        <p:cTn id="8" dur="200" decel="50000" autoRev="1" fill="hold">
                                          <p:stCondLst>
                                            <p:cond delay="600"/>
                                          </p:stCondLst>
                                        </p:cTn>
                                        <p:tgtEl>
                                          <p:spTgt spid="230402"/>
                                        </p:tgtEl>
                                        <p:attrNameLst>
                                          <p:attrName>xshear</p:attrName>
                                        </p:attrNameLst>
                                      </p:cBhvr>
                                    </p:anim>
                                    <p:animScale>
                                      <p:cBhvr>
                                        <p:cTn id="9" dur="200" decel="100000" autoRev="1" fill="hold">
                                          <p:stCondLst>
                                            <p:cond delay="600"/>
                                          </p:stCondLst>
                                        </p:cTn>
                                        <p:tgtEl>
                                          <p:spTgt spid="230402"/>
                                        </p:tgtEl>
                                      </p:cBhvr>
                                      <p:from x="100000" y="100000"/>
                                      <p:to x="80000" y="100000"/>
                                    </p:animScale>
                                    <p:anim by="(#ppt_h/3+#ppt_w*0.1)" calcmode="lin" valueType="num">
                                      <p:cBhvr additive="sum">
                                        <p:cTn id="10" dur="200" decel="100000" autoRev="1" fill="hold">
                                          <p:stCondLst>
                                            <p:cond delay="600"/>
                                          </p:stCondLst>
                                        </p:cTn>
                                        <p:tgtEl>
                                          <p:spTgt spid="23040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4">
            <a:extLst>
              <a:ext uri="{FF2B5EF4-FFF2-40B4-BE49-F238E27FC236}">
                <a16:creationId xmlns:a16="http://schemas.microsoft.com/office/drawing/2014/main" id="{F9E18A30-4320-BC4E-97A9-6E1ACCC04ED4}"/>
              </a:ext>
            </a:extLst>
          </p:cNvPr>
          <p:cNvSpPr>
            <a:spLocks noChangeArrowheads="1"/>
          </p:cNvSpPr>
          <p:nvPr/>
        </p:nvSpPr>
        <p:spPr bwMode="auto">
          <a:xfrm>
            <a:off x="1333500" y="1460500"/>
            <a:ext cx="32385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85739" indent="-285739" defTabSz="761970" eaLnBrk="1" hangingPunct="1">
              <a:lnSpc>
                <a:spcPct val="90000"/>
              </a:lnSpc>
              <a:spcBef>
                <a:spcPct val="20000"/>
              </a:spcBef>
              <a:buFontTx/>
              <a:buChar char="•"/>
            </a:pPr>
            <a:endParaRPr lang="en-US" altLang="en-US" sz="2333">
              <a:solidFill>
                <a:srgbClr val="FFFFFF"/>
              </a:solidFill>
            </a:endParaRPr>
          </a:p>
        </p:txBody>
      </p:sp>
      <p:sp>
        <p:nvSpPr>
          <p:cNvPr id="55298" name="Rectangle 5">
            <a:extLst>
              <a:ext uri="{FF2B5EF4-FFF2-40B4-BE49-F238E27FC236}">
                <a16:creationId xmlns:a16="http://schemas.microsoft.com/office/drawing/2014/main" id="{3CABC783-013F-C944-95A2-B49457150E6A}"/>
              </a:ext>
            </a:extLst>
          </p:cNvPr>
          <p:cNvSpPr>
            <a:spLocks noGrp="1" noChangeArrowheads="1"/>
          </p:cNvSpPr>
          <p:nvPr>
            <p:ph type="title" idx="4294967295"/>
          </p:nvPr>
        </p:nvSpPr>
        <p:spPr>
          <a:xfrm>
            <a:off x="1016000" y="190500"/>
            <a:ext cx="7175500" cy="825500"/>
          </a:xfrm>
        </p:spPr>
        <p:txBody>
          <a:bodyPr/>
          <a:lstStyle/>
          <a:p>
            <a:pPr algn="l" eaLnBrk="1" hangingPunct="1"/>
            <a:r>
              <a:rPr lang="en-US" altLang="en-US" sz="2667" dirty="0">
                <a:ea typeface="ＭＳ Ｐゴシック" panose="020B0600070205080204" pitchFamily="34" charset="-128"/>
              </a:rPr>
              <a:t>European Centre for Medium-Range Weather Forecasts (Reading, UK)</a:t>
            </a:r>
          </a:p>
        </p:txBody>
      </p:sp>
      <p:sp>
        <p:nvSpPr>
          <p:cNvPr id="55299" name="Rectangle 6">
            <a:extLst>
              <a:ext uri="{FF2B5EF4-FFF2-40B4-BE49-F238E27FC236}">
                <a16:creationId xmlns:a16="http://schemas.microsoft.com/office/drawing/2014/main" id="{5865141B-25E8-F74A-A174-7E0B3843A495}"/>
              </a:ext>
            </a:extLst>
          </p:cNvPr>
          <p:cNvSpPr>
            <a:spLocks noGrp="1" noChangeArrowheads="1"/>
          </p:cNvSpPr>
          <p:nvPr>
            <p:ph type="body" idx="4294967295"/>
          </p:nvPr>
        </p:nvSpPr>
        <p:spPr>
          <a:xfrm>
            <a:off x="838200" y="5054600"/>
            <a:ext cx="7645400" cy="698500"/>
          </a:xfrm>
        </p:spPr>
        <p:txBody>
          <a:bodyPr/>
          <a:lstStyle/>
          <a:p>
            <a:pPr eaLnBrk="1" hangingPunct="1">
              <a:lnSpc>
                <a:spcPct val="90000"/>
              </a:lnSpc>
              <a:spcBef>
                <a:spcPct val="0"/>
              </a:spcBef>
              <a:buFontTx/>
              <a:buNone/>
            </a:pPr>
            <a:r>
              <a:rPr lang="en-US" altLang="en-US" sz="2000" dirty="0">
                <a:ea typeface="ＭＳ Ｐゴシック" panose="020B0600070205080204" pitchFamily="34" charset="-128"/>
              </a:rPr>
              <a:t>Jet stream and 1.5-km temperature</a:t>
            </a:r>
          </a:p>
          <a:p>
            <a:pPr eaLnBrk="1" hangingPunct="1">
              <a:lnSpc>
                <a:spcPct val="90000"/>
              </a:lnSpc>
              <a:spcBef>
                <a:spcPct val="0"/>
              </a:spcBef>
              <a:buFontTx/>
              <a:buNone/>
            </a:pPr>
            <a:r>
              <a:rPr lang="en-US" altLang="en-US" sz="2000" dirty="0">
                <a:ea typeface="ＭＳ Ｐゴシック" panose="020B0600070205080204" pitchFamily="34" charset="-128"/>
              </a:rPr>
              <a:t>Actual conditions for midnight 0000 UTC Monday 17 February</a:t>
            </a:r>
          </a:p>
        </p:txBody>
      </p:sp>
      <p:pic>
        <p:nvPicPr>
          <p:cNvPr id="55300" name="Picture 8" descr="logo_ecmwf">
            <a:extLst>
              <a:ext uri="{FF2B5EF4-FFF2-40B4-BE49-F238E27FC236}">
                <a16:creationId xmlns:a16="http://schemas.microsoft.com/office/drawing/2014/main" id="{EE224B5F-3690-C74A-A1A0-65256CB1E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0" y="635001"/>
            <a:ext cx="1804458"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E76B5C22-E66E-5B41-8868-238DA0B351E9}"/>
              </a:ext>
            </a:extLst>
          </p:cNvPr>
          <p:cNvPicPr>
            <a:picLocks noChangeAspect="1"/>
          </p:cNvPicPr>
          <p:nvPr/>
        </p:nvPicPr>
        <p:blipFill>
          <a:blip r:embed="rId4"/>
          <a:stretch>
            <a:fillRect/>
          </a:stretch>
        </p:blipFill>
        <p:spPr>
          <a:xfrm>
            <a:off x="762000" y="1174750"/>
            <a:ext cx="7620000" cy="3810000"/>
          </a:xfrm>
          <a:prstGeom prst="rect">
            <a:avLst/>
          </a:prstGeom>
        </p:spPr>
      </p:pic>
      <p:sp>
        <p:nvSpPr>
          <p:cNvPr id="5" name="TextBox 4">
            <a:extLst>
              <a:ext uri="{FF2B5EF4-FFF2-40B4-BE49-F238E27FC236}">
                <a16:creationId xmlns:a16="http://schemas.microsoft.com/office/drawing/2014/main" id="{2CE271CE-66C2-8047-A9C6-BCCD2CE64C43}"/>
              </a:ext>
            </a:extLst>
          </p:cNvPr>
          <p:cNvSpPr txBox="1"/>
          <p:nvPr/>
        </p:nvSpPr>
        <p:spPr>
          <a:xfrm>
            <a:off x="6138086" y="4928763"/>
            <a:ext cx="2345514" cy="338554"/>
          </a:xfrm>
          <a:prstGeom prst="rect">
            <a:avLst/>
          </a:prstGeom>
          <a:noFill/>
        </p:spPr>
        <p:txBody>
          <a:bodyPr wrap="none" rtlCol="0">
            <a:spAutoFit/>
          </a:bodyPr>
          <a:lstStyle/>
          <a:p>
            <a:r>
              <a:rPr lang="en-US" sz="1600" dirty="0"/>
              <a:t>https://</a:t>
            </a:r>
            <a:r>
              <a:rPr lang="en-US" sz="1600" dirty="0" err="1"/>
              <a:t>charts.ecmwf.int</a:t>
            </a:r>
            <a:r>
              <a:rPr lang="en-US" sz="1600" dirty="0"/>
              <a:t>/</a:t>
            </a:r>
          </a:p>
        </p:txBody>
      </p:sp>
      <p:pic>
        <p:nvPicPr>
          <p:cNvPr id="6" name="Picture 5">
            <a:extLst>
              <a:ext uri="{FF2B5EF4-FFF2-40B4-BE49-F238E27FC236}">
                <a16:creationId xmlns:a16="http://schemas.microsoft.com/office/drawing/2014/main" id="{B5BAB9CF-79AA-DD43-AB04-81B4D17211D8}"/>
              </a:ext>
            </a:extLst>
          </p:cNvPr>
          <p:cNvPicPr>
            <a:picLocks noChangeAspect="1"/>
          </p:cNvPicPr>
          <p:nvPr/>
        </p:nvPicPr>
        <p:blipFill>
          <a:blip r:embed="rId5"/>
          <a:stretch>
            <a:fillRect/>
          </a:stretch>
        </p:blipFill>
        <p:spPr>
          <a:xfrm>
            <a:off x="762000" y="1174750"/>
            <a:ext cx="7620000" cy="3810000"/>
          </a:xfrm>
          <a:prstGeom prst="rect">
            <a:avLst/>
          </a:prstGeom>
        </p:spPr>
      </p:pic>
      <p:pic>
        <p:nvPicPr>
          <p:cNvPr id="3" name="Picture 2">
            <a:extLst>
              <a:ext uri="{FF2B5EF4-FFF2-40B4-BE49-F238E27FC236}">
                <a16:creationId xmlns:a16="http://schemas.microsoft.com/office/drawing/2014/main" id="{22B9B53F-1647-1141-A544-80DFBD5FBD40}"/>
              </a:ext>
            </a:extLst>
          </p:cNvPr>
          <p:cNvPicPr>
            <a:picLocks noChangeAspect="1"/>
          </p:cNvPicPr>
          <p:nvPr/>
        </p:nvPicPr>
        <p:blipFill>
          <a:blip r:embed="rId6"/>
          <a:stretch>
            <a:fillRect/>
          </a:stretch>
        </p:blipFill>
        <p:spPr>
          <a:xfrm>
            <a:off x="762000" y="1181682"/>
            <a:ext cx="7620000" cy="3810000"/>
          </a:xfrm>
          <a:prstGeom prst="rect">
            <a:avLst/>
          </a:prstGeom>
        </p:spPr>
      </p:pic>
    </p:spTree>
    <p:extLst>
      <p:ext uri="{BB962C8B-B14F-4D97-AF65-F5344CB8AC3E}">
        <p14:creationId xmlns:p14="http://schemas.microsoft.com/office/powerpoint/2010/main" val="1634892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4">
            <a:extLst>
              <a:ext uri="{FF2B5EF4-FFF2-40B4-BE49-F238E27FC236}">
                <a16:creationId xmlns:a16="http://schemas.microsoft.com/office/drawing/2014/main" id="{FC7CDEB4-F00C-BE4F-9AA0-EF50383D49AD}"/>
              </a:ext>
            </a:extLst>
          </p:cNvPr>
          <p:cNvSpPr>
            <a:spLocks noChangeArrowheads="1"/>
          </p:cNvSpPr>
          <p:nvPr/>
        </p:nvSpPr>
        <p:spPr bwMode="auto">
          <a:xfrm>
            <a:off x="1333500" y="1460500"/>
            <a:ext cx="32385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85739" indent="-285739" defTabSz="761970" eaLnBrk="1" hangingPunct="1">
              <a:lnSpc>
                <a:spcPct val="90000"/>
              </a:lnSpc>
              <a:spcBef>
                <a:spcPct val="20000"/>
              </a:spcBef>
              <a:buFontTx/>
              <a:buChar char="•"/>
            </a:pPr>
            <a:endParaRPr lang="en-US" altLang="en-US" sz="2333">
              <a:solidFill>
                <a:srgbClr val="FFFFFF"/>
              </a:solidFill>
            </a:endParaRPr>
          </a:p>
        </p:txBody>
      </p:sp>
      <p:sp>
        <p:nvSpPr>
          <p:cNvPr id="57346" name="Rectangle 5">
            <a:extLst>
              <a:ext uri="{FF2B5EF4-FFF2-40B4-BE49-F238E27FC236}">
                <a16:creationId xmlns:a16="http://schemas.microsoft.com/office/drawing/2014/main" id="{FCFCD434-A298-594A-8687-7E38FAF98108}"/>
              </a:ext>
            </a:extLst>
          </p:cNvPr>
          <p:cNvSpPr>
            <a:spLocks noGrp="1" noChangeArrowheads="1"/>
          </p:cNvSpPr>
          <p:nvPr>
            <p:ph type="title" idx="4294967295"/>
          </p:nvPr>
        </p:nvSpPr>
        <p:spPr>
          <a:xfrm>
            <a:off x="1016000" y="190500"/>
            <a:ext cx="7175500" cy="825500"/>
          </a:xfrm>
        </p:spPr>
        <p:txBody>
          <a:bodyPr/>
          <a:lstStyle/>
          <a:p>
            <a:pPr algn="l" eaLnBrk="1" hangingPunct="1"/>
            <a:r>
              <a:rPr lang="en-US" altLang="en-US" sz="2667">
                <a:ea typeface="ＭＳ Ｐゴシック" panose="020B0600070205080204" pitchFamily="34" charset="-128"/>
              </a:rPr>
              <a:t>European Centre for Medium-Range Weather Forecasts (Reading, UK)</a:t>
            </a:r>
          </a:p>
        </p:txBody>
      </p:sp>
      <p:sp>
        <p:nvSpPr>
          <p:cNvPr id="57347" name="Rectangle 6">
            <a:extLst>
              <a:ext uri="{FF2B5EF4-FFF2-40B4-BE49-F238E27FC236}">
                <a16:creationId xmlns:a16="http://schemas.microsoft.com/office/drawing/2014/main" id="{6C83E836-EE3C-6340-B9ED-95B88491159F}"/>
              </a:ext>
            </a:extLst>
          </p:cNvPr>
          <p:cNvSpPr>
            <a:spLocks noGrp="1" noChangeArrowheads="1"/>
          </p:cNvSpPr>
          <p:nvPr>
            <p:ph type="body" idx="4294967295"/>
          </p:nvPr>
        </p:nvSpPr>
        <p:spPr>
          <a:xfrm>
            <a:off x="838200" y="5013403"/>
            <a:ext cx="7950200" cy="698500"/>
          </a:xfrm>
        </p:spPr>
        <p:txBody>
          <a:bodyPr/>
          <a:lstStyle/>
          <a:p>
            <a:pPr eaLnBrk="1" hangingPunct="1">
              <a:lnSpc>
                <a:spcPct val="90000"/>
              </a:lnSpc>
              <a:spcBef>
                <a:spcPct val="0"/>
              </a:spcBef>
              <a:buFontTx/>
              <a:buNone/>
            </a:pPr>
            <a:r>
              <a:rPr lang="en-US" altLang="en-US" sz="2000" dirty="0">
                <a:ea typeface="ＭＳ Ｐゴシック" panose="020B0600070205080204" pitchFamily="34" charset="-128"/>
              </a:rPr>
              <a:t>Jet stream and 1.5-km temperature</a:t>
            </a:r>
          </a:p>
          <a:p>
            <a:pPr eaLnBrk="1" hangingPunct="1">
              <a:lnSpc>
                <a:spcPct val="90000"/>
              </a:lnSpc>
              <a:spcBef>
                <a:spcPct val="0"/>
              </a:spcBef>
              <a:buFontTx/>
              <a:buNone/>
            </a:pPr>
            <a:r>
              <a:rPr lang="en-US" altLang="en-US" sz="2000" dirty="0">
                <a:ea typeface="ＭＳ Ｐゴシック" panose="020B0600070205080204" pitchFamily="34" charset="-128"/>
              </a:rPr>
              <a:t>5-day forecast made at 0000 UTC 12 Feb for 0000 UTC 17 Feb</a:t>
            </a:r>
          </a:p>
        </p:txBody>
      </p:sp>
      <p:pic>
        <p:nvPicPr>
          <p:cNvPr id="57348" name="Picture 8" descr="logo_ecmwf">
            <a:extLst>
              <a:ext uri="{FF2B5EF4-FFF2-40B4-BE49-F238E27FC236}">
                <a16:creationId xmlns:a16="http://schemas.microsoft.com/office/drawing/2014/main" id="{C954578E-3C72-734E-9127-F0D0A6BAB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0" y="635001"/>
            <a:ext cx="1804458"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C1AD1F2-DBBB-AB4E-9A71-BF1040177C74}"/>
              </a:ext>
            </a:extLst>
          </p:cNvPr>
          <p:cNvSpPr txBox="1"/>
          <p:nvPr/>
        </p:nvSpPr>
        <p:spPr>
          <a:xfrm>
            <a:off x="6138086" y="4928763"/>
            <a:ext cx="2345514" cy="338554"/>
          </a:xfrm>
          <a:prstGeom prst="rect">
            <a:avLst/>
          </a:prstGeom>
          <a:noFill/>
        </p:spPr>
        <p:txBody>
          <a:bodyPr wrap="none" rtlCol="0">
            <a:spAutoFit/>
          </a:bodyPr>
          <a:lstStyle/>
          <a:p>
            <a:r>
              <a:rPr lang="en-US" sz="1600" dirty="0"/>
              <a:t>https://</a:t>
            </a:r>
            <a:r>
              <a:rPr lang="en-US" sz="1600" dirty="0" err="1"/>
              <a:t>charts.ecmwf.int</a:t>
            </a:r>
            <a:r>
              <a:rPr lang="en-US" sz="1600" dirty="0"/>
              <a:t>/</a:t>
            </a:r>
          </a:p>
        </p:txBody>
      </p:sp>
      <p:pic>
        <p:nvPicPr>
          <p:cNvPr id="5" name="Picture 4">
            <a:extLst>
              <a:ext uri="{FF2B5EF4-FFF2-40B4-BE49-F238E27FC236}">
                <a16:creationId xmlns:a16="http://schemas.microsoft.com/office/drawing/2014/main" id="{3D609AEC-64BD-934F-B801-503BD3A02413}"/>
              </a:ext>
            </a:extLst>
          </p:cNvPr>
          <p:cNvPicPr>
            <a:picLocks noChangeAspect="1"/>
          </p:cNvPicPr>
          <p:nvPr/>
        </p:nvPicPr>
        <p:blipFill>
          <a:blip r:embed="rId4"/>
          <a:stretch>
            <a:fillRect/>
          </a:stretch>
        </p:blipFill>
        <p:spPr>
          <a:xfrm>
            <a:off x="762000" y="1161083"/>
            <a:ext cx="7620000" cy="3810000"/>
          </a:xfrm>
          <a:prstGeom prst="rect">
            <a:avLst/>
          </a:prstGeom>
        </p:spPr>
      </p:pic>
      <p:pic>
        <p:nvPicPr>
          <p:cNvPr id="3" name="Picture 2">
            <a:extLst>
              <a:ext uri="{FF2B5EF4-FFF2-40B4-BE49-F238E27FC236}">
                <a16:creationId xmlns:a16="http://schemas.microsoft.com/office/drawing/2014/main" id="{B2B8200D-501E-7340-9D36-F3472D3F3775}"/>
              </a:ext>
            </a:extLst>
          </p:cNvPr>
          <p:cNvPicPr>
            <a:picLocks noChangeAspect="1"/>
          </p:cNvPicPr>
          <p:nvPr/>
        </p:nvPicPr>
        <p:blipFill>
          <a:blip r:embed="rId5"/>
          <a:stretch>
            <a:fillRect/>
          </a:stretch>
        </p:blipFill>
        <p:spPr>
          <a:xfrm>
            <a:off x="762000" y="1172746"/>
            <a:ext cx="7620000" cy="3810000"/>
          </a:xfrm>
          <a:prstGeom prst="rect">
            <a:avLst/>
          </a:prstGeom>
        </p:spPr>
      </p:pic>
    </p:spTree>
    <p:extLst>
      <p:ext uri="{BB962C8B-B14F-4D97-AF65-F5344CB8AC3E}">
        <p14:creationId xmlns:p14="http://schemas.microsoft.com/office/powerpoint/2010/main" val="3450688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F36A776C-6AF3-714C-924C-A30E3C14D6D7}"/>
              </a:ext>
            </a:extLst>
          </p:cNvPr>
          <p:cNvSpPr>
            <a:spLocks noGrp="1" noChangeArrowheads="1"/>
          </p:cNvSpPr>
          <p:nvPr>
            <p:ph type="title"/>
          </p:nvPr>
        </p:nvSpPr>
        <p:spPr>
          <a:xfrm>
            <a:off x="1111250" y="444500"/>
            <a:ext cx="6921500" cy="698500"/>
          </a:xfrm>
          <a:solidFill>
            <a:schemeClr val="bg1"/>
          </a:solidFill>
          <a:ln w="28575">
            <a:solidFill>
              <a:schemeClr val="tx2"/>
            </a:solidFill>
            <a:miter lim="800000"/>
            <a:headEnd/>
            <a:tailEnd/>
          </a:ln>
        </p:spPr>
        <p:txBody>
          <a:bodyPr/>
          <a:lstStyle/>
          <a:p>
            <a:pPr eaLnBrk="1" hangingPunct="1"/>
            <a:r>
              <a:rPr lang="en-US" altLang="en-US" sz="2667">
                <a:solidFill>
                  <a:srgbClr val="FFFF00"/>
                </a:solidFill>
                <a:ea typeface="ＭＳ Ｐゴシック" panose="020B0600070205080204" pitchFamily="34" charset="-128"/>
              </a:rPr>
              <a:t>How to make a modern weather forecast</a:t>
            </a:r>
          </a:p>
        </p:txBody>
      </p:sp>
      <p:pic>
        <p:nvPicPr>
          <p:cNvPr id="59394" name="Picture 11" descr="s_math_ec_05362_16x9">
            <a:extLst>
              <a:ext uri="{FF2B5EF4-FFF2-40B4-BE49-F238E27FC236}">
                <a16:creationId xmlns:a16="http://schemas.microsoft.com/office/drawing/2014/main" id="{6A4B175A-0911-6943-B248-16667E601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60500"/>
            <a:ext cx="3825875" cy="215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Picture 13" descr="Screen shot 2010-09-26 at 22">
            <a:extLst>
              <a:ext uri="{FF2B5EF4-FFF2-40B4-BE49-F238E27FC236}">
                <a16:creationId xmlns:a16="http://schemas.microsoft.com/office/drawing/2014/main" id="{353A948F-F063-BC48-9234-73C6DF8506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492250"/>
            <a:ext cx="2804583"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14" descr="Screen shot 2010-09-26 at 22">
            <a:extLst>
              <a:ext uri="{FF2B5EF4-FFF2-40B4-BE49-F238E27FC236}">
                <a16:creationId xmlns:a16="http://schemas.microsoft.com/office/drawing/2014/main" id="{6FC3D3B6-FFB0-214A-8744-BA61189499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 y="3746500"/>
            <a:ext cx="4000500" cy="172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084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1F3D966C-E436-B042-A6E4-D1163E8B08F5}"/>
              </a:ext>
            </a:extLst>
          </p:cNvPr>
          <p:cNvSpPr>
            <a:spLocks noGrp="1" noChangeArrowheads="1"/>
          </p:cNvSpPr>
          <p:nvPr>
            <p:ph type="title"/>
          </p:nvPr>
        </p:nvSpPr>
        <p:spPr>
          <a:xfrm>
            <a:off x="2540000" y="317500"/>
            <a:ext cx="5588000" cy="1905000"/>
          </a:xfrm>
        </p:spPr>
        <p:txBody>
          <a:bodyPr/>
          <a:lstStyle/>
          <a:p>
            <a:pPr eaLnBrk="1" hangingPunct="1"/>
            <a:r>
              <a:rPr lang="ja-JP" altLang="en-US" i="1">
                <a:solidFill>
                  <a:srgbClr val="FFFF00"/>
                </a:solidFill>
                <a:ea typeface="ＭＳ Ｐゴシック" panose="020B0600070205080204" pitchFamily="34" charset="-128"/>
              </a:rPr>
              <a:t>“</a:t>
            </a:r>
            <a:r>
              <a:rPr lang="en-US" altLang="ja-JP" sz="2667" i="1">
                <a:ea typeface="ＭＳ Ｐゴシック" panose="020B0600070205080204" pitchFamily="34" charset="-128"/>
              </a:rPr>
              <a:t>1. A sufficiently accurate knowledge of the state of the atmosphere at the initial time.</a:t>
            </a:r>
            <a:r>
              <a:rPr lang="ja-JP" altLang="en-US" i="1">
                <a:solidFill>
                  <a:srgbClr val="FFFF00"/>
                </a:solidFill>
                <a:ea typeface="ＭＳ Ｐゴシック" panose="020B0600070205080204" pitchFamily="34" charset="-128"/>
              </a:rPr>
              <a:t>”</a:t>
            </a:r>
            <a:endParaRPr lang="en-US" altLang="en-US">
              <a:solidFill>
                <a:srgbClr val="FFFF00"/>
              </a:solidFill>
              <a:ea typeface="ＭＳ Ｐゴシック" panose="020B0600070205080204" pitchFamily="34" charset="-128"/>
            </a:endParaRPr>
          </a:p>
        </p:txBody>
      </p:sp>
      <p:pic>
        <p:nvPicPr>
          <p:cNvPr id="61442" name="Picture 6" descr="vilhelm_old">
            <a:extLst>
              <a:ext uri="{FF2B5EF4-FFF2-40B4-BE49-F238E27FC236}">
                <a16:creationId xmlns:a16="http://schemas.microsoft.com/office/drawing/2014/main" id="{F1D9CE92-D204-CC4A-A3B7-4D65C3D5D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0"/>
            <a:ext cx="1877219"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1943" name="Rectangle 7">
            <a:extLst>
              <a:ext uri="{FF2B5EF4-FFF2-40B4-BE49-F238E27FC236}">
                <a16:creationId xmlns:a16="http://schemas.microsoft.com/office/drawing/2014/main" id="{7D78DEA5-8D07-1042-885C-2F51B8B059D5}"/>
              </a:ext>
            </a:extLst>
          </p:cNvPr>
          <p:cNvSpPr>
            <a:spLocks noChangeArrowheads="1"/>
          </p:cNvSpPr>
          <p:nvPr/>
        </p:nvSpPr>
        <p:spPr bwMode="auto">
          <a:xfrm>
            <a:off x="1397000" y="3619500"/>
            <a:ext cx="6413500" cy="1477328"/>
          </a:xfrm>
          <a:prstGeom prst="rect">
            <a:avLst/>
          </a:prstGeom>
          <a:solidFill>
            <a:srgbClr val="066A08"/>
          </a:solidFill>
          <a:ln w="9525">
            <a:solidFill>
              <a:schemeClr val="tx1"/>
            </a:solidFill>
            <a:miter lim="800000"/>
            <a:headEnd/>
            <a:tailEnd/>
          </a:ln>
          <a:effec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a:r>
              <a:rPr lang="en-US" altLang="en-US" sz="3000" i="1">
                <a:solidFill>
                  <a:srgbClr val="FFFFFF"/>
                </a:solidFill>
                <a:effectLst>
                  <a:outerShdw blurRad="38100" dist="38100" dir="2700000" algn="tl">
                    <a:srgbClr val="000000"/>
                  </a:outerShdw>
                </a:effectLst>
              </a:rPr>
              <a:t>Observations are collected globally to determine the current state of the atmosphere. </a:t>
            </a:r>
          </a:p>
        </p:txBody>
      </p:sp>
    </p:spTree>
    <p:extLst>
      <p:ext uri="{BB962C8B-B14F-4D97-AF65-F5344CB8AC3E}">
        <p14:creationId xmlns:p14="http://schemas.microsoft.com/office/powerpoint/2010/main" val="1073559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4" descr="ASOS-PSU">
            <a:extLst>
              <a:ext uri="{FF2B5EF4-FFF2-40B4-BE49-F238E27FC236}">
                <a16:creationId xmlns:a16="http://schemas.microsoft.com/office/drawing/2014/main" id="{97D2EDCF-1E3A-6C42-A423-1DF40E148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2780" y="3059918"/>
            <a:ext cx="3919221" cy="266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8" name="Picture 5" descr="AxysTechnigologies-shipobs">
            <a:extLst>
              <a:ext uri="{FF2B5EF4-FFF2-40B4-BE49-F238E27FC236}">
                <a16:creationId xmlns:a16="http://schemas.microsoft.com/office/drawing/2014/main" id="{679B8E86-E583-EB45-B04E-AEB4524F0B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059917"/>
            <a:ext cx="1996062" cy="265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Picture 6" descr="p2_ryofu">
            <a:extLst>
              <a:ext uri="{FF2B5EF4-FFF2-40B4-BE49-F238E27FC236}">
                <a16:creationId xmlns:a16="http://schemas.microsoft.com/office/drawing/2014/main" id="{F9A7D92A-F29E-3344-BBF2-A478D3BAD3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6292" y="4259888"/>
            <a:ext cx="2519499" cy="146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2791" name="Text Box 7">
            <a:extLst>
              <a:ext uri="{FF2B5EF4-FFF2-40B4-BE49-F238E27FC236}">
                <a16:creationId xmlns:a16="http://schemas.microsoft.com/office/drawing/2014/main" id="{21900F0C-03BB-254D-8D86-3328164E694E}"/>
              </a:ext>
            </a:extLst>
          </p:cNvPr>
          <p:cNvSpPr txBox="1">
            <a:spLocks noChangeArrowheads="1"/>
          </p:cNvSpPr>
          <p:nvPr/>
        </p:nvSpPr>
        <p:spPr bwMode="auto">
          <a:xfrm>
            <a:off x="5327487" y="899585"/>
            <a:ext cx="2299027" cy="861967"/>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defRPr/>
            </a:pPr>
            <a:r>
              <a:rPr lang="en-US" altLang="en-US" sz="1667" dirty="0">
                <a:solidFill>
                  <a:srgbClr val="FFFFFF"/>
                </a:solidFill>
                <a:effectLst>
                  <a:outerShdw blurRad="38100" dist="38100" dir="2700000" algn="tl">
                    <a:srgbClr val="000000"/>
                  </a:outerShdw>
                </a:effectLst>
              </a:rPr>
              <a:t>Surface Observations:</a:t>
            </a:r>
          </a:p>
          <a:p>
            <a:pPr algn="ctr" defTabSz="634950">
              <a:defRPr/>
            </a:pPr>
            <a:r>
              <a:rPr lang="en-US" altLang="en-US" sz="1667" dirty="0">
                <a:solidFill>
                  <a:srgbClr val="FFFFFF"/>
                </a:solidFill>
                <a:effectLst>
                  <a:outerShdw blurRad="38100" dist="38100" dir="2700000" algn="tl">
                    <a:srgbClr val="000000"/>
                  </a:outerShdw>
                </a:effectLst>
              </a:rPr>
              <a:t>airports and ships</a:t>
            </a:r>
          </a:p>
          <a:p>
            <a:pPr algn="ctr" defTabSz="634950">
              <a:defRPr/>
            </a:pPr>
            <a:r>
              <a:rPr lang="en-US" altLang="en-US" sz="1667" dirty="0">
                <a:solidFill>
                  <a:srgbClr val="FFFFFF"/>
                </a:solidFill>
                <a:effectLst>
                  <a:outerShdw blurRad="38100" dist="38100" dir="2700000" algn="tl">
                    <a:srgbClr val="000000"/>
                  </a:outerShdw>
                </a:effectLst>
              </a:rPr>
              <a:t>228,333</a:t>
            </a:r>
          </a:p>
        </p:txBody>
      </p:sp>
      <p:pic>
        <p:nvPicPr>
          <p:cNvPr id="4" name="Picture 3">
            <a:extLst>
              <a:ext uri="{FF2B5EF4-FFF2-40B4-BE49-F238E27FC236}">
                <a16:creationId xmlns:a16="http://schemas.microsoft.com/office/drawing/2014/main" id="{EC2EB210-C436-7347-B295-F11AE9D6FDFD}"/>
              </a:ext>
            </a:extLst>
          </p:cNvPr>
          <p:cNvPicPr>
            <a:picLocks noChangeAspect="1"/>
          </p:cNvPicPr>
          <p:nvPr/>
        </p:nvPicPr>
        <p:blipFill>
          <a:blip r:embed="rId6"/>
          <a:stretch>
            <a:fillRect/>
          </a:stretch>
        </p:blipFill>
        <p:spPr>
          <a:xfrm>
            <a:off x="762000" y="0"/>
            <a:ext cx="4191000" cy="3029573"/>
          </a:xfrm>
          <a:prstGeom prst="rect">
            <a:avLst/>
          </a:prstGeom>
        </p:spPr>
      </p:pic>
    </p:spTree>
    <p:extLst>
      <p:ext uri="{BB962C8B-B14F-4D97-AF65-F5344CB8AC3E}">
        <p14:creationId xmlns:p14="http://schemas.microsoft.com/office/powerpoint/2010/main" val="679642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5" name="Picture 5" descr="Buoy-outbackphoto">
            <a:extLst>
              <a:ext uri="{FF2B5EF4-FFF2-40B4-BE49-F238E27FC236}">
                <a16:creationId xmlns:a16="http://schemas.microsoft.com/office/drawing/2014/main" id="{78591CBD-FB4C-634F-9863-FCA2A9E81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10582"/>
            <a:ext cx="3810000" cy="2504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0982" name="Text Box 6">
            <a:extLst>
              <a:ext uri="{FF2B5EF4-FFF2-40B4-BE49-F238E27FC236}">
                <a16:creationId xmlns:a16="http://schemas.microsoft.com/office/drawing/2014/main" id="{B9C65C2B-753D-904C-B34A-A9F916676F44}"/>
              </a:ext>
            </a:extLst>
          </p:cNvPr>
          <p:cNvSpPr txBox="1">
            <a:spLocks noChangeArrowheads="1"/>
          </p:cNvSpPr>
          <p:nvPr/>
        </p:nvSpPr>
        <p:spPr bwMode="auto">
          <a:xfrm>
            <a:off x="5327487" y="899585"/>
            <a:ext cx="2299027" cy="861967"/>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defRPr/>
            </a:pPr>
            <a:r>
              <a:rPr lang="en-US" altLang="en-US" sz="1667" dirty="0">
                <a:solidFill>
                  <a:srgbClr val="FFFFFF"/>
                </a:solidFill>
                <a:effectLst>
                  <a:outerShdw blurRad="38100" dist="38100" dir="2700000" algn="tl">
                    <a:srgbClr val="000000"/>
                  </a:outerShdw>
                </a:effectLst>
              </a:rPr>
              <a:t>Surface Observations:</a:t>
            </a:r>
          </a:p>
          <a:p>
            <a:pPr algn="ctr" defTabSz="634950">
              <a:defRPr/>
            </a:pPr>
            <a:r>
              <a:rPr lang="en-US" altLang="en-US" sz="1667" dirty="0">
                <a:solidFill>
                  <a:srgbClr val="FFFFFF"/>
                </a:solidFill>
                <a:effectLst>
                  <a:outerShdw blurRad="38100" dist="38100" dir="2700000" algn="tl">
                    <a:srgbClr val="000000"/>
                  </a:outerShdw>
                </a:effectLst>
              </a:rPr>
              <a:t>buoys</a:t>
            </a:r>
          </a:p>
          <a:p>
            <a:pPr algn="ctr" defTabSz="634950">
              <a:defRPr/>
            </a:pPr>
            <a:r>
              <a:rPr lang="en-US" altLang="en-US" sz="1667" dirty="0">
                <a:solidFill>
                  <a:srgbClr val="FFFFFF"/>
                </a:solidFill>
                <a:effectLst>
                  <a:outerShdw blurRad="38100" dist="38100" dir="2700000" algn="tl">
                    <a:srgbClr val="000000"/>
                  </a:outerShdw>
                </a:effectLst>
              </a:rPr>
              <a:t>2045</a:t>
            </a:r>
          </a:p>
        </p:txBody>
      </p:sp>
      <p:pic>
        <p:nvPicPr>
          <p:cNvPr id="4" name="Picture 3">
            <a:extLst>
              <a:ext uri="{FF2B5EF4-FFF2-40B4-BE49-F238E27FC236}">
                <a16:creationId xmlns:a16="http://schemas.microsoft.com/office/drawing/2014/main" id="{78389E23-4DCF-9748-953D-8DD75AE07434}"/>
              </a:ext>
            </a:extLst>
          </p:cNvPr>
          <p:cNvPicPr>
            <a:picLocks noChangeAspect="1"/>
          </p:cNvPicPr>
          <p:nvPr/>
        </p:nvPicPr>
        <p:blipFill>
          <a:blip r:embed="rId4"/>
          <a:stretch>
            <a:fillRect/>
          </a:stretch>
        </p:blipFill>
        <p:spPr>
          <a:xfrm>
            <a:off x="762000" y="0"/>
            <a:ext cx="4441402" cy="3210582"/>
          </a:xfrm>
          <a:prstGeom prst="rect">
            <a:avLst/>
          </a:prstGeom>
        </p:spPr>
      </p:pic>
    </p:spTree>
    <p:extLst>
      <p:ext uri="{BB962C8B-B14F-4D97-AF65-F5344CB8AC3E}">
        <p14:creationId xmlns:p14="http://schemas.microsoft.com/office/powerpoint/2010/main" val="410414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3" name="Picture 4" descr="radiosonde-univmiami">
            <a:extLst>
              <a:ext uri="{FF2B5EF4-FFF2-40B4-BE49-F238E27FC236}">
                <a16:creationId xmlns:a16="http://schemas.microsoft.com/office/drawing/2014/main" id="{7A6593F9-8BAE-0544-B38D-8E6C9D97EE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288" y="2569916"/>
            <a:ext cx="3225712" cy="308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4" name="Picture 5" descr="bright future">
            <a:extLst>
              <a:ext uri="{FF2B5EF4-FFF2-40B4-BE49-F238E27FC236}">
                <a16:creationId xmlns:a16="http://schemas.microsoft.com/office/drawing/2014/main" id="{38B27386-6A10-1A43-9BCA-A5D6EAD557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226556"/>
            <a:ext cx="1955728" cy="242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Rectangle 6">
            <a:extLst>
              <a:ext uri="{FF2B5EF4-FFF2-40B4-BE49-F238E27FC236}">
                <a16:creationId xmlns:a16="http://schemas.microsoft.com/office/drawing/2014/main" id="{22C824F0-3CC5-6042-918D-98C4A8E2D0D6}"/>
              </a:ext>
            </a:extLst>
          </p:cNvPr>
          <p:cNvSpPr>
            <a:spLocks noChangeArrowheads="1"/>
          </p:cNvSpPr>
          <p:nvPr/>
        </p:nvSpPr>
        <p:spPr bwMode="auto">
          <a:xfrm>
            <a:off x="3174707" y="4064001"/>
            <a:ext cx="1844095" cy="284693"/>
          </a:xfrm>
          <a:prstGeom prst="rect">
            <a:avLst/>
          </a:prstGeom>
          <a:solidFill>
            <a:srgbClr val="FCFF2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defTabSz="634950">
              <a:spcBef>
                <a:spcPct val="0"/>
              </a:spcBef>
              <a:buNone/>
            </a:pPr>
            <a:r>
              <a:rPr lang="en-US" altLang="en-US" sz="1250" dirty="0">
                <a:solidFill>
                  <a:srgbClr val="001933"/>
                </a:solidFill>
              </a:rPr>
              <a:t>Professor </a:t>
            </a:r>
            <a:r>
              <a:rPr lang="en-US" altLang="en-US" sz="1250" dirty="0" err="1">
                <a:solidFill>
                  <a:srgbClr val="001933"/>
                </a:solidFill>
              </a:rPr>
              <a:t>Vilho</a:t>
            </a:r>
            <a:r>
              <a:rPr lang="en-US" altLang="en-US" sz="1250" dirty="0">
                <a:solidFill>
                  <a:srgbClr val="001933"/>
                </a:solidFill>
              </a:rPr>
              <a:t> </a:t>
            </a:r>
            <a:r>
              <a:rPr lang="en-US" altLang="en-US" sz="1250" dirty="0" err="1">
                <a:solidFill>
                  <a:srgbClr val="001933"/>
                </a:solidFill>
              </a:rPr>
              <a:t>Väisälä</a:t>
            </a:r>
            <a:endParaRPr lang="en-US" altLang="en-US" sz="1250" dirty="0">
              <a:solidFill>
                <a:srgbClr val="001933"/>
              </a:solidFill>
            </a:endParaRPr>
          </a:p>
        </p:txBody>
      </p:sp>
      <p:sp>
        <p:nvSpPr>
          <p:cNvPr id="545799" name="Text Box 7">
            <a:extLst>
              <a:ext uri="{FF2B5EF4-FFF2-40B4-BE49-F238E27FC236}">
                <a16:creationId xmlns:a16="http://schemas.microsoft.com/office/drawing/2014/main" id="{68E8E1B6-0C1F-DB4B-9B21-2BFD7887B72C}"/>
              </a:ext>
            </a:extLst>
          </p:cNvPr>
          <p:cNvSpPr txBox="1">
            <a:spLocks noChangeArrowheads="1"/>
          </p:cNvSpPr>
          <p:nvPr/>
        </p:nvSpPr>
        <p:spPr bwMode="auto">
          <a:xfrm>
            <a:off x="5445744" y="889000"/>
            <a:ext cx="2475358" cy="861967"/>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defRPr/>
            </a:pPr>
            <a:r>
              <a:rPr lang="en-US" altLang="en-US" sz="1667" dirty="0">
                <a:solidFill>
                  <a:srgbClr val="FFFFFF"/>
                </a:solidFill>
                <a:effectLst>
                  <a:outerShdw blurRad="38100" dist="38100" dir="2700000" algn="tl">
                    <a:srgbClr val="000000"/>
                  </a:outerShdw>
                </a:effectLst>
              </a:rPr>
              <a:t>Upper-Air Observations:</a:t>
            </a:r>
          </a:p>
          <a:p>
            <a:pPr algn="ctr" defTabSz="634950">
              <a:defRPr/>
            </a:pPr>
            <a:r>
              <a:rPr lang="en-US" altLang="en-US" sz="1667" dirty="0">
                <a:solidFill>
                  <a:srgbClr val="FFFFFF"/>
                </a:solidFill>
                <a:effectLst>
                  <a:outerShdw blurRad="38100" dist="38100" dir="2700000" algn="tl">
                    <a:srgbClr val="000000"/>
                  </a:outerShdw>
                </a:effectLst>
              </a:rPr>
              <a:t>radiosondes</a:t>
            </a:r>
          </a:p>
          <a:p>
            <a:pPr algn="ctr" defTabSz="634950">
              <a:defRPr/>
            </a:pPr>
            <a:r>
              <a:rPr lang="en-US" altLang="en-US" sz="1667" dirty="0">
                <a:solidFill>
                  <a:srgbClr val="FFFFFF"/>
                </a:solidFill>
                <a:effectLst>
                  <a:outerShdw blurRad="38100" dist="38100" dir="2700000" algn="tl">
                    <a:srgbClr val="000000"/>
                  </a:outerShdw>
                </a:effectLst>
              </a:rPr>
              <a:t>1104</a:t>
            </a:r>
          </a:p>
        </p:txBody>
      </p:sp>
      <p:pic>
        <p:nvPicPr>
          <p:cNvPr id="4" name="Picture 3">
            <a:extLst>
              <a:ext uri="{FF2B5EF4-FFF2-40B4-BE49-F238E27FC236}">
                <a16:creationId xmlns:a16="http://schemas.microsoft.com/office/drawing/2014/main" id="{73E5656A-4ABC-A94B-A21D-E597C97F61AD}"/>
              </a:ext>
            </a:extLst>
          </p:cNvPr>
          <p:cNvPicPr>
            <a:picLocks noChangeAspect="1"/>
          </p:cNvPicPr>
          <p:nvPr/>
        </p:nvPicPr>
        <p:blipFill>
          <a:blip r:embed="rId5"/>
          <a:stretch>
            <a:fillRect/>
          </a:stretch>
        </p:blipFill>
        <p:spPr>
          <a:xfrm>
            <a:off x="762001" y="0"/>
            <a:ext cx="4392179" cy="3175000"/>
          </a:xfrm>
          <a:prstGeom prst="rect">
            <a:avLst/>
          </a:prstGeom>
        </p:spPr>
      </p:pic>
    </p:spTree>
    <p:extLst>
      <p:ext uri="{BB962C8B-B14F-4D97-AF65-F5344CB8AC3E}">
        <p14:creationId xmlns:p14="http://schemas.microsoft.com/office/powerpoint/2010/main" val="2595198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1" name="Picture 5" descr="A320amdar">
            <a:extLst>
              <a:ext uri="{FF2B5EF4-FFF2-40B4-BE49-F238E27FC236}">
                <a16:creationId xmlns:a16="http://schemas.microsoft.com/office/drawing/2014/main" id="{1CC859DE-61F3-D44C-A86F-660F599B5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5403" y="3224611"/>
            <a:ext cx="4056598" cy="249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30" name="Text Box 6">
            <a:extLst>
              <a:ext uri="{FF2B5EF4-FFF2-40B4-BE49-F238E27FC236}">
                <a16:creationId xmlns:a16="http://schemas.microsoft.com/office/drawing/2014/main" id="{27AF05D2-7529-FF43-A92C-E19ECA7FCAE3}"/>
              </a:ext>
            </a:extLst>
          </p:cNvPr>
          <p:cNvSpPr txBox="1">
            <a:spLocks noChangeArrowheads="1"/>
          </p:cNvSpPr>
          <p:nvPr/>
        </p:nvSpPr>
        <p:spPr bwMode="auto">
          <a:xfrm>
            <a:off x="5634508" y="952500"/>
            <a:ext cx="2239717" cy="605422"/>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defRPr/>
            </a:pPr>
            <a:r>
              <a:rPr lang="en-US" altLang="en-US" sz="1667" dirty="0">
                <a:solidFill>
                  <a:srgbClr val="FFFFFF"/>
                </a:solidFill>
                <a:effectLst>
                  <a:outerShdw blurRad="38100" dist="38100" dir="2700000" algn="tl">
                    <a:srgbClr val="000000"/>
                  </a:outerShdw>
                </a:effectLst>
              </a:rPr>
              <a:t>Aircraft Observations:</a:t>
            </a:r>
          </a:p>
          <a:p>
            <a:pPr algn="ctr" defTabSz="634950">
              <a:defRPr/>
            </a:pPr>
            <a:r>
              <a:rPr lang="en-US" altLang="en-US" sz="1667" dirty="0">
                <a:solidFill>
                  <a:srgbClr val="FFFFFF"/>
                </a:solidFill>
                <a:effectLst>
                  <a:outerShdw blurRad="38100" dist="38100" dir="2700000" algn="tl">
                    <a:srgbClr val="000000"/>
                  </a:outerShdw>
                </a:effectLst>
              </a:rPr>
              <a:t>883,563</a:t>
            </a:r>
          </a:p>
        </p:txBody>
      </p:sp>
      <p:pic>
        <p:nvPicPr>
          <p:cNvPr id="4" name="Picture 3">
            <a:extLst>
              <a:ext uri="{FF2B5EF4-FFF2-40B4-BE49-F238E27FC236}">
                <a16:creationId xmlns:a16="http://schemas.microsoft.com/office/drawing/2014/main" id="{1CCDEF70-B2D5-FB4D-9409-2B4E71EFAA60}"/>
              </a:ext>
            </a:extLst>
          </p:cNvPr>
          <p:cNvPicPr>
            <a:picLocks noChangeAspect="1"/>
          </p:cNvPicPr>
          <p:nvPr/>
        </p:nvPicPr>
        <p:blipFill>
          <a:blip r:embed="rId4"/>
          <a:stretch>
            <a:fillRect/>
          </a:stretch>
        </p:blipFill>
        <p:spPr>
          <a:xfrm>
            <a:off x="762001" y="0"/>
            <a:ext cx="4460809" cy="3224611"/>
          </a:xfrm>
          <a:prstGeom prst="rect">
            <a:avLst/>
          </a:prstGeom>
        </p:spPr>
      </p:pic>
    </p:spTree>
    <p:extLst>
      <p:ext uri="{BB962C8B-B14F-4D97-AF65-F5344CB8AC3E}">
        <p14:creationId xmlns:p14="http://schemas.microsoft.com/office/powerpoint/2010/main" val="2772949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34" name="Text Box 14">
            <a:extLst>
              <a:ext uri="{FF2B5EF4-FFF2-40B4-BE49-F238E27FC236}">
                <a16:creationId xmlns:a16="http://schemas.microsoft.com/office/drawing/2014/main" id="{C519D788-A99C-B848-BBD6-D57F59A08252}"/>
              </a:ext>
            </a:extLst>
          </p:cNvPr>
          <p:cNvSpPr txBox="1">
            <a:spLocks noChangeArrowheads="1"/>
          </p:cNvSpPr>
          <p:nvPr/>
        </p:nvSpPr>
        <p:spPr bwMode="auto">
          <a:xfrm>
            <a:off x="5953158" y="1016000"/>
            <a:ext cx="2324675" cy="605422"/>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defRPr/>
            </a:pPr>
            <a:r>
              <a:rPr lang="en-US" altLang="en-US" sz="1667" dirty="0">
                <a:solidFill>
                  <a:srgbClr val="FFFFFF"/>
                </a:solidFill>
                <a:effectLst>
                  <a:outerShdw blurRad="38100" dist="38100" dir="2700000" algn="tl">
                    <a:srgbClr val="000000"/>
                  </a:outerShdw>
                </a:effectLst>
              </a:rPr>
              <a:t>Satellite Observations:</a:t>
            </a:r>
          </a:p>
          <a:p>
            <a:pPr algn="ctr" defTabSz="634950">
              <a:defRPr/>
            </a:pPr>
            <a:r>
              <a:rPr lang="en-US" altLang="en-US" sz="1667" dirty="0">
                <a:solidFill>
                  <a:srgbClr val="FFFFFF"/>
                </a:solidFill>
                <a:effectLst>
                  <a:outerShdw blurRad="38100" dist="38100" dir="2700000" algn="tl">
                    <a:srgbClr val="000000"/>
                  </a:outerShdw>
                </a:effectLst>
              </a:rPr>
              <a:t>&gt;8,800,000</a:t>
            </a:r>
          </a:p>
        </p:txBody>
      </p:sp>
      <p:pic>
        <p:nvPicPr>
          <p:cNvPr id="86019" name="Picture 21" descr="dmspart">
            <a:extLst>
              <a:ext uri="{FF2B5EF4-FFF2-40B4-BE49-F238E27FC236}">
                <a16:creationId xmlns:a16="http://schemas.microsoft.com/office/drawing/2014/main" id="{5B8BBE3D-5C7E-DE48-9F8C-6E84CCC29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876" y="3556000"/>
            <a:ext cx="2522483" cy="2154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22" descr="2005-0520noaa-full">
            <a:extLst>
              <a:ext uri="{FF2B5EF4-FFF2-40B4-BE49-F238E27FC236}">
                <a16:creationId xmlns:a16="http://schemas.microsoft.com/office/drawing/2014/main" id="{3D1866D8-F06D-F34F-9FB4-65B08BD2B8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118" y="3549431"/>
            <a:ext cx="3075038" cy="2161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18" name="Picture 16" descr="goes-n">
            <a:extLst>
              <a:ext uri="{FF2B5EF4-FFF2-40B4-BE49-F238E27FC236}">
                <a16:creationId xmlns:a16="http://schemas.microsoft.com/office/drawing/2014/main" id="{04DBA183-4CFE-D54A-AFDB-B959BB23A1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9882" y="2698750"/>
            <a:ext cx="2412118"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31FDB1E8-A83B-A54E-B2A5-37FE3BCB435A}"/>
              </a:ext>
            </a:extLst>
          </p:cNvPr>
          <p:cNvPicPr>
            <a:picLocks noChangeAspect="1"/>
          </p:cNvPicPr>
          <p:nvPr/>
        </p:nvPicPr>
        <p:blipFill>
          <a:blip r:embed="rId6"/>
          <a:stretch>
            <a:fillRect/>
          </a:stretch>
        </p:blipFill>
        <p:spPr>
          <a:xfrm>
            <a:off x="771165" y="29459"/>
            <a:ext cx="5070835" cy="3502796"/>
          </a:xfrm>
          <a:prstGeom prst="rect">
            <a:avLst/>
          </a:prstGeom>
        </p:spPr>
      </p:pic>
    </p:spTree>
    <p:extLst>
      <p:ext uri="{BB962C8B-B14F-4D97-AF65-F5344CB8AC3E}">
        <p14:creationId xmlns:p14="http://schemas.microsoft.com/office/powerpoint/2010/main" val="4198368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63"/>
        </a:solidFill>
        <a:effectLst/>
      </p:bgPr>
    </p:bg>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50B04588-1977-E646-81DA-B24764D25709}"/>
              </a:ext>
            </a:extLst>
          </p:cNvPr>
          <p:cNvSpPr>
            <a:spLocks noGrp="1" noChangeArrowheads="1"/>
          </p:cNvSpPr>
          <p:nvPr>
            <p:ph type="title"/>
          </p:nvPr>
        </p:nvSpPr>
        <p:spPr>
          <a:xfrm>
            <a:off x="912813" y="17199"/>
            <a:ext cx="7469188" cy="747448"/>
          </a:xfrm>
        </p:spPr>
        <p:txBody>
          <a:bodyPr/>
          <a:lstStyle/>
          <a:p>
            <a:pPr algn="l" eaLnBrk="1" hangingPunct="1"/>
            <a:r>
              <a:rPr lang="en-US" altLang="en-US" sz="3333">
                <a:solidFill>
                  <a:srgbClr val="FCFF2E"/>
                </a:solidFill>
                <a:effectLst>
                  <a:outerShdw blurRad="38100" dist="38100" dir="2700000" algn="tl">
                    <a:srgbClr val="000000"/>
                  </a:outerShdw>
                </a:effectLst>
                <a:ea typeface="ＭＳ Ｐゴシック" panose="020B0600070205080204" pitchFamily="34" charset="-128"/>
              </a:rPr>
              <a:t>Data is interpolated onto a global grid. </a:t>
            </a:r>
          </a:p>
        </p:txBody>
      </p:sp>
      <p:pic>
        <p:nvPicPr>
          <p:cNvPr id="75779" name="Picture 1" descr="global-model-grid.png">
            <a:extLst>
              <a:ext uri="{FF2B5EF4-FFF2-40B4-BE49-F238E27FC236}">
                <a16:creationId xmlns:a16="http://schemas.microsoft.com/office/drawing/2014/main" id="{E7274E2D-F21B-3342-96C8-D9BA79CCF8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649553"/>
            <a:ext cx="5080000" cy="506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TextBox 2">
            <a:extLst>
              <a:ext uri="{FF2B5EF4-FFF2-40B4-BE49-F238E27FC236}">
                <a16:creationId xmlns:a16="http://schemas.microsoft.com/office/drawing/2014/main" id="{BB1B94D0-0662-AA47-BCCA-DDF4E0042F43}"/>
              </a:ext>
            </a:extLst>
          </p:cNvPr>
          <p:cNvSpPr txBox="1">
            <a:spLocks noChangeArrowheads="1"/>
          </p:cNvSpPr>
          <p:nvPr/>
        </p:nvSpPr>
        <p:spPr bwMode="auto">
          <a:xfrm>
            <a:off x="6433344" y="5369719"/>
            <a:ext cx="1977849"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1667">
                <a:solidFill>
                  <a:srgbClr val="FFFFFF"/>
                </a:solidFill>
              </a:rPr>
              <a:t>Bogdan Antonescu</a:t>
            </a:r>
          </a:p>
        </p:txBody>
      </p:sp>
    </p:spTree>
    <p:extLst>
      <p:ext uri="{BB962C8B-B14F-4D97-AF65-F5344CB8AC3E}">
        <p14:creationId xmlns:p14="http://schemas.microsoft.com/office/powerpoint/2010/main" val="4049860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62B9EFE9-3A1A-654D-930E-85F269F8D02B}"/>
              </a:ext>
            </a:extLst>
          </p:cNvPr>
          <p:cNvSpPr>
            <a:spLocks noGrp="1" noChangeArrowheads="1"/>
          </p:cNvSpPr>
          <p:nvPr>
            <p:ph type="title"/>
          </p:nvPr>
        </p:nvSpPr>
        <p:spPr>
          <a:xfrm>
            <a:off x="2540000" y="444500"/>
            <a:ext cx="5588000" cy="1905000"/>
          </a:xfrm>
        </p:spPr>
        <p:txBody>
          <a:bodyPr/>
          <a:lstStyle/>
          <a:p>
            <a:pPr eaLnBrk="1" hangingPunct="1"/>
            <a:r>
              <a:rPr lang="ja-JP" altLang="en-US" i="1">
                <a:solidFill>
                  <a:srgbClr val="FFFF00"/>
                </a:solidFill>
                <a:ea typeface="ＭＳ Ｐゴシック" panose="020B0600070205080204" pitchFamily="34" charset="-128"/>
              </a:rPr>
              <a:t>“</a:t>
            </a:r>
            <a:r>
              <a:rPr lang="en-US" altLang="ja-JP" sz="2667" i="1">
                <a:ea typeface="ＭＳ Ｐゴシック" panose="020B0600070205080204" pitchFamily="34" charset="-128"/>
              </a:rPr>
              <a:t>2.  A sufficiently accurate knowledge of the laws according to which one state of the atmosphere develops from another.</a:t>
            </a:r>
            <a:r>
              <a:rPr lang="ja-JP" altLang="en-US" i="1">
                <a:solidFill>
                  <a:srgbClr val="FFFF00"/>
                </a:solidFill>
                <a:ea typeface="ＭＳ Ｐゴシック" panose="020B0600070205080204" pitchFamily="34" charset="-128"/>
              </a:rPr>
              <a:t>”</a:t>
            </a:r>
            <a:r>
              <a:rPr lang="en-US" altLang="ja-JP" i="1">
                <a:solidFill>
                  <a:srgbClr val="FFFF00"/>
                </a:solidFill>
                <a:ea typeface="ＭＳ Ｐゴシック" panose="020B0600070205080204" pitchFamily="34" charset="-128"/>
              </a:rPr>
              <a:t> </a:t>
            </a:r>
            <a:br>
              <a:rPr lang="en-US" altLang="ja-JP" i="1">
                <a:solidFill>
                  <a:srgbClr val="FFFF00"/>
                </a:solidFill>
                <a:ea typeface="ＭＳ Ｐゴシック" panose="020B0600070205080204" pitchFamily="34" charset="-128"/>
              </a:rPr>
            </a:br>
            <a:endParaRPr lang="en-US" altLang="en-US" i="1">
              <a:solidFill>
                <a:srgbClr val="FFFF00"/>
              </a:solidFill>
              <a:ea typeface="ＭＳ Ｐゴシック" panose="020B0600070205080204" pitchFamily="34" charset="-128"/>
            </a:endParaRPr>
          </a:p>
        </p:txBody>
      </p:sp>
      <p:pic>
        <p:nvPicPr>
          <p:cNvPr id="77826" name="Picture 3" descr="vilhelm_old">
            <a:extLst>
              <a:ext uri="{FF2B5EF4-FFF2-40B4-BE49-F238E27FC236}">
                <a16:creationId xmlns:a16="http://schemas.microsoft.com/office/drawing/2014/main" id="{3E0C99E5-86AE-C14D-9713-DD93637E3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0"/>
            <a:ext cx="1877219"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948" name="Rectangle 4">
            <a:extLst>
              <a:ext uri="{FF2B5EF4-FFF2-40B4-BE49-F238E27FC236}">
                <a16:creationId xmlns:a16="http://schemas.microsoft.com/office/drawing/2014/main" id="{0113E8AE-26FB-3D40-BBFF-8114A236B1F4}"/>
              </a:ext>
            </a:extLst>
          </p:cNvPr>
          <p:cNvSpPr>
            <a:spLocks noChangeArrowheads="1"/>
          </p:cNvSpPr>
          <p:nvPr/>
        </p:nvSpPr>
        <p:spPr bwMode="auto">
          <a:xfrm>
            <a:off x="1397000" y="3619500"/>
            <a:ext cx="6413500" cy="1477328"/>
          </a:xfrm>
          <a:prstGeom prst="rect">
            <a:avLst/>
          </a:prstGeom>
          <a:solidFill>
            <a:srgbClr val="066A08"/>
          </a:solidFill>
          <a:ln w="9525">
            <a:solidFill>
              <a:schemeClr val="tx1"/>
            </a:solidFill>
            <a:miter lim="800000"/>
            <a:headEnd/>
            <a:tailEnd/>
          </a:ln>
          <a:effec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a:r>
              <a:rPr lang="en-US" altLang="en-US" sz="3000" i="1">
                <a:solidFill>
                  <a:srgbClr val="FFFFFF"/>
                </a:solidFill>
                <a:effectLst>
                  <a:outerShdw blurRad="38100" dist="38100" dir="2700000" algn="tl">
                    <a:srgbClr val="000000"/>
                  </a:outerShdw>
                </a:effectLst>
              </a:rPr>
              <a:t>The laws of physics are programmed to create a computer model of the atmosphere. </a:t>
            </a:r>
          </a:p>
        </p:txBody>
      </p:sp>
    </p:spTree>
    <p:extLst>
      <p:ext uri="{BB962C8B-B14F-4D97-AF65-F5344CB8AC3E}">
        <p14:creationId xmlns:p14="http://schemas.microsoft.com/office/powerpoint/2010/main" val="3827618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4" name="Rectangle 8">
            <a:extLst>
              <a:ext uri="{FF2B5EF4-FFF2-40B4-BE49-F238E27FC236}">
                <a16:creationId xmlns:a16="http://schemas.microsoft.com/office/drawing/2014/main" id="{371E0532-F187-6A47-A4B9-B7A138E6E924}"/>
              </a:ext>
            </a:extLst>
          </p:cNvPr>
          <p:cNvSpPr>
            <a:spLocks noChangeArrowheads="1"/>
          </p:cNvSpPr>
          <p:nvPr/>
        </p:nvSpPr>
        <p:spPr bwMode="auto">
          <a:xfrm>
            <a:off x="3176029" y="2897295"/>
            <a:ext cx="284537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(air) is conserved.</a:t>
            </a:r>
          </a:p>
        </p:txBody>
      </p:sp>
      <p:sp>
        <p:nvSpPr>
          <p:cNvPr id="79875" name="Rectangle 9">
            <a:extLst>
              <a:ext uri="{FF2B5EF4-FFF2-40B4-BE49-F238E27FC236}">
                <a16:creationId xmlns:a16="http://schemas.microsoft.com/office/drawing/2014/main" id="{DBC77C0C-F0C1-EE44-8CF5-F538157165DE}"/>
              </a:ext>
            </a:extLst>
          </p:cNvPr>
          <p:cNvSpPr>
            <a:spLocks noChangeArrowheads="1"/>
          </p:cNvSpPr>
          <p:nvPr/>
        </p:nvSpPr>
        <p:spPr bwMode="auto">
          <a:xfrm>
            <a:off x="2349500" y="1428750"/>
            <a:ext cx="4550833" cy="6054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Ideal Gas Law: relationship between pressure, temperature, and volume of the air</a:t>
            </a:r>
          </a:p>
        </p:txBody>
      </p:sp>
      <p:sp>
        <p:nvSpPr>
          <p:cNvPr id="79876" name="Rectangle 10">
            <a:extLst>
              <a:ext uri="{FF2B5EF4-FFF2-40B4-BE49-F238E27FC236}">
                <a16:creationId xmlns:a16="http://schemas.microsoft.com/office/drawing/2014/main" id="{5CF44AEC-DE8A-1446-9AE4-D3B235190EF7}"/>
              </a:ext>
            </a:extLst>
          </p:cNvPr>
          <p:cNvSpPr>
            <a:spLocks noChangeArrowheads="1"/>
          </p:cNvSpPr>
          <p:nvPr/>
        </p:nvSpPr>
        <p:spPr bwMode="auto">
          <a:xfrm>
            <a:off x="3155378" y="2222715"/>
            <a:ext cx="289829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(water) is conserved.</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sp>
        <p:nvSpPr>
          <p:cNvPr id="8" name="Rectangle 11">
            <a:extLst>
              <a:ext uri="{FF2B5EF4-FFF2-40B4-BE49-F238E27FC236}">
                <a16:creationId xmlns:a16="http://schemas.microsoft.com/office/drawing/2014/main" id="{3EEF73B2-E954-3949-A7C9-D83153FAB171}"/>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Tree>
    <p:extLst>
      <p:ext uri="{BB962C8B-B14F-4D97-AF65-F5344CB8AC3E}">
        <p14:creationId xmlns:p14="http://schemas.microsoft.com/office/powerpoint/2010/main" val="3170125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4" name="Rectangle 8">
            <a:extLst>
              <a:ext uri="{FF2B5EF4-FFF2-40B4-BE49-F238E27FC236}">
                <a16:creationId xmlns:a16="http://schemas.microsoft.com/office/drawing/2014/main" id="{371E0532-F187-6A47-A4B9-B7A138E6E924}"/>
              </a:ext>
            </a:extLst>
          </p:cNvPr>
          <p:cNvSpPr>
            <a:spLocks noChangeArrowheads="1"/>
          </p:cNvSpPr>
          <p:nvPr/>
        </p:nvSpPr>
        <p:spPr bwMode="auto">
          <a:xfrm>
            <a:off x="3176029" y="2897295"/>
            <a:ext cx="284537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(air) is conserved.</a:t>
            </a:r>
          </a:p>
        </p:txBody>
      </p:sp>
      <p:sp>
        <p:nvSpPr>
          <p:cNvPr id="79876" name="Rectangle 10">
            <a:extLst>
              <a:ext uri="{FF2B5EF4-FFF2-40B4-BE49-F238E27FC236}">
                <a16:creationId xmlns:a16="http://schemas.microsoft.com/office/drawing/2014/main" id="{5CF44AEC-DE8A-1446-9AE4-D3B235190EF7}"/>
              </a:ext>
            </a:extLst>
          </p:cNvPr>
          <p:cNvSpPr>
            <a:spLocks noChangeArrowheads="1"/>
          </p:cNvSpPr>
          <p:nvPr/>
        </p:nvSpPr>
        <p:spPr bwMode="auto">
          <a:xfrm>
            <a:off x="3155378" y="2222715"/>
            <a:ext cx="289829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(water) is conserved.</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36871"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 name="Rectangle 11">
            <a:extLst>
              <a:ext uri="{FF2B5EF4-FFF2-40B4-BE49-F238E27FC236}">
                <a16:creationId xmlns:a16="http://schemas.microsoft.com/office/drawing/2014/main" id="{BEBAFB58-69A3-3448-8D1E-79F3E748A114}"/>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Tree>
    <p:extLst>
      <p:ext uri="{BB962C8B-B14F-4D97-AF65-F5344CB8AC3E}">
        <p14:creationId xmlns:p14="http://schemas.microsoft.com/office/powerpoint/2010/main" val="4102245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4" name="Rectangle 8">
            <a:extLst>
              <a:ext uri="{FF2B5EF4-FFF2-40B4-BE49-F238E27FC236}">
                <a16:creationId xmlns:a16="http://schemas.microsoft.com/office/drawing/2014/main" id="{371E0532-F187-6A47-A4B9-B7A138E6E924}"/>
              </a:ext>
            </a:extLst>
          </p:cNvPr>
          <p:cNvSpPr>
            <a:spLocks noChangeArrowheads="1"/>
          </p:cNvSpPr>
          <p:nvPr/>
        </p:nvSpPr>
        <p:spPr bwMode="auto">
          <a:xfrm>
            <a:off x="3176029" y="2897295"/>
            <a:ext cx="284537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(air) is conserved.</a:t>
            </a:r>
          </a:p>
        </p:txBody>
      </p:sp>
      <p:sp>
        <p:nvSpPr>
          <p:cNvPr id="79876" name="Rectangle 10">
            <a:extLst>
              <a:ext uri="{FF2B5EF4-FFF2-40B4-BE49-F238E27FC236}">
                <a16:creationId xmlns:a16="http://schemas.microsoft.com/office/drawing/2014/main" id="{5CF44AEC-DE8A-1446-9AE4-D3B235190EF7}"/>
              </a:ext>
            </a:extLst>
          </p:cNvPr>
          <p:cNvSpPr>
            <a:spLocks noChangeArrowheads="1"/>
          </p:cNvSpPr>
          <p:nvPr/>
        </p:nvSpPr>
        <p:spPr bwMode="auto">
          <a:xfrm>
            <a:off x="3155378" y="2222715"/>
            <a:ext cx="289829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(water) is conserved.</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37895"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 name="Rectangle 11">
            <a:extLst>
              <a:ext uri="{FF2B5EF4-FFF2-40B4-BE49-F238E27FC236}">
                <a16:creationId xmlns:a16="http://schemas.microsoft.com/office/drawing/2014/main" id="{BEBAFB58-69A3-3448-8D1E-79F3E748A114}"/>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
        <p:nvSpPr>
          <p:cNvPr id="2" name="TextBox 1">
            <a:extLst>
              <a:ext uri="{FF2B5EF4-FFF2-40B4-BE49-F238E27FC236}">
                <a16:creationId xmlns:a16="http://schemas.microsoft.com/office/drawing/2014/main" id="{AB64FDE9-186D-8F43-9DB3-0680518101A9}"/>
              </a:ext>
            </a:extLst>
          </p:cNvPr>
          <p:cNvSpPr txBox="1"/>
          <p:nvPr/>
        </p:nvSpPr>
        <p:spPr>
          <a:xfrm>
            <a:off x="3429000" y="1594803"/>
            <a:ext cx="643125" cy="233462"/>
          </a:xfrm>
          <a:prstGeom prst="rect">
            <a:avLst/>
          </a:prstGeom>
          <a:noFill/>
        </p:spPr>
        <p:txBody>
          <a:bodyPr wrap="none" rtlCol="0">
            <a:spAutoFit/>
          </a:bodyPr>
          <a:lstStyle/>
          <a:p>
            <a:pPr defTabSz="761970"/>
            <a:r>
              <a:rPr lang="en-US" sz="917" dirty="0">
                <a:solidFill>
                  <a:srgbClr val="FFFFFF"/>
                </a:solidFill>
              </a:rPr>
              <a:t>pressure</a:t>
            </a:r>
          </a:p>
        </p:txBody>
      </p:sp>
      <p:sp>
        <p:nvSpPr>
          <p:cNvPr id="10" name="TextBox 9">
            <a:extLst>
              <a:ext uri="{FF2B5EF4-FFF2-40B4-BE49-F238E27FC236}">
                <a16:creationId xmlns:a16="http://schemas.microsoft.com/office/drawing/2014/main" id="{3A389131-84E5-BA4D-AFCC-1B26797DB007}"/>
              </a:ext>
            </a:extLst>
          </p:cNvPr>
          <p:cNvSpPr txBox="1"/>
          <p:nvPr/>
        </p:nvSpPr>
        <p:spPr>
          <a:xfrm>
            <a:off x="4299150" y="1289600"/>
            <a:ext cx="558166" cy="233462"/>
          </a:xfrm>
          <a:prstGeom prst="rect">
            <a:avLst/>
          </a:prstGeom>
          <a:noFill/>
        </p:spPr>
        <p:txBody>
          <a:bodyPr wrap="none" rtlCol="0">
            <a:spAutoFit/>
          </a:bodyPr>
          <a:lstStyle/>
          <a:p>
            <a:pPr defTabSz="761970"/>
            <a:r>
              <a:rPr lang="en-US" sz="917" dirty="0">
                <a:solidFill>
                  <a:srgbClr val="FFFFFF"/>
                </a:solidFill>
              </a:rPr>
              <a:t>density</a:t>
            </a:r>
          </a:p>
        </p:txBody>
      </p:sp>
      <p:sp>
        <p:nvSpPr>
          <p:cNvPr id="11" name="TextBox 10">
            <a:extLst>
              <a:ext uri="{FF2B5EF4-FFF2-40B4-BE49-F238E27FC236}">
                <a16:creationId xmlns:a16="http://schemas.microsoft.com/office/drawing/2014/main" id="{0743201F-C146-D145-BC85-A564E5E6E2CE}"/>
              </a:ext>
            </a:extLst>
          </p:cNvPr>
          <p:cNvSpPr txBox="1"/>
          <p:nvPr/>
        </p:nvSpPr>
        <p:spPr>
          <a:xfrm>
            <a:off x="4762500" y="1292687"/>
            <a:ext cx="630301" cy="233462"/>
          </a:xfrm>
          <a:prstGeom prst="rect">
            <a:avLst/>
          </a:prstGeom>
          <a:noFill/>
        </p:spPr>
        <p:txBody>
          <a:bodyPr wrap="none" rtlCol="0">
            <a:spAutoFit/>
          </a:bodyPr>
          <a:lstStyle/>
          <a:p>
            <a:pPr defTabSz="761970"/>
            <a:r>
              <a:rPr lang="en-US" sz="917" dirty="0">
                <a:solidFill>
                  <a:srgbClr val="FFFFFF"/>
                </a:solidFill>
              </a:rPr>
              <a:t>constant</a:t>
            </a:r>
          </a:p>
        </p:txBody>
      </p:sp>
      <p:sp>
        <p:nvSpPr>
          <p:cNvPr id="12" name="TextBox 11">
            <a:extLst>
              <a:ext uri="{FF2B5EF4-FFF2-40B4-BE49-F238E27FC236}">
                <a16:creationId xmlns:a16="http://schemas.microsoft.com/office/drawing/2014/main" id="{D6D695F7-7022-DA48-BFFE-0970831B82F5}"/>
              </a:ext>
            </a:extLst>
          </p:cNvPr>
          <p:cNvSpPr txBox="1"/>
          <p:nvPr/>
        </p:nvSpPr>
        <p:spPr>
          <a:xfrm>
            <a:off x="5154084" y="1594803"/>
            <a:ext cx="817853" cy="233462"/>
          </a:xfrm>
          <a:prstGeom prst="rect">
            <a:avLst/>
          </a:prstGeom>
          <a:noFill/>
        </p:spPr>
        <p:txBody>
          <a:bodyPr wrap="none" rtlCol="0">
            <a:spAutoFit/>
          </a:bodyPr>
          <a:lstStyle/>
          <a:p>
            <a:pPr defTabSz="761970"/>
            <a:r>
              <a:rPr lang="en-US" sz="917" dirty="0">
                <a:solidFill>
                  <a:srgbClr val="FFFFFF"/>
                </a:solidFill>
              </a:rPr>
              <a:t>temperature</a:t>
            </a:r>
          </a:p>
        </p:txBody>
      </p:sp>
    </p:spTree>
    <p:extLst>
      <p:ext uri="{BB962C8B-B14F-4D97-AF65-F5344CB8AC3E}">
        <p14:creationId xmlns:p14="http://schemas.microsoft.com/office/powerpoint/2010/main" val="755476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4" name="Rectangle 8">
            <a:extLst>
              <a:ext uri="{FF2B5EF4-FFF2-40B4-BE49-F238E27FC236}">
                <a16:creationId xmlns:a16="http://schemas.microsoft.com/office/drawing/2014/main" id="{371E0532-F187-6A47-A4B9-B7A138E6E924}"/>
              </a:ext>
            </a:extLst>
          </p:cNvPr>
          <p:cNvSpPr>
            <a:spLocks noChangeArrowheads="1"/>
          </p:cNvSpPr>
          <p:nvPr/>
        </p:nvSpPr>
        <p:spPr bwMode="auto">
          <a:xfrm>
            <a:off x="3176029" y="2897295"/>
            <a:ext cx="284537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(air) is conserved.</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38925"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extLst/>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38926"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 name="Rectangle 11">
            <a:extLst>
              <a:ext uri="{FF2B5EF4-FFF2-40B4-BE49-F238E27FC236}">
                <a16:creationId xmlns:a16="http://schemas.microsoft.com/office/drawing/2014/main" id="{17A8115D-5906-3B4D-9A83-C538FFB05122}"/>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Tree>
    <p:extLst>
      <p:ext uri="{BB962C8B-B14F-4D97-AF65-F5344CB8AC3E}">
        <p14:creationId xmlns:p14="http://schemas.microsoft.com/office/powerpoint/2010/main" val="1455843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4" name="Rectangle 8">
            <a:extLst>
              <a:ext uri="{FF2B5EF4-FFF2-40B4-BE49-F238E27FC236}">
                <a16:creationId xmlns:a16="http://schemas.microsoft.com/office/drawing/2014/main" id="{371E0532-F187-6A47-A4B9-B7A138E6E924}"/>
              </a:ext>
            </a:extLst>
          </p:cNvPr>
          <p:cNvSpPr>
            <a:spLocks noChangeArrowheads="1"/>
          </p:cNvSpPr>
          <p:nvPr/>
        </p:nvSpPr>
        <p:spPr bwMode="auto">
          <a:xfrm>
            <a:off x="3176029" y="2897295"/>
            <a:ext cx="284537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Mass (air) is conserved.</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39949"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extLst/>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39950"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 name="Rectangle 11">
            <a:extLst>
              <a:ext uri="{FF2B5EF4-FFF2-40B4-BE49-F238E27FC236}">
                <a16:creationId xmlns:a16="http://schemas.microsoft.com/office/drawing/2014/main" id="{17A8115D-5906-3B4D-9A83-C538FFB05122}"/>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
        <p:nvSpPr>
          <p:cNvPr id="11" name="TextBox 10">
            <a:extLst>
              <a:ext uri="{FF2B5EF4-FFF2-40B4-BE49-F238E27FC236}">
                <a16:creationId xmlns:a16="http://schemas.microsoft.com/office/drawing/2014/main" id="{FC6FB4F0-8D66-234B-AC07-3FC6D6C0DB0F}"/>
              </a:ext>
            </a:extLst>
          </p:cNvPr>
          <p:cNvSpPr txBox="1"/>
          <p:nvPr/>
        </p:nvSpPr>
        <p:spPr>
          <a:xfrm>
            <a:off x="2318520" y="2187625"/>
            <a:ext cx="1443024" cy="374590"/>
          </a:xfrm>
          <a:prstGeom prst="rect">
            <a:avLst/>
          </a:prstGeom>
          <a:noFill/>
        </p:spPr>
        <p:txBody>
          <a:bodyPr wrap="none" rtlCol="0">
            <a:spAutoFit/>
          </a:bodyPr>
          <a:lstStyle/>
          <a:p>
            <a:pPr algn="r" defTabSz="761970"/>
            <a:r>
              <a:rPr lang="en-US" sz="917" dirty="0">
                <a:solidFill>
                  <a:srgbClr val="FFFFFF"/>
                </a:solidFill>
              </a:rPr>
              <a:t>rate of change in time of</a:t>
            </a:r>
          </a:p>
          <a:p>
            <a:pPr algn="r" defTabSz="761970"/>
            <a:r>
              <a:rPr lang="en-US" sz="917" dirty="0">
                <a:solidFill>
                  <a:srgbClr val="FFFFFF"/>
                </a:solidFill>
              </a:rPr>
              <a:t>water vapor mixing ratio</a:t>
            </a:r>
          </a:p>
        </p:txBody>
      </p:sp>
      <p:sp>
        <p:nvSpPr>
          <p:cNvPr id="12" name="TextBox 11">
            <a:extLst>
              <a:ext uri="{FF2B5EF4-FFF2-40B4-BE49-F238E27FC236}">
                <a16:creationId xmlns:a16="http://schemas.microsoft.com/office/drawing/2014/main" id="{18B76D2C-DFB1-3342-B442-757FBD8EC2E9}"/>
              </a:ext>
            </a:extLst>
          </p:cNvPr>
          <p:cNvSpPr txBox="1"/>
          <p:nvPr/>
        </p:nvSpPr>
        <p:spPr>
          <a:xfrm>
            <a:off x="5292990" y="2038087"/>
            <a:ext cx="1034257" cy="233462"/>
          </a:xfrm>
          <a:prstGeom prst="rect">
            <a:avLst/>
          </a:prstGeom>
          <a:noFill/>
        </p:spPr>
        <p:txBody>
          <a:bodyPr wrap="none" rtlCol="0">
            <a:spAutoFit/>
          </a:bodyPr>
          <a:lstStyle/>
          <a:p>
            <a:pPr defTabSz="761970"/>
            <a:r>
              <a:rPr lang="en-US" sz="917" dirty="0">
                <a:solidFill>
                  <a:srgbClr val="FFFFFF"/>
                </a:solidFill>
              </a:rPr>
              <a:t>evaporation rate</a:t>
            </a:r>
          </a:p>
        </p:txBody>
      </p:sp>
      <p:sp>
        <p:nvSpPr>
          <p:cNvPr id="13" name="TextBox 12">
            <a:extLst>
              <a:ext uri="{FF2B5EF4-FFF2-40B4-BE49-F238E27FC236}">
                <a16:creationId xmlns:a16="http://schemas.microsoft.com/office/drawing/2014/main" id="{DC0C9310-88A0-9B4F-A6A3-E570E58E24A3}"/>
              </a:ext>
            </a:extLst>
          </p:cNvPr>
          <p:cNvSpPr txBox="1"/>
          <p:nvPr/>
        </p:nvSpPr>
        <p:spPr>
          <a:xfrm>
            <a:off x="5292990" y="2328689"/>
            <a:ext cx="1120820" cy="233462"/>
          </a:xfrm>
          <a:prstGeom prst="rect">
            <a:avLst/>
          </a:prstGeom>
          <a:noFill/>
        </p:spPr>
        <p:txBody>
          <a:bodyPr wrap="none" rtlCol="0">
            <a:spAutoFit/>
          </a:bodyPr>
          <a:lstStyle/>
          <a:p>
            <a:pPr defTabSz="761970"/>
            <a:r>
              <a:rPr lang="en-US" sz="917" dirty="0">
                <a:solidFill>
                  <a:srgbClr val="FFFFFF"/>
                </a:solidFill>
              </a:rPr>
              <a:t>condensation rate</a:t>
            </a:r>
          </a:p>
        </p:txBody>
      </p:sp>
    </p:spTree>
    <p:extLst>
      <p:ext uri="{BB962C8B-B14F-4D97-AF65-F5344CB8AC3E}">
        <p14:creationId xmlns:p14="http://schemas.microsoft.com/office/powerpoint/2010/main" val="2284961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7" name="Rectangle 11">
            <a:extLst>
              <a:ext uri="{FF2B5EF4-FFF2-40B4-BE49-F238E27FC236}">
                <a16:creationId xmlns:a16="http://schemas.microsoft.com/office/drawing/2014/main" id="{2AA0EBAD-E1AB-C64D-BCB1-CFCC94B1A6CE}"/>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40979"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40980"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4E33F5CB-02F0-7A49-8519-A8A5D59E01AD}"/>
              </a:ext>
            </a:extLst>
          </p:cNvPr>
          <p:cNvGraphicFramePr>
            <a:graphicFrameLocks noChangeAspect="1"/>
          </p:cNvGraphicFramePr>
          <p:nvPr>
            <p:extLst/>
          </p:nvPr>
        </p:nvGraphicFramePr>
        <p:xfrm>
          <a:off x="3515871" y="2776977"/>
          <a:ext cx="2006423" cy="768394"/>
        </p:xfrm>
        <a:graphic>
          <a:graphicData uri="http://schemas.openxmlformats.org/presentationml/2006/ole">
            <mc:AlternateContent xmlns:mc="http://schemas.openxmlformats.org/markup-compatibility/2006">
              <mc:Choice xmlns:v="urn:schemas-microsoft-com:vml" Requires="v">
                <p:oleObj spid="_x0000_s40981" name="Equation" r:id="rId8" imgW="1358900" imgH="520700" progId="Equation.3">
                  <p:embed/>
                </p:oleObj>
              </mc:Choice>
              <mc:Fallback>
                <p:oleObj name="Equation" r:id="rId8" imgW="1358900" imgH="520700" progId="Equation.3">
                  <p:embed/>
                  <p:pic>
                    <p:nvPicPr>
                      <p:cNvPr id="10" name="Object 2">
                        <a:extLst>
                          <a:ext uri="{FF2B5EF4-FFF2-40B4-BE49-F238E27FC236}">
                            <a16:creationId xmlns:a16="http://schemas.microsoft.com/office/drawing/2014/main" id="{4E33F5CB-02F0-7A49-8519-A8A5D59E01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871" y="2776977"/>
                        <a:ext cx="2006423" cy="768394"/>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723085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7" name="Rectangle 11">
            <a:extLst>
              <a:ext uri="{FF2B5EF4-FFF2-40B4-BE49-F238E27FC236}">
                <a16:creationId xmlns:a16="http://schemas.microsoft.com/office/drawing/2014/main" id="{2AA0EBAD-E1AB-C64D-BCB1-CFCC94B1A6CE}"/>
              </a:ext>
            </a:extLst>
          </p:cNvPr>
          <p:cNvSpPr>
            <a:spLocks noChangeArrowheads="1"/>
          </p:cNvSpPr>
          <p:nvPr/>
        </p:nvSpPr>
        <p:spPr bwMode="auto">
          <a:xfrm>
            <a:off x="3143250" y="3781017"/>
            <a:ext cx="2857500"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temperature changes</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42003"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42004"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4E33F5CB-02F0-7A49-8519-A8A5D59E01AD}"/>
              </a:ext>
            </a:extLst>
          </p:cNvPr>
          <p:cNvGraphicFramePr>
            <a:graphicFrameLocks noChangeAspect="1"/>
          </p:cNvGraphicFramePr>
          <p:nvPr>
            <p:extLst/>
          </p:nvPr>
        </p:nvGraphicFramePr>
        <p:xfrm>
          <a:off x="3515871" y="2776977"/>
          <a:ext cx="2006423" cy="768394"/>
        </p:xfrm>
        <a:graphic>
          <a:graphicData uri="http://schemas.openxmlformats.org/presentationml/2006/ole">
            <mc:AlternateContent xmlns:mc="http://schemas.openxmlformats.org/markup-compatibility/2006">
              <mc:Choice xmlns:v="urn:schemas-microsoft-com:vml" Requires="v">
                <p:oleObj spid="_x0000_s42005" name="Equation" r:id="rId8" imgW="1358900" imgH="520700" progId="Equation.3">
                  <p:embed/>
                </p:oleObj>
              </mc:Choice>
              <mc:Fallback>
                <p:oleObj name="Equation" r:id="rId8" imgW="1358900" imgH="520700" progId="Equation.3">
                  <p:embed/>
                  <p:pic>
                    <p:nvPicPr>
                      <p:cNvPr id="10" name="Object 2">
                        <a:extLst>
                          <a:ext uri="{FF2B5EF4-FFF2-40B4-BE49-F238E27FC236}">
                            <a16:creationId xmlns:a16="http://schemas.microsoft.com/office/drawing/2014/main" id="{4E33F5CB-02F0-7A49-8519-A8A5D59E01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871" y="2776977"/>
                        <a:ext cx="2006423" cy="768394"/>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 name="TextBox 10">
            <a:extLst>
              <a:ext uri="{FF2B5EF4-FFF2-40B4-BE49-F238E27FC236}">
                <a16:creationId xmlns:a16="http://schemas.microsoft.com/office/drawing/2014/main" id="{41D00BFE-4F53-2647-A22B-91B3E2507A8B}"/>
              </a:ext>
            </a:extLst>
          </p:cNvPr>
          <p:cNvSpPr txBox="1"/>
          <p:nvPr/>
        </p:nvSpPr>
        <p:spPr>
          <a:xfrm>
            <a:off x="5595256" y="2987773"/>
            <a:ext cx="1941557" cy="233462"/>
          </a:xfrm>
          <a:prstGeom prst="rect">
            <a:avLst/>
          </a:prstGeom>
          <a:noFill/>
        </p:spPr>
        <p:txBody>
          <a:bodyPr wrap="none" rtlCol="0">
            <a:spAutoFit/>
          </a:bodyPr>
          <a:lstStyle/>
          <a:p>
            <a:pPr defTabSz="761970"/>
            <a:r>
              <a:rPr lang="en-US" sz="917" dirty="0">
                <a:solidFill>
                  <a:srgbClr val="FFFFFF"/>
                </a:solidFill>
              </a:rPr>
              <a:t>divergence of the 3D velocity field</a:t>
            </a:r>
          </a:p>
        </p:txBody>
      </p:sp>
      <p:sp>
        <p:nvSpPr>
          <p:cNvPr id="12" name="TextBox 11">
            <a:extLst>
              <a:ext uri="{FF2B5EF4-FFF2-40B4-BE49-F238E27FC236}">
                <a16:creationId xmlns:a16="http://schemas.microsoft.com/office/drawing/2014/main" id="{B2B8986F-A0AE-E646-8339-A6A33C5BAB05}"/>
              </a:ext>
            </a:extLst>
          </p:cNvPr>
          <p:cNvSpPr txBox="1"/>
          <p:nvPr/>
        </p:nvSpPr>
        <p:spPr>
          <a:xfrm>
            <a:off x="1999886" y="2984500"/>
            <a:ext cx="1443024" cy="374590"/>
          </a:xfrm>
          <a:prstGeom prst="rect">
            <a:avLst/>
          </a:prstGeom>
          <a:noFill/>
        </p:spPr>
        <p:txBody>
          <a:bodyPr wrap="none" rtlCol="0">
            <a:spAutoFit/>
          </a:bodyPr>
          <a:lstStyle/>
          <a:p>
            <a:pPr algn="r" defTabSz="761970"/>
            <a:r>
              <a:rPr lang="en-US" sz="917" dirty="0">
                <a:solidFill>
                  <a:srgbClr val="FFFFFF"/>
                </a:solidFill>
              </a:rPr>
              <a:t>rate of change in time of</a:t>
            </a:r>
          </a:p>
          <a:p>
            <a:pPr algn="r" defTabSz="761970"/>
            <a:r>
              <a:rPr lang="en-US" sz="917" dirty="0">
                <a:solidFill>
                  <a:srgbClr val="FFFFFF"/>
                </a:solidFill>
              </a:rPr>
              <a:t>density (usually small)</a:t>
            </a:r>
          </a:p>
        </p:txBody>
      </p:sp>
    </p:spTree>
    <p:extLst>
      <p:ext uri="{BB962C8B-B14F-4D97-AF65-F5344CB8AC3E}">
        <p14:creationId xmlns:p14="http://schemas.microsoft.com/office/powerpoint/2010/main" val="118657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43033"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43034"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4E33F5CB-02F0-7A49-8519-A8A5D59E01AD}"/>
              </a:ext>
            </a:extLst>
          </p:cNvPr>
          <p:cNvGraphicFramePr>
            <a:graphicFrameLocks noChangeAspect="1"/>
          </p:cNvGraphicFramePr>
          <p:nvPr/>
        </p:nvGraphicFramePr>
        <p:xfrm>
          <a:off x="3515871" y="2776977"/>
          <a:ext cx="2006423" cy="768394"/>
        </p:xfrm>
        <a:graphic>
          <a:graphicData uri="http://schemas.openxmlformats.org/presentationml/2006/ole">
            <mc:AlternateContent xmlns:mc="http://schemas.openxmlformats.org/markup-compatibility/2006">
              <mc:Choice xmlns:v="urn:schemas-microsoft-com:vml" Requires="v">
                <p:oleObj spid="_x0000_s43035" name="Equation" r:id="rId8" imgW="1358900" imgH="520700" progId="Equation.3">
                  <p:embed/>
                </p:oleObj>
              </mc:Choice>
              <mc:Fallback>
                <p:oleObj name="Equation" r:id="rId8" imgW="1358900" imgH="520700" progId="Equation.3">
                  <p:embed/>
                  <p:pic>
                    <p:nvPicPr>
                      <p:cNvPr id="10" name="Object 2">
                        <a:extLst>
                          <a:ext uri="{FF2B5EF4-FFF2-40B4-BE49-F238E27FC236}">
                            <a16:creationId xmlns:a16="http://schemas.microsoft.com/office/drawing/2014/main" id="{4E33F5CB-02F0-7A49-8519-A8A5D59E01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871" y="2776977"/>
                        <a:ext cx="2006423" cy="768394"/>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3">
            <a:extLst>
              <a:ext uri="{FF2B5EF4-FFF2-40B4-BE49-F238E27FC236}">
                <a16:creationId xmlns:a16="http://schemas.microsoft.com/office/drawing/2014/main" id="{792B40B7-D7B8-4140-9DBD-8DC71E77A181}"/>
              </a:ext>
            </a:extLst>
          </p:cNvPr>
          <p:cNvGraphicFramePr>
            <a:graphicFrameLocks noChangeAspect="1"/>
          </p:cNvGraphicFramePr>
          <p:nvPr>
            <p:extLst/>
          </p:nvPr>
        </p:nvGraphicFramePr>
        <p:xfrm>
          <a:off x="3026392" y="3626110"/>
          <a:ext cx="2985382" cy="638307"/>
        </p:xfrm>
        <a:graphic>
          <a:graphicData uri="http://schemas.openxmlformats.org/presentationml/2006/ole">
            <mc:AlternateContent xmlns:mc="http://schemas.openxmlformats.org/markup-compatibility/2006">
              <mc:Choice xmlns:v="urn:schemas-microsoft-com:vml" Requires="v">
                <p:oleObj spid="_x0000_s43036" name="Equation" r:id="rId10" imgW="2197100" imgH="469900" progId="Equation.3">
                  <p:embed/>
                </p:oleObj>
              </mc:Choice>
              <mc:Fallback>
                <p:oleObj name="Equation" r:id="rId10" imgW="2197100" imgH="469900" progId="Equation.3">
                  <p:embed/>
                  <p:pic>
                    <p:nvPicPr>
                      <p:cNvPr id="11" name="Object 3">
                        <a:extLst>
                          <a:ext uri="{FF2B5EF4-FFF2-40B4-BE49-F238E27FC236}">
                            <a16:creationId xmlns:a16="http://schemas.microsoft.com/office/drawing/2014/main" id="{792B40B7-D7B8-4140-9DBD-8DC71E77A1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6392" y="3626110"/>
                        <a:ext cx="2985382" cy="638307"/>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593027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79878" name="Rectangle 12">
            <a:extLst>
              <a:ext uri="{FF2B5EF4-FFF2-40B4-BE49-F238E27FC236}">
                <a16:creationId xmlns:a16="http://schemas.microsoft.com/office/drawing/2014/main" id="{137875F6-0C15-4444-9184-24ECB8E75A33}"/>
              </a:ext>
            </a:extLst>
          </p:cNvPr>
          <p:cNvSpPr>
            <a:spLocks noChangeArrowheads="1"/>
          </p:cNvSpPr>
          <p:nvPr/>
        </p:nvSpPr>
        <p:spPr bwMode="auto">
          <a:xfrm>
            <a:off x="3530671" y="4349761"/>
            <a:ext cx="1976823"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34950"/>
            <a:r>
              <a:rPr lang="en-US" altLang="en-US" sz="1667">
                <a:solidFill>
                  <a:srgbClr val="FFFFFF"/>
                </a:solidFill>
              </a:rPr>
              <a:t>How wind changes</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44057"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44058"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4E33F5CB-02F0-7A49-8519-A8A5D59E01AD}"/>
              </a:ext>
            </a:extLst>
          </p:cNvPr>
          <p:cNvGraphicFramePr>
            <a:graphicFrameLocks noChangeAspect="1"/>
          </p:cNvGraphicFramePr>
          <p:nvPr/>
        </p:nvGraphicFramePr>
        <p:xfrm>
          <a:off x="3515871" y="2776977"/>
          <a:ext cx="2006423" cy="768394"/>
        </p:xfrm>
        <a:graphic>
          <a:graphicData uri="http://schemas.openxmlformats.org/presentationml/2006/ole">
            <mc:AlternateContent xmlns:mc="http://schemas.openxmlformats.org/markup-compatibility/2006">
              <mc:Choice xmlns:v="urn:schemas-microsoft-com:vml" Requires="v">
                <p:oleObj spid="_x0000_s44059" name="Equation" r:id="rId8" imgW="1358900" imgH="520700" progId="Equation.3">
                  <p:embed/>
                </p:oleObj>
              </mc:Choice>
              <mc:Fallback>
                <p:oleObj name="Equation" r:id="rId8" imgW="1358900" imgH="520700" progId="Equation.3">
                  <p:embed/>
                  <p:pic>
                    <p:nvPicPr>
                      <p:cNvPr id="10" name="Object 2">
                        <a:extLst>
                          <a:ext uri="{FF2B5EF4-FFF2-40B4-BE49-F238E27FC236}">
                            <a16:creationId xmlns:a16="http://schemas.microsoft.com/office/drawing/2014/main" id="{4E33F5CB-02F0-7A49-8519-A8A5D59E01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871" y="2776977"/>
                        <a:ext cx="2006423" cy="768394"/>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3">
            <a:extLst>
              <a:ext uri="{FF2B5EF4-FFF2-40B4-BE49-F238E27FC236}">
                <a16:creationId xmlns:a16="http://schemas.microsoft.com/office/drawing/2014/main" id="{792B40B7-D7B8-4140-9DBD-8DC71E77A181}"/>
              </a:ext>
            </a:extLst>
          </p:cNvPr>
          <p:cNvGraphicFramePr>
            <a:graphicFrameLocks noChangeAspect="1"/>
          </p:cNvGraphicFramePr>
          <p:nvPr>
            <p:extLst/>
          </p:nvPr>
        </p:nvGraphicFramePr>
        <p:xfrm>
          <a:off x="3026392" y="3626110"/>
          <a:ext cx="2985382" cy="638307"/>
        </p:xfrm>
        <a:graphic>
          <a:graphicData uri="http://schemas.openxmlformats.org/presentationml/2006/ole">
            <mc:AlternateContent xmlns:mc="http://schemas.openxmlformats.org/markup-compatibility/2006">
              <mc:Choice xmlns:v="urn:schemas-microsoft-com:vml" Requires="v">
                <p:oleObj spid="_x0000_s44060" name="Equation" r:id="rId10" imgW="2197100" imgH="469900" progId="Equation.3">
                  <p:embed/>
                </p:oleObj>
              </mc:Choice>
              <mc:Fallback>
                <p:oleObj name="Equation" r:id="rId10" imgW="2197100" imgH="469900" progId="Equation.3">
                  <p:embed/>
                  <p:pic>
                    <p:nvPicPr>
                      <p:cNvPr id="11" name="Object 3">
                        <a:extLst>
                          <a:ext uri="{FF2B5EF4-FFF2-40B4-BE49-F238E27FC236}">
                            <a16:creationId xmlns:a16="http://schemas.microsoft.com/office/drawing/2014/main" id="{792B40B7-D7B8-4140-9DBD-8DC71E77A1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6392" y="3626110"/>
                        <a:ext cx="2985382" cy="638307"/>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TextBox 11">
            <a:extLst>
              <a:ext uri="{FF2B5EF4-FFF2-40B4-BE49-F238E27FC236}">
                <a16:creationId xmlns:a16="http://schemas.microsoft.com/office/drawing/2014/main" id="{E9531589-F938-6741-B6CD-136513E39AAF}"/>
              </a:ext>
            </a:extLst>
          </p:cNvPr>
          <p:cNvSpPr txBox="1"/>
          <p:nvPr/>
        </p:nvSpPr>
        <p:spPr>
          <a:xfrm>
            <a:off x="6006536" y="3746500"/>
            <a:ext cx="1269899" cy="233462"/>
          </a:xfrm>
          <a:prstGeom prst="rect">
            <a:avLst/>
          </a:prstGeom>
          <a:noFill/>
        </p:spPr>
        <p:txBody>
          <a:bodyPr wrap="none" rtlCol="0">
            <a:spAutoFit/>
          </a:bodyPr>
          <a:lstStyle/>
          <a:p>
            <a:pPr defTabSz="761970"/>
            <a:r>
              <a:rPr lang="en-US" sz="917" dirty="0">
                <a:solidFill>
                  <a:srgbClr val="FFFFFF"/>
                </a:solidFill>
              </a:rPr>
              <a:t>sensible heating rate</a:t>
            </a:r>
          </a:p>
        </p:txBody>
      </p:sp>
      <p:sp>
        <p:nvSpPr>
          <p:cNvPr id="13" name="TextBox 12">
            <a:extLst>
              <a:ext uri="{FF2B5EF4-FFF2-40B4-BE49-F238E27FC236}">
                <a16:creationId xmlns:a16="http://schemas.microsoft.com/office/drawing/2014/main" id="{1921BECD-3152-2647-81BD-853568F02073}"/>
              </a:ext>
            </a:extLst>
          </p:cNvPr>
          <p:cNvSpPr txBox="1"/>
          <p:nvPr/>
        </p:nvSpPr>
        <p:spPr>
          <a:xfrm>
            <a:off x="6006536" y="3964508"/>
            <a:ext cx="1124026" cy="233462"/>
          </a:xfrm>
          <a:prstGeom prst="rect">
            <a:avLst/>
          </a:prstGeom>
          <a:noFill/>
        </p:spPr>
        <p:txBody>
          <a:bodyPr wrap="none" rtlCol="0">
            <a:spAutoFit/>
          </a:bodyPr>
          <a:lstStyle/>
          <a:p>
            <a:pPr defTabSz="761970"/>
            <a:r>
              <a:rPr lang="en-US" sz="917" dirty="0">
                <a:solidFill>
                  <a:srgbClr val="FFFFFF"/>
                </a:solidFill>
              </a:rPr>
              <a:t>latent heating rate</a:t>
            </a:r>
          </a:p>
        </p:txBody>
      </p:sp>
      <p:sp>
        <p:nvSpPr>
          <p:cNvPr id="14" name="TextBox 13">
            <a:extLst>
              <a:ext uri="{FF2B5EF4-FFF2-40B4-BE49-F238E27FC236}">
                <a16:creationId xmlns:a16="http://schemas.microsoft.com/office/drawing/2014/main" id="{B35EB448-066A-2E44-AB9B-3039A8F49D9B}"/>
              </a:ext>
            </a:extLst>
          </p:cNvPr>
          <p:cNvSpPr txBox="1"/>
          <p:nvPr/>
        </p:nvSpPr>
        <p:spPr>
          <a:xfrm>
            <a:off x="1143001" y="4046408"/>
            <a:ext cx="1941557" cy="233462"/>
          </a:xfrm>
          <a:prstGeom prst="rect">
            <a:avLst/>
          </a:prstGeom>
          <a:noFill/>
        </p:spPr>
        <p:txBody>
          <a:bodyPr wrap="none" rtlCol="0">
            <a:spAutoFit/>
          </a:bodyPr>
          <a:lstStyle/>
          <a:p>
            <a:pPr defTabSz="761970"/>
            <a:r>
              <a:rPr lang="en-US" sz="917" dirty="0">
                <a:solidFill>
                  <a:srgbClr val="FFFFFF"/>
                </a:solidFill>
              </a:rPr>
              <a:t>divergence of the 3D velocity field</a:t>
            </a:r>
          </a:p>
        </p:txBody>
      </p:sp>
      <p:sp>
        <p:nvSpPr>
          <p:cNvPr id="15" name="TextBox 14">
            <a:extLst>
              <a:ext uri="{FF2B5EF4-FFF2-40B4-BE49-F238E27FC236}">
                <a16:creationId xmlns:a16="http://schemas.microsoft.com/office/drawing/2014/main" id="{8DC6D6ED-9912-7E4B-946A-D44A81223846}"/>
              </a:ext>
            </a:extLst>
          </p:cNvPr>
          <p:cNvSpPr txBox="1"/>
          <p:nvPr/>
        </p:nvSpPr>
        <p:spPr>
          <a:xfrm>
            <a:off x="1578131" y="3626110"/>
            <a:ext cx="1443024" cy="374590"/>
          </a:xfrm>
          <a:prstGeom prst="rect">
            <a:avLst/>
          </a:prstGeom>
          <a:noFill/>
        </p:spPr>
        <p:txBody>
          <a:bodyPr wrap="none" rtlCol="0">
            <a:spAutoFit/>
          </a:bodyPr>
          <a:lstStyle/>
          <a:p>
            <a:pPr algn="r" defTabSz="761970"/>
            <a:r>
              <a:rPr lang="en-US" sz="917" dirty="0">
                <a:solidFill>
                  <a:srgbClr val="FFFFFF"/>
                </a:solidFill>
              </a:rPr>
              <a:t>rate of change in time of</a:t>
            </a:r>
          </a:p>
          <a:p>
            <a:pPr algn="r" defTabSz="761970"/>
            <a:r>
              <a:rPr lang="en-US" sz="917" dirty="0">
                <a:solidFill>
                  <a:srgbClr val="FFFFFF"/>
                </a:solidFill>
              </a:rPr>
              <a:t>temperature</a:t>
            </a:r>
          </a:p>
        </p:txBody>
      </p:sp>
    </p:spTree>
    <p:extLst>
      <p:ext uri="{BB962C8B-B14F-4D97-AF65-F5344CB8AC3E}">
        <p14:creationId xmlns:p14="http://schemas.microsoft.com/office/powerpoint/2010/main" val="1803762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45087"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45088"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4E33F5CB-02F0-7A49-8519-A8A5D59E01AD}"/>
              </a:ext>
            </a:extLst>
          </p:cNvPr>
          <p:cNvGraphicFramePr>
            <a:graphicFrameLocks noChangeAspect="1"/>
          </p:cNvGraphicFramePr>
          <p:nvPr/>
        </p:nvGraphicFramePr>
        <p:xfrm>
          <a:off x="3515871" y="2776977"/>
          <a:ext cx="2006423" cy="768394"/>
        </p:xfrm>
        <a:graphic>
          <a:graphicData uri="http://schemas.openxmlformats.org/presentationml/2006/ole">
            <mc:AlternateContent xmlns:mc="http://schemas.openxmlformats.org/markup-compatibility/2006">
              <mc:Choice xmlns:v="urn:schemas-microsoft-com:vml" Requires="v">
                <p:oleObj spid="_x0000_s45089" name="Equation" r:id="rId8" imgW="1358900" imgH="520700" progId="Equation.3">
                  <p:embed/>
                </p:oleObj>
              </mc:Choice>
              <mc:Fallback>
                <p:oleObj name="Equation" r:id="rId8" imgW="1358900" imgH="520700" progId="Equation.3">
                  <p:embed/>
                  <p:pic>
                    <p:nvPicPr>
                      <p:cNvPr id="10" name="Object 2">
                        <a:extLst>
                          <a:ext uri="{FF2B5EF4-FFF2-40B4-BE49-F238E27FC236}">
                            <a16:creationId xmlns:a16="http://schemas.microsoft.com/office/drawing/2014/main" id="{4E33F5CB-02F0-7A49-8519-A8A5D59E01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871" y="2776977"/>
                        <a:ext cx="2006423" cy="768394"/>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3">
            <a:extLst>
              <a:ext uri="{FF2B5EF4-FFF2-40B4-BE49-F238E27FC236}">
                <a16:creationId xmlns:a16="http://schemas.microsoft.com/office/drawing/2014/main" id="{792B40B7-D7B8-4140-9DBD-8DC71E77A181}"/>
              </a:ext>
            </a:extLst>
          </p:cNvPr>
          <p:cNvGraphicFramePr>
            <a:graphicFrameLocks noChangeAspect="1"/>
          </p:cNvGraphicFramePr>
          <p:nvPr/>
        </p:nvGraphicFramePr>
        <p:xfrm>
          <a:off x="3026392" y="3626110"/>
          <a:ext cx="2985382" cy="638307"/>
        </p:xfrm>
        <a:graphic>
          <a:graphicData uri="http://schemas.openxmlformats.org/presentationml/2006/ole">
            <mc:AlternateContent xmlns:mc="http://schemas.openxmlformats.org/markup-compatibility/2006">
              <mc:Choice xmlns:v="urn:schemas-microsoft-com:vml" Requires="v">
                <p:oleObj spid="_x0000_s45090" name="Equation" r:id="rId10" imgW="2197100" imgH="469900" progId="Equation.3">
                  <p:embed/>
                </p:oleObj>
              </mc:Choice>
              <mc:Fallback>
                <p:oleObj name="Equation" r:id="rId10" imgW="2197100" imgH="469900" progId="Equation.3">
                  <p:embed/>
                  <p:pic>
                    <p:nvPicPr>
                      <p:cNvPr id="11" name="Object 3">
                        <a:extLst>
                          <a:ext uri="{FF2B5EF4-FFF2-40B4-BE49-F238E27FC236}">
                            <a16:creationId xmlns:a16="http://schemas.microsoft.com/office/drawing/2014/main" id="{792B40B7-D7B8-4140-9DBD-8DC71E77A1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6392" y="3626110"/>
                        <a:ext cx="2985382" cy="638307"/>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2">
            <a:extLst>
              <a:ext uri="{FF2B5EF4-FFF2-40B4-BE49-F238E27FC236}">
                <a16:creationId xmlns:a16="http://schemas.microsoft.com/office/drawing/2014/main" id="{318D689C-0061-A24B-A2D1-063F3FD00AC1}"/>
              </a:ext>
            </a:extLst>
          </p:cNvPr>
          <p:cNvGraphicFramePr>
            <a:graphicFrameLocks noChangeAspect="1"/>
          </p:cNvGraphicFramePr>
          <p:nvPr>
            <p:extLst/>
          </p:nvPr>
        </p:nvGraphicFramePr>
        <p:xfrm>
          <a:off x="2878666" y="4352902"/>
          <a:ext cx="3280833" cy="619566"/>
        </p:xfrm>
        <a:graphic>
          <a:graphicData uri="http://schemas.openxmlformats.org/presentationml/2006/ole">
            <mc:AlternateContent xmlns:mc="http://schemas.openxmlformats.org/markup-compatibility/2006">
              <mc:Choice xmlns:v="urn:schemas-microsoft-com:vml" Requires="v">
                <p:oleObj spid="_x0000_s45091" name="Equation" r:id="rId12" imgW="2755900" imgH="520700" progId="Equation.3">
                  <p:embed/>
                </p:oleObj>
              </mc:Choice>
              <mc:Fallback>
                <p:oleObj name="Equation" r:id="rId12" imgW="2755900" imgH="520700" progId="Equation.3">
                  <p:embed/>
                  <p:pic>
                    <p:nvPicPr>
                      <p:cNvPr id="12" name="Object 2">
                        <a:extLst>
                          <a:ext uri="{FF2B5EF4-FFF2-40B4-BE49-F238E27FC236}">
                            <a16:creationId xmlns:a16="http://schemas.microsoft.com/office/drawing/2014/main" id="{318D689C-0061-A24B-A2D1-063F3FD00AC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78666" y="4352902"/>
                        <a:ext cx="3280833" cy="6195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549755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3" name="Rectangle 7">
            <a:extLst>
              <a:ext uri="{FF2B5EF4-FFF2-40B4-BE49-F238E27FC236}">
                <a16:creationId xmlns:a16="http://schemas.microsoft.com/office/drawing/2014/main" id="{5DAE188D-4E08-7440-B55F-CEA3BDAF07E0}"/>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graphicFrame>
        <p:nvGraphicFramePr>
          <p:cNvPr id="8" name="Object 6">
            <a:extLst>
              <a:ext uri="{FF2B5EF4-FFF2-40B4-BE49-F238E27FC236}">
                <a16:creationId xmlns:a16="http://schemas.microsoft.com/office/drawing/2014/main" id="{AC190E52-A148-C645-BA4B-D5E7A8982DC0}"/>
              </a:ext>
            </a:extLst>
          </p:cNvPr>
          <p:cNvGraphicFramePr>
            <a:graphicFrameLocks noChangeAspect="1"/>
          </p:cNvGraphicFramePr>
          <p:nvPr/>
        </p:nvGraphicFramePr>
        <p:xfrm>
          <a:off x="3989917" y="1530175"/>
          <a:ext cx="1164167" cy="347266"/>
        </p:xfrm>
        <a:graphic>
          <a:graphicData uri="http://schemas.openxmlformats.org/presentationml/2006/ole">
            <mc:AlternateContent xmlns:mc="http://schemas.openxmlformats.org/markup-compatibility/2006">
              <mc:Choice xmlns:v="urn:schemas-microsoft-com:vml" Requires="v">
                <p:oleObj spid="_x0000_s46111" name="Equation" r:id="rId4" imgW="723900" imgH="215900" progId="Equation.3">
                  <p:embed/>
                </p:oleObj>
              </mc:Choice>
              <mc:Fallback>
                <p:oleObj name="Equation" r:id="rId4" imgW="723900" imgH="215900" progId="Equation.3">
                  <p:embed/>
                  <p:pic>
                    <p:nvPicPr>
                      <p:cNvPr id="8" name="Object 6">
                        <a:extLst>
                          <a:ext uri="{FF2B5EF4-FFF2-40B4-BE49-F238E27FC236}">
                            <a16:creationId xmlns:a16="http://schemas.microsoft.com/office/drawing/2014/main" id="{AC190E52-A148-C645-BA4B-D5E7A8982D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917" y="1530175"/>
                        <a:ext cx="1164167" cy="3472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D78C50F4-66F0-624E-B7B1-91EE19DC1D50}"/>
              </a:ext>
            </a:extLst>
          </p:cNvPr>
          <p:cNvGraphicFramePr>
            <a:graphicFrameLocks noChangeAspect="1"/>
          </p:cNvGraphicFramePr>
          <p:nvPr/>
        </p:nvGraphicFramePr>
        <p:xfrm>
          <a:off x="3745178" y="2038087"/>
          <a:ext cx="1547813" cy="658151"/>
        </p:xfrm>
        <a:graphic>
          <a:graphicData uri="http://schemas.openxmlformats.org/presentationml/2006/ole">
            <mc:AlternateContent xmlns:mc="http://schemas.openxmlformats.org/markup-compatibility/2006">
              <mc:Choice xmlns:v="urn:schemas-microsoft-com:vml" Requires="v">
                <p:oleObj spid="_x0000_s46112" name="Equation" r:id="rId6" imgW="1104900" imgH="469900" progId="Equation.DSMT4">
                  <p:embed/>
                </p:oleObj>
              </mc:Choice>
              <mc:Fallback>
                <p:oleObj name="Equation" r:id="rId6" imgW="1104900" imgH="469900" progId="Equation.DSMT4">
                  <p:embed/>
                  <p:pic>
                    <p:nvPicPr>
                      <p:cNvPr id="9" name="Object 4">
                        <a:extLst>
                          <a:ext uri="{FF2B5EF4-FFF2-40B4-BE49-F238E27FC236}">
                            <a16:creationId xmlns:a16="http://schemas.microsoft.com/office/drawing/2014/main" id="{D78C50F4-66F0-624E-B7B1-91EE19DC1D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5178" y="2038087"/>
                        <a:ext cx="1547813" cy="658151"/>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4E33F5CB-02F0-7A49-8519-A8A5D59E01AD}"/>
              </a:ext>
            </a:extLst>
          </p:cNvPr>
          <p:cNvGraphicFramePr>
            <a:graphicFrameLocks noChangeAspect="1"/>
          </p:cNvGraphicFramePr>
          <p:nvPr/>
        </p:nvGraphicFramePr>
        <p:xfrm>
          <a:off x="3515871" y="2776977"/>
          <a:ext cx="2006423" cy="768394"/>
        </p:xfrm>
        <a:graphic>
          <a:graphicData uri="http://schemas.openxmlformats.org/presentationml/2006/ole">
            <mc:AlternateContent xmlns:mc="http://schemas.openxmlformats.org/markup-compatibility/2006">
              <mc:Choice xmlns:v="urn:schemas-microsoft-com:vml" Requires="v">
                <p:oleObj spid="_x0000_s46113" name="Equation" r:id="rId8" imgW="1358900" imgH="520700" progId="Equation.3">
                  <p:embed/>
                </p:oleObj>
              </mc:Choice>
              <mc:Fallback>
                <p:oleObj name="Equation" r:id="rId8" imgW="1358900" imgH="520700" progId="Equation.3">
                  <p:embed/>
                  <p:pic>
                    <p:nvPicPr>
                      <p:cNvPr id="10" name="Object 2">
                        <a:extLst>
                          <a:ext uri="{FF2B5EF4-FFF2-40B4-BE49-F238E27FC236}">
                            <a16:creationId xmlns:a16="http://schemas.microsoft.com/office/drawing/2014/main" id="{4E33F5CB-02F0-7A49-8519-A8A5D59E01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871" y="2776977"/>
                        <a:ext cx="2006423" cy="768394"/>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3">
            <a:extLst>
              <a:ext uri="{FF2B5EF4-FFF2-40B4-BE49-F238E27FC236}">
                <a16:creationId xmlns:a16="http://schemas.microsoft.com/office/drawing/2014/main" id="{792B40B7-D7B8-4140-9DBD-8DC71E77A181}"/>
              </a:ext>
            </a:extLst>
          </p:cNvPr>
          <p:cNvGraphicFramePr>
            <a:graphicFrameLocks noChangeAspect="1"/>
          </p:cNvGraphicFramePr>
          <p:nvPr/>
        </p:nvGraphicFramePr>
        <p:xfrm>
          <a:off x="3026392" y="3626110"/>
          <a:ext cx="2985382" cy="638307"/>
        </p:xfrm>
        <a:graphic>
          <a:graphicData uri="http://schemas.openxmlformats.org/presentationml/2006/ole">
            <mc:AlternateContent xmlns:mc="http://schemas.openxmlformats.org/markup-compatibility/2006">
              <mc:Choice xmlns:v="urn:schemas-microsoft-com:vml" Requires="v">
                <p:oleObj spid="_x0000_s46114" name="Equation" r:id="rId10" imgW="2197100" imgH="469900" progId="Equation.3">
                  <p:embed/>
                </p:oleObj>
              </mc:Choice>
              <mc:Fallback>
                <p:oleObj name="Equation" r:id="rId10" imgW="2197100" imgH="469900" progId="Equation.3">
                  <p:embed/>
                  <p:pic>
                    <p:nvPicPr>
                      <p:cNvPr id="11" name="Object 3">
                        <a:extLst>
                          <a:ext uri="{FF2B5EF4-FFF2-40B4-BE49-F238E27FC236}">
                            <a16:creationId xmlns:a16="http://schemas.microsoft.com/office/drawing/2014/main" id="{792B40B7-D7B8-4140-9DBD-8DC71E77A1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6392" y="3626110"/>
                        <a:ext cx="2985382" cy="638307"/>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2">
            <a:extLst>
              <a:ext uri="{FF2B5EF4-FFF2-40B4-BE49-F238E27FC236}">
                <a16:creationId xmlns:a16="http://schemas.microsoft.com/office/drawing/2014/main" id="{318D689C-0061-A24B-A2D1-063F3FD00AC1}"/>
              </a:ext>
            </a:extLst>
          </p:cNvPr>
          <p:cNvGraphicFramePr>
            <a:graphicFrameLocks noChangeAspect="1"/>
          </p:cNvGraphicFramePr>
          <p:nvPr>
            <p:extLst/>
          </p:nvPr>
        </p:nvGraphicFramePr>
        <p:xfrm>
          <a:off x="2878666" y="4352902"/>
          <a:ext cx="3280833" cy="619566"/>
        </p:xfrm>
        <a:graphic>
          <a:graphicData uri="http://schemas.openxmlformats.org/presentationml/2006/ole">
            <mc:AlternateContent xmlns:mc="http://schemas.openxmlformats.org/markup-compatibility/2006">
              <mc:Choice xmlns:v="urn:schemas-microsoft-com:vml" Requires="v">
                <p:oleObj spid="_x0000_s46115" name="Equation" r:id="rId12" imgW="2755900" imgH="520700" progId="Equation.3">
                  <p:embed/>
                </p:oleObj>
              </mc:Choice>
              <mc:Fallback>
                <p:oleObj name="Equation" r:id="rId12" imgW="2755900" imgH="520700" progId="Equation.3">
                  <p:embed/>
                  <p:pic>
                    <p:nvPicPr>
                      <p:cNvPr id="12" name="Object 2">
                        <a:extLst>
                          <a:ext uri="{FF2B5EF4-FFF2-40B4-BE49-F238E27FC236}">
                            <a16:creationId xmlns:a16="http://schemas.microsoft.com/office/drawing/2014/main" id="{318D689C-0061-A24B-A2D1-063F3FD00AC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78666" y="4352902"/>
                        <a:ext cx="3280833" cy="619566"/>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 name="TextBox 12">
            <a:extLst>
              <a:ext uri="{FF2B5EF4-FFF2-40B4-BE49-F238E27FC236}">
                <a16:creationId xmlns:a16="http://schemas.microsoft.com/office/drawing/2014/main" id="{73886908-EBF6-2C4D-8A2C-7931185FFD99}"/>
              </a:ext>
            </a:extLst>
          </p:cNvPr>
          <p:cNvSpPr txBox="1"/>
          <p:nvPr/>
        </p:nvSpPr>
        <p:spPr>
          <a:xfrm>
            <a:off x="3286992" y="4972467"/>
            <a:ext cx="869149" cy="233462"/>
          </a:xfrm>
          <a:prstGeom prst="rect">
            <a:avLst/>
          </a:prstGeom>
          <a:noFill/>
        </p:spPr>
        <p:txBody>
          <a:bodyPr wrap="none" rtlCol="0">
            <a:spAutoFit/>
          </a:bodyPr>
          <a:lstStyle/>
          <a:p>
            <a:pPr defTabSz="761970"/>
            <a:r>
              <a:rPr lang="en-US" sz="917" dirty="0">
                <a:solidFill>
                  <a:srgbClr val="FFFFFF"/>
                </a:solidFill>
              </a:rPr>
              <a:t>Coriolis force</a:t>
            </a:r>
          </a:p>
        </p:txBody>
      </p:sp>
      <p:sp>
        <p:nvSpPr>
          <p:cNvPr id="14" name="TextBox 13">
            <a:extLst>
              <a:ext uri="{FF2B5EF4-FFF2-40B4-BE49-F238E27FC236}">
                <a16:creationId xmlns:a16="http://schemas.microsoft.com/office/drawing/2014/main" id="{B57C269C-01BE-C34F-892B-02494BB17DD7}"/>
              </a:ext>
            </a:extLst>
          </p:cNvPr>
          <p:cNvSpPr txBox="1"/>
          <p:nvPr/>
        </p:nvSpPr>
        <p:spPr>
          <a:xfrm>
            <a:off x="1435642" y="4512927"/>
            <a:ext cx="1443024" cy="374590"/>
          </a:xfrm>
          <a:prstGeom prst="rect">
            <a:avLst/>
          </a:prstGeom>
          <a:noFill/>
        </p:spPr>
        <p:txBody>
          <a:bodyPr wrap="none" rtlCol="0">
            <a:spAutoFit/>
          </a:bodyPr>
          <a:lstStyle/>
          <a:p>
            <a:pPr algn="r" defTabSz="761970"/>
            <a:r>
              <a:rPr lang="en-US" sz="917" dirty="0">
                <a:solidFill>
                  <a:srgbClr val="FFFFFF"/>
                </a:solidFill>
              </a:rPr>
              <a:t>rate of change in time of</a:t>
            </a:r>
          </a:p>
          <a:p>
            <a:pPr algn="r" defTabSz="761970"/>
            <a:r>
              <a:rPr lang="en-US" sz="917" dirty="0">
                <a:solidFill>
                  <a:srgbClr val="FFFFFF"/>
                </a:solidFill>
              </a:rPr>
              <a:t>3D velocity</a:t>
            </a:r>
          </a:p>
        </p:txBody>
      </p:sp>
      <p:sp>
        <p:nvSpPr>
          <p:cNvPr id="15" name="TextBox 14">
            <a:extLst>
              <a:ext uri="{FF2B5EF4-FFF2-40B4-BE49-F238E27FC236}">
                <a16:creationId xmlns:a16="http://schemas.microsoft.com/office/drawing/2014/main" id="{68581E29-26BF-A542-A5D2-809BC9E41B53}"/>
              </a:ext>
            </a:extLst>
          </p:cNvPr>
          <p:cNvSpPr txBox="1"/>
          <p:nvPr/>
        </p:nvSpPr>
        <p:spPr>
          <a:xfrm>
            <a:off x="6141169" y="4514662"/>
            <a:ext cx="1295547" cy="233462"/>
          </a:xfrm>
          <a:prstGeom prst="rect">
            <a:avLst/>
          </a:prstGeom>
          <a:noFill/>
        </p:spPr>
        <p:txBody>
          <a:bodyPr wrap="none" rtlCol="0">
            <a:spAutoFit/>
          </a:bodyPr>
          <a:lstStyle/>
          <a:p>
            <a:pPr defTabSz="761970"/>
            <a:r>
              <a:rPr lang="en-US" sz="917" dirty="0">
                <a:solidFill>
                  <a:srgbClr val="FFFFFF"/>
                </a:solidFill>
              </a:rPr>
              <a:t>dissipation (viscosity)</a:t>
            </a:r>
          </a:p>
        </p:txBody>
      </p:sp>
      <p:sp>
        <p:nvSpPr>
          <p:cNvPr id="16" name="TextBox 15">
            <a:extLst>
              <a:ext uri="{FF2B5EF4-FFF2-40B4-BE49-F238E27FC236}">
                <a16:creationId xmlns:a16="http://schemas.microsoft.com/office/drawing/2014/main" id="{694150D0-AF52-8442-B113-CEC682CCED4C}"/>
              </a:ext>
            </a:extLst>
          </p:cNvPr>
          <p:cNvSpPr txBox="1"/>
          <p:nvPr/>
        </p:nvSpPr>
        <p:spPr>
          <a:xfrm>
            <a:off x="4095387" y="4996260"/>
            <a:ext cx="1282723" cy="233462"/>
          </a:xfrm>
          <a:prstGeom prst="rect">
            <a:avLst/>
          </a:prstGeom>
          <a:noFill/>
        </p:spPr>
        <p:txBody>
          <a:bodyPr wrap="none" rtlCol="0">
            <a:spAutoFit/>
          </a:bodyPr>
          <a:lstStyle/>
          <a:p>
            <a:pPr algn="r" defTabSz="761970"/>
            <a:r>
              <a:rPr lang="en-US" sz="917" dirty="0">
                <a:solidFill>
                  <a:srgbClr val="FFFFFF"/>
                </a:solidFill>
              </a:rPr>
              <a:t>3D pressure gradient</a:t>
            </a:r>
          </a:p>
        </p:txBody>
      </p:sp>
      <p:sp>
        <p:nvSpPr>
          <p:cNvPr id="17" name="TextBox 16">
            <a:extLst>
              <a:ext uri="{FF2B5EF4-FFF2-40B4-BE49-F238E27FC236}">
                <a16:creationId xmlns:a16="http://schemas.microsoft.com/office/drawing/2014/main" id="{639C9A1D-7267-1F49-ABA2-4B6AE6D5A703}"/>
              </a:ext>
            </a:extLst>
          </p:cNvPr>
          <p:cNvSpPr txBox="1"/>
          <p:nvPr/>
        </p:nvSpPr>
        <p:spPr>
          <a:xfrm>
            <a:off x="5019001" y="4754459"/>
            <a:ext cx="530915" cy="233462"/>
          </a:xfrm>
          <a:prstGeom prst="rect">
            <a:avLst/>
          </a:prstGeom>
          <a:noFill/>
        </p:spPr>
        <p:txBody>
          <a:bodyPr wrap="none" rtlCol="0">
            <a:spAutoFit/>
          </a:bodyPr>
          <a:lstStyle/>
          <a:p>
            <a:pPr defTabSz="761970"/>
            <a:r>
              <a:rPr lang="en-US" sz="917" dirty="0">
                <a:solidFill>
                  <a:srgbClr val="FFFFFF"/>
                </a:solidFill>
              </a:rPr>
              <a:t>gravity</a:t>
            </a:r>
          </a:p>
        </p:txBody>
      </p:sp>
    </p:spTree>
    <p:extLst>
      <p:ext uri="{BB962C8B-B14F-4D97-AF65-F5344CB8AC3E}">
        <p14:creationId xmlns:p14="http://schemas.microsoft.com/office/powerpoint/2010/main" val="3673241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3" name="Object 4">
            <a:extLst>
              <a:ext uri="{FF2B5EF4-FFF2-40B4-BE49-F238E27FC236}">
                <a16:creationId xmlns:a16="http://schemas.microsoft.com/office/drawing/2014/main" id="{91CF3293-64F7-B547-A62F-B49DD6A0B061}"/>
              </a:ext>
            </a:extLst>
          </p:cNvPr>
          <p:cNvGraphicFramePr>
            <a:graphicFrameLocks noChangeAspect="1"/>
          </p:cNvGraphicFramePr>
          <p:nvPr/>
        </p:nvGraphicFramePr>
        <p:xfrm>
          <a:off x="3778250" y="1454107"/>
          <a:ext cx="1164167" cy="347265"/>
        </p:xfrm>
        <a:graphic>
          <a:graphicData uri="http://schemas.openxmlformats.org/presentationml/2006/ole">
            <mc:AlternateContent xmlns:mc="http://schemas.openxmlformats.org/markup-compatibility/2006">
              <mc:Choice xmlns:v="urn:schemas-microsoft-com:vml" Requires="v">
                <p:oleObj spid="_x0000_s47135" name="Equation" r:id="rId4" imgW="723900" imgH="215900" progId="Equation.DSMT4">
                  <p:embed/>
                </p:oleObj>
              </mc:Choice>
              <mc:Fallback>
                <p:oleObj name="Equation" r:id="rId4" imgW="723900" imgH="215900" progId="Equation.DSMT4">
                  <p:embed/>
                  <p:pic>
                    <p:nvPicPr>
                      <p:cNvPr id="92163" name="Object 4">
                        <a:extLst>
                          <a:ext uri="{FF2B5EF4-FFF2-40B4-BE49-F238E27FC236}">
                            <a16:creationId xmlns:a16="http://schemas.microsoft.com/office/drawing/2014/main" id="{91CF3293-64F7-B547-A62F-B49DD6A0B0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8250" y="1454107"/>
                        <a:ext cx="1164167" cy="347265"/>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33863" name="Rectangle 7">
            <a:extLst>
              <a:ext uri="{FF2B5EF4-FFF2-40B4-BE49-F238E27FC236}">
                <a16:creationId xmlns:a16="http://schemas.microsoft.com/office/drawing/2014/main" id="{CD9494B3-11CD-1344-BAB4-FE276DB736CA}"/>
              </a:ext>
            </a:extLst>
          </p:cNvPr>
          <p:cNvSpPr>
            <a:spLocks noGrp="1" noChangeArrowheads="1"/>
          </p:cNvSpPr>
          <p:nvPr>
            <p:ph type="title"/>
          </p:nvPr>
        </p:nvSpPr>
        <p:spPr>
          <a:xfrm>
            <a:off x="1820333" y="740833"/>
            <a:ext cx="5397500" cy="476250"/>
          </a:xfrm>
          <a:solidFill>
            <a:schemeClr val="accent1"/>
          </a:solidFill>
        </p:spPr>
        <p:txBody>
          <a:bodyPr/>
          <a:lstStyle/>
          <a:p>
            <a:pPr eaLnBrk="1" hangingPunct="1"/>
            <a:r>
              <a:rPr lang="en-US" altLang="en-US">
                <a:effectLst>
                  <a:outerShdw blurRad="38100" dist="38100" dir="2700000" algn="tl">
                    <a:srgbClr val="000000"/>
                  </a:outerShdw>
                </a:effectLst>
                <a:ea typeface="ＭＳ Ｐゴシック" panose="020B0600070205080204" pitchFamily="34" charset="-128"/>
              </a:rPr>
              <a:t>Laws of the Atmosphere</a:t>
            </a:r>
          </a:p>
        </p:txBody>
      </p:sp>
      <p:sp>
        <p:nvSpPr>
          <p:cNvPr id="92168" name="Rectangle 9">
            <a:extLst>
              <a:ext uri="{FF2B5EF4-FFF2-40B4-BE49-F238E27FC236}">
                <a16:creationId xmlns:a16="http://schemas.microsoft.com/office/drawing/2014/main" id="{4B03E5F0-E376-634C-9F1C-E5BA3F0AF8E5}"/>
              </a:ext>
            </a:extLst>
          </p:cNvPr>
          <p:cNvSpPr>
            <a:spLocks noChangeArrowheads="1"/>
          </p:cNvSpPr>
          <p:nvPr/>
        </p:nvSpPr>
        <p:spPr bwMode="auto">
          <a:xfrm>
            <a:off x="5259918" y="1454107"/>
            <a:ext cx="1550424"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34950"/>
            <a:r>
              <a:rPr lang="en-US" altLang="en-US" sz="1667">
                <a:solidFill>
                  <a:srgbClr val="FFFFFF"/>
                </a:solidFill>
              </a:rPr>
              <a:t>Ideal Gas Law</a:t>
            </a:r>
          </a:p>
        </p:txBody>
      </p:sp>
      <p:grpSp>
        <p:nvGrpSpPr>
          <p:cNvPr id="5" name="Group 4">
            <a:extLst>
              <a:ext uri="{FF2B5EF4-FFF2-40B4-BE49-F238E27FC236}">
                <a16:creationId xmlns:a16="http://schemas.microsoft.com/office/drawing/2014/main" id="{2842E68C-6FF7-3B41-AB4F-1D5D43DB8BBA}"/>
              </a:ext>
            </a:extLst>
          </p:cNvPr>
          <p:cNvGrpSpPr/>
          <p:nvPr/>
        </p:nvGrpSpPr>
        <p:grpSpPr>
          <a:xfrm>
            <a:off x="2966311" y="1915166"/>
            <a:ext cx="4015413" cy="1509228"/>
            <a:chOff x="2216150" y="4227513"/>
            <a:chExt cx="5782195" cy="2173287"/>
          </a:xfrm>
        </p:grpSpPr>
        <p:graphicFrame>
          <p:nvGraphicFramePr>
            <p:cNvPr id="92161" name="Object 2">
              <a:extLst>
                <a:ext uri="{FF2B5EF4-FFF2-40B4-BE49-F238E27FC236}">
                  <a16:creationId xmlns:a16="http://schemas.microsoft.com/office/drawing/2014/main" id="{97920C89-9016-5540-8338-3D38E8C27A6C}"/>
                </a:ext>
              </a:extLst>
            </p:cNvPr>
            <p:cNvGraphicFramePr>
              <a:graphicFrameLocks noChangeAspect="1"/>
            </p:cNvGraphicFramePr>
            <p:nvPr>
              <p:extLst/>
            </p:nvPr>
          </p:nvGraphicFramePr>
          <p:xfrm>
            <a:off x="2216150" y="5294313"/>
            <a:ext cx="2889250" cy="1106487"/>
          </p:xfrm>
          <a:graphic>
            <a:graphicData uri="http://schemas.openxmlformats.org/presentationml/2006/ole">
              <mc:AlternateContent xmlns:mc="http://schemas.openxmlformats.org/markup-compatibility/2006">
                <mc:Choice xmlns:v="urn:schemas-microsoft-com:vml" Requires="v">
                  <p:oleObj spid="_x0000_s47136" name="Equation" r:id="rId6" imgW="1358900" imgH="520700" progId="Equation.3">
                    <p:embed/>
                  </p:oleObj>
                </mc:Choice>
                <mc:Fallback>
                  <p:oleObj name="Equation" r:id="rId6" imgW="1358900" imgH="520700" progId="Equation.3">
                    <p:embed/>
                    <p:pic>
                      <p:nvPicPr>
                        <p:cNvPr id="92161" name="Object 2">
                          <a:extLst>
                            <a:ext uri="{FF2B5EF4-FFF2-40B4-BE49-F238E27FC236}">
                              <a16:creationId xmlns:a16="http://schemas.microsoft.com/office/drawing/2014/main" id="{97920C89-9016-5540-8338-3D38E8C27A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6150" y="5294313"/>
                          <a:ext cx="2889250" cy="1106487"/>
                        </a:xfrm>
                        <a:prstGeom prst="rect">
                          <a:avLst/>
                        </a:prstGeom>
                        <a:solidFill>
                          <a:srgbClr val="E3811B"/>
                        </a:solidFill>
                        <a:ln>
                          <a:noFill/>
                        </a:ln>
                        <a:effectLst/>
                        <a:extLst>
                          <a:ext uri="{91240B29-F687-4F45-9708-019B960494DF}">
                            <a14:hiddenLine xmlns:a14="http://schemas.microsoft.com/office/drawing/2010/main" w="9525">
                              <a:solidFill>
                                <a:srgbClr val="FF0A27"/>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2167" name="Rectangle 8">
              <a:extLst>
                <a:ext uri="{FF2B5EF4-FFF2-40B4-BE49-F238E27FC236}">
                  <a16:creationId xmlns:a16="http://schemas.microsoft.com/office/drawing/2014/main" id="{68B09721-01C4-054F-ACE0-4F077DC34FDB}"/>
                </a:ext>
              </a:extLst>
            </p:cNvPr>
            <p:cNvSpPr>
              <a:spLocks noChangeArrowheads="1"/>
            </p:cNvSpPr>
            <p:nvPr/>
          </p:nvSpPr>
          <p:spPr bwMode="auto">
            <a:xfrm>
              <a:off x="5562600" y="5453063"/>
              <a:ext cx="2027171" cy="8718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34950"/>
              <a:r>
                <a:rPr lang="en-US" altLang="en-US" sz="1667">
                  <a:solidFill>
                    <a:srgbClr val="FFFFFF"/>
                  </a:solidFill>
                </a:rPr>
                <a:t>Mass (air) is </a:t>
              </a:r>
            </a:p>
            <a:p>
              <a:pPr defTabSz="634950"/>
              <a:r>
                <a:rPr lang="en-US" altLang="en-US" sz="1667">
                  <a:solidFill>
                    <a:srgbClr val="FFFFFF"/>
                  </a:solidFill>
                </a:rPr>
                <a:t>conserved.</a:t>
              </a:r>
            </a:p>
          </p:txBody>
        </p:sp>
        <p:grpSp>
          <p:nvGrpSpPr>
            <p:cNvPr id="4" name="Group 3">
              <a:extLst>
                <a:ext uri="{FF2B5EF4-FFF2-40B4-BE49-F238E27FC236}">
                  <a16:creationId xmlns:a16="http://schemas.microsoft.com/office/drawing/2014/main" id="{BCFDE7FC-E128-494C-85CE-B2BADD08FEEC}"/>
                </a:ext>
              </a:extLst>
            </p:cNvPr>
            <p:cNvGrpSpPr/>
            <p:nvPr/>
          </p:nvGrpSpPr>
          <p:grpSpPr>
            <a:xfrm>
              <a:off x="2895600" y="4227513"/>
              <a:ext cx="5102745" cy="954356"/>
              <a:chOff x="2895600" y="4227513"/>
              <a:chExt cx="5102745" cy="954356"/>
            </a:xfrm>
          </p:grpSpPr>
          <p:graphicFrame>
            <p:nvGraphicFramePr>
              <p:cNvPr id="92164" name="Object 5">
                <a:extLst>
                  <a:ext uri="{FF2B5EF4-FFF2-40B4-BE49-F238E27FC236}">
                    <a16:creationId xmlns:a16="http://schemas.microsoft.com/office/drawing/2014/main" id="{F865FDD4-88EB-1E4A-BCC8-429959DDCF3E}"/>
                  </a:ext>
                </a:extLst>
              </p:cNvPr>
              <p:cNvGraphicFramePr>
                <a:graphicFrameLocks noChangeAspect="1"/>
              </p:cNvGraphicFramePr>
              <p:nvPr>
                <p:extLst/>
              </p:nvPr>
            </p:nvGraphicFramePr>
            <p:xfrm>
              <a:off x="2895600" y="4227513"/>
              <a:ext cx="2228850" cy="947737"/>
            </p:xfrm>
            <a:graphic>
              <a:graphicData uri="http://schemas.openxmlformats.org/presentationml/2006/ole">
                <mc:AlternateContent xmlns:mc="http://schemas.openxmlformats.org/markup-compatibility/2006">
                  <mc:Choice xmlns:v="urn:schemas-microsoft-com:vml" Requires="v">
                    <p:oleObj spid="_x0000_s47137" name="Equation" r:id="rId8" imgW="1104900" imgH="469900" progId="Equation.DSMT4">
                      <p:embed/>
                    </p:oleObj>
                  </mc:Choice>
                  <mc:Fallback>
                    <p:oleObj name="Equation" r:id="rId8" imgW="1104900" imgH="469900" progId="Equation.DSMT4">
                      <p:embed/>
                      <p:pic>
                        <p:nvPicPr>
                          <p:cNvPr id="92164" name="Object 5">
                            <a:extLst>
                              <a:ext uri="{FF2B5EF4-FFF2-40B4-BE49-F238E27FC236}">
                                <a16:creationId xmlns:a16="http://schemas.microsoft.com/office/drawing/2014/main" id="{F865FDD4-88EB-1E4A-BCC8-429959DDCF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4227513"/>
                            <a:ext cx="2228850" cy="947737"/>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2169" name="Rectangle 10">
                <a:extLst>
                  <a:ext uri="{FF2B5EF4-FFF2-40B4-BE49-F238E27FC236}">
                    <a16:creationId xmlns:a16="http://schemas.microsoft.com/office/drawing/2014/main" id="{06ED2462-F6A8-BD44-B9F0-A62791138A97}"/>
                  </a:ext>
                </a:extLst>
              </p:cNvPr>
              <p:cNvSpPr>
                <a:spLocks noChangeArrowheads="1"/>
              </p:cNvSpPr>
              <p:nvPr/>
            </p:nvSpPr>
            <p:spPr bwMode="auto">
              <a:xfrm>
                <a:off x="5562601" y="4310062"/>
                <a:ext cx="2435744" cy="8718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34950"/>
                <a:r>
                  <a:rPr lang="en-US" altLang="en-US" sz="1667">
                    <a:solidFill>
                      <a:srgbClr val="FFFFFF"/>
                    </a:solidFill>
                  </a:rPr>
                  <a:t>Mass (water) is </a:t>
                </a:r>
              </a:p>
              <a:p>
                <a:pPr defTabSz="634950"/>
                <a:r>
                  <a:rPr lang="en-US" altLang="en-US" sz="1667">
                    <a:solidFill>
                      <a:srgbClr val="FFFFFF"/>
                    </a:solidFill>
                  </a:rPr>
                  <a:t>conserved.</a:t>
                </a:r>
              </a:p>
            </p:txBody>
          </p:sp>
        </p:grpSp>
      </p:grpSp>
      <p:grpSp>
        <p:nvGrpSpPr>
          <p:cNvPr id="3" name="Group 2">
            <a:extLst>
              <a:ext uri="{FF2B5EF4-FFF2-40B4-BE49-F238E27FC236}">
                <a16:creationId xmlns:a16="http://schemas.microsoft.com/office/drawing/2014/main" id="{5AB0729B-F69A-FE48-B5D4-4260A7E4E53F}"/>
              </a:ext>
            </a:extLst>
          </p:cNvPr>
          <p:cNvGrpSpPr/>
          <p:nvPr/>
        </p:nvGrpSpPr>
        <p:grpSpPr>
          <a:xfrm>
            <a:off x="1999479" y="3538008"/>
            <a:ext cx="5100562" cy="638307"/>
            <a:chOff x="838200" y="3160713"/>
            <a:chExt cx="7344810" cy="919162"/>
          </a:xfrm>
        </p:grpSpPr>
        <p:graphicFrame>
          <p:nvGraphicFramePr>
            <p:cNvPr id="92162" name="Object 3">
              <a:extLst>
                <a:ext uri="{FF2B5EF4-FFF2-40B4-BE49-F238E27FC236}">
                  <a16:creationId xmlns:a16="http://schemas.microsoft.com/office/drawing/2014/main" id="{C2806016-DC30-CF44-BA8C-3E0D8A4285AA}"/>
                </a:ext>
              </a:extLst>
            </p:cNvPr>
            <p:cNvGraphicFramePr>
              <a:graphicFrameLocks noChangeAspect="1"/>
            </p:cNvGraphicFramePr>
            <p:nvPr>
              <p:extLst/>
            </p:nvPr>
          </p:nvGraphicFramePr>
          <p:xfrm>
            <a:off x="838200" y="3160713"/>
            <a:ext cx="4298950" cy="919162"/>
          </p:xfrm>
          <a:graphic>
            <a:graphicData uri="http://schemas.openxmlformats.org/presentationml/2006/ole">
              <mc:AlternateContent xmlns:mc="http://schemas.openxmlformats.org/markup-compatibility/2006">
                <mc:Choice xmlns:v="urn:schemas-microsoft-com:vml" Requires="v">
                  <p:oleObj spid="_x0000_s47138" name="Equation" r:id="rId10" imgW="2197100" imgH="469900" progId="Equation.DSMT4">
                    <p:embed/>
                  </p:oleObj>
                </mc:Choice>
                <mc:Fallback>
                  <p:oleObj name="Equation" r:id="rId10" imgW="2197100" imgH="469900" progId="Equation.DSMT4">
                    <p:embed/>
                    <p:pic>
                      <p:nvPicPr>
                        <p:cNvPr id="92162" name="Object 3">
                          <a:extLst>
                            <a:ext uri="{FF2B5EF4-FFF2-40B4-BE49-F238E27FC236}">
                              <a16:creationId xmlns:a16="http://schemas.microsoft.com/office/drawing/2014/main" id="{C2806016-DC30-CF44-BA8C-3E0D8A4285A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 y="3160713"/>
                          <a:ext cx="4298950" cy="919162"/>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2170" name="Rectangle 11">
              <a:extLst>
                <a:ext uri="{FF2B5EF4-FFF2-40B4-BE49-F238E27FC236}">
                  <a16:creationId xmlns:a16="http://schemas.microsoft.com/office/drawing/2014/main" id="{5D267CE3-DCDA-784D-8502-5A0DAFC3CEB7}"/>
                </a:ext>
              </a:extLst>
            </p:cNvPr>
            <p:cNvSpPr>
              <a:spLocks noChangeArrowheads="1"/>
            </p:cNvSpPr>
            <p:nvPr/>
          </p:nvSpPr>
          <p:spPr bwMode="auto">
            <a:xfrm>
              <a:off x="5562600" y="3160713"/>
              <a:ext cx="2620410" cy="87180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34950"/>
              <a:r>
                <a:rPr lang="en-US" altLang="en-US" sz="1667">
                  <a:solidFill>
                    <a:srgbClr val="FFFFFF"/>
                  </a:solidFill>
                </a:rPr>
                <a:t>How temperature</a:t>
              </a:r>
            </a:p>
            <a:p>
              <a:pPr defTabSz="634950"/>
              <a:r>
                <a:rPr lang="en-US" altLang="en-US" sz="1667">
                  <a:solidFill>
                    <a:srgbClr val="FFFFFF"/>
                  </a:solidFill>
                </a:rPr>
                <a:t>changes</a:t>
              </a:r>
            </a:p>
          </p:txBody>
        </p:sp>
      </p:grpSp>
      <p:grpSp>
        <p:nvGrpSpPr>
          <p:cNvPr id="2" name="Group 1">
            <a:extLst>
              <a:ext uri="{FF2B5EF4-FFF2-40B4-BE49-F238E27FC236}">
                <a16:creationId xmlns:a16="http://schemas.microsoft.com/office/drawing/2014/main" id="{0292B935-EACB-9146-994E-90DA69AD8F57}"/>
              </a:ext>
            </a:extLst>
          </p:cNvPr>
          <p:cNvGrpSpPr/>
          <p:nvPr/>
        </p:nvGrpSpPr>
        <p:grpSpPr>
          <a:xfrm>
            <a:off x="1707885" y="4287352"/>
            <a:ext cx="5575157" cy="619566"/>
            <a:chOff x="381000" y="2093913"/>
            <a:chExt cx="8028225" cy="892175"/>
          </a:xfrm>
        </p:grpSpPr>
        <p:graphicFrame>
          <p:nvGraphicFramePr>
            <p:cNvPr id="92165" name="Object 6">
              <a:extLst>
                <a:ext uri="{FF2B5EF4-FFF2-40B4-BE49-F238E27FC236}">
                  <a16:creationId xmlns:a16="http://schemas.microsoft.com/office/drawing/2014/main" id="{54490C56-5946-7E47-B6CC-A5092B58BBEC}"/>
                </a:ext>
              </a:extLst>
            </p:cNvPr>
            <p:cNvGraphicFramePr>
              <a:graphicFrameLocks noChangeAspect="1"/>
            </p:cNvGraphicFramePr>
            <p:nvPr>
              <p:extLst/>
            </p:nvPr>
          </p:nvGraphicFramePr>
          <p:xfrm>
            <a:off x="381000" y="2093913"/>
            <a:ext cx="4724400" cy="892175"/>
          </p:xfrm>
          <a:graphic>
            <a:graphicData uri="http://schemas.openxmlformats.org/presentationml/2006/ole">
              <mc:AlternateContent xmlns:mc="http://schemas.openxmlformats.org/markup-compatibility/2006">
                <mc:Choice xmlns:v="urn:schemas-microsoft-com:vml" Requires="v">
                  <p:oleObj spid="_x0000_s47139" name="Equation" r:id="rId12" imgW="2755900" imgH="520700" progId="Equation.3">
                    <p:embed/>
                  </p:oleObj>
                </mc:Choice>
                <mc:Fallback>
                  <p:oleObj name="Equation" r:id="rId12" imgW="2755900" imgH="520700" progId="Equation.3">
                    <p:embed/>
                    <p:pic>
                      <p:nvPicPr>
                        <p:cNvPr id="92165" name="Object 6">
                          <a:extLst>
                            <a:ext uri="{FF2B5EF4-FFF2-40B4-BE49-F238E27FC236}">
                              <a16:creationId xmlns:a16="http://schemas.microsoft.com/office/drawing/2014/main" id="{54490C56-5946-7E47-B6CC-A5092B58BBE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2093913"/>
                          <a:ext cx="4724400" cy="892175"/>
                        </a:xfrm>
                        <a:prstGeom prst="rect">
                          <a:avLst/>
                        </a:prstGeom>
                        <a:solidFill>
                          <a:srgbClr val="E3811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2171" name="Rectangle 12">
              <a:extLst>
                <a:ext uri="{FF2B5EF4-FFF2-40B4-BE49-F238E27FC236}">
                  <a16:creationId xmlns:a16="http://schemas.microsoft.com/office/drawing/2014/main" id="{B63AD9FC-4598-2F40-9342-284695F7762F}"/>
                </a:ext>
              </a:extLst>
            </p:cNvPr>
            <p:cNvSpPr>
              <a:spLocks noChangeArrowheads="1"/>
            </p:cNvSpPr>
            <p:nvPr/>
          </p:nvSpPr>
          <p:spPr bwMode="auto">
            <a:xfrm>
              <a:off x="5562600" y="2312987"/>
              <a:ext cx="2846625" cy="5023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34950"/>
              <a:r>
                <a:rPr lang="en-US" altLang="en-US" sz="1667">
                  <a:solidFill>
                    <a:srgbClr val="FFFFFF"/>
                  </a:solidFill>
                </a:rPr>
                <a:t>How wind changes</a:t>
              </a:r>
            </a:p>
          </p:txBody>
        </p:sp>
      </p:grpSp>
    </p:spTree>
    <p:extLst>
      <p:ext uri="{BB962C8B-B14F-4D97-AF65-F5344CB8AC3E}">
        <p14:creationId xmlns:p14="http://schemas.microsoft.com/office/powerpoint/2010/main" val="967496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4F8DF9B2-C4E3-224A-9FD3-F264AA8C90AC}"/>
              </a:ext>
            </a:extLst>
          </p:cNvPr>
          <p:cNvSpPr>
            <a:spLocks noGrp="1" noChangeArrowheads="1"/>
          </p:cNvSpPr>
          <p:nvPr>
            <p:ph type="title"/>
          </p:nvPr>
        </p:nvSpPr>
        <p:spPr>
          <a:xfrm>
            <a:off x="1016000" y="254000"/>
            <a:ext cx="7239000" cy="952500"/>
          </a:xfrm>
        </p:spPr>
        <p:txBody>
          <a:bodyPr/>
          <a:lstStyle/>
          <a:p>
            <a:pPr algn="l" eaLnBrk="1" hangingPunct="1">
              <a:defRPr/>
            </a:pPr>
            <a:r>
              <a:rPr lang="en-US" altLang="en-US" sz="3333">
                <a:solidFill>
                  <a:srgbClr val="FFFF00"/>
                </a:solidFill>
                <a:effectLst>
                  <a:outerShdw blurRad="38100" dist="38100" dir="2700000" algn="tl">
                    <a:srgbClr val="000000"/>
                  </a:outerShdw>
                </a:effectLst>
                <a:ea typeface="ＭＳ Ｐゴシック" panose="020B0600070205080204" pitchFamily="34" charset="-128"/>
              </a:rPr>
              <a:t>These laws are written in a form that computers can understand. </a:t>
            </a:r>
          </a:p>
        </p:txBody>
      </p:sp>
      <p:sp>
        <p:nvSpPr>
          <p:cNvPr id="106498" name="Rectangle 3">
            <a:extLst>
              <a:ext uri="{FF2B5EF4-FFF2-40B4-BE49-F238E27FC236}">
                <a16:creationId xmlns:a16="http://schemas.microsoft.com/office/drawing/2014/main" id="{649F58CD-C8B8-1C46-BB9F-F1AB638C5BD6}"/>
              </a:ext>
            </a:extLst>
          </p:cNvPr>
          <p:cNvSpPr>
            <a:spLocks noGrp="1" noChangeArrowheads="1"/>
          </p:cNvSpPr>
          <p:nvPr>
            <p:ph type="body" idx="1"/>
          </p:nvPr>
        </p:nvSpPr>
        <p:spPr>
          <a:xfrm>
            <a:off x="4572000" y="1714500"/>
            <a:ext cx="3619500" cy="3048000"/>
          </a:xfrm>
        </p:spPr>
        <p:txBody>
          <a:bodyPr/>
          <a:lstStyle/>
          <a:p>
            <a:pPr algn="ctr" eaLnBrk="1" hangingPunct="1">
              <a:lnSpc>
                <a:spcPct val="90000"/>
              </a:lnSpc>
              <a:buFontTx/>
              <a:buNone/>
            </a:pPr>
            <a:r>
              <a:rPr lang="en-US" altLang="en-US" sz="2333" dirty="0">
                <a:ea typeface="ＭＳ Ｐゴシック" panose="020B0600070205080204" pitchFamily="34" charset="-128"/>
              </a:rPr>
              <a:t>differential equations </a:t>
            </a:r>
          </a:p>
          <a:p>
            <a:pPr algn="ctr" eaLnBrk="1" hangingPunct="1">
              <a:lnSpc>
                <a:spcPct val="90000"/>
              </a:lnSpc>
              <a:buFontTx/>
              <a:buNone/>
            </a:pPr>
            <a:r>
              <a:rPr lang="en-US" altLang="en-US" sz="3333" dirty="0">
                <a:latin typeface="Wingdings" pitchFamily="2" charset="2"/>
                <a:ea typeface="ＭＳ Ｐゴシック" panose="020B0600070205080204" pitchFamily="34" charset="-128"/>
                <a:sym typeface="Symbol" pitchFamily="2" charset="2"/>
              </a:rPr>
              <a:t></a:t>
            </a:r>
            <a:r>
              <a:rPr lang="en-US" altLang="en-US" sz="3333" dirty="0">
                <a:ea typeface="ＭＳ Ｐゴシック" panose="020B0600070205080204" pitchFamily="34" charset="-128"/>
                <a:sym typeface="Symbol" pitchFamily="2" charset="2"/>
              </a:rPr>
              <a:t> </a:t>
            </a:r>
            <a:r>
              <a:rPr lang="en-US" altLang="en-US" sz="2333" dirty="0">
                <a:ea typeface="ＭＳ Ｐゴシック" panose="020B0600070205080204" pitchFamily="34" charset="-128"/>
              </a:rPr>
              <a:t>finite differences</a:t>
            </a:r>
          </a:p>
        </p:txBody>
      </p:sp>
      <p:pic>
        <p:nvPicPr>
          <p:cNvPr id="6" name="Picture 2">
            <a:extLst>
              <a:ext uri="{FF2B5EF4-FFF2-40B4-BE49-F238E27FC236}">
                <a16:creationId xmlns:a16="http://schemas.microsoft.com/office/drawing/2014/main" id="{817E5C0D-6349-F248-AB26-5962EEB29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063" y="1333500"/>
            <a:ext cx="3754438" cy="4273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6FEEC220-FDC5-0A44-AD05-C09FD60FD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0593" y="2793032"/>
            <a:ext cx="3504407" cy="278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5701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D80A2"/>
        </a:solidFill>
        <a:effectLst/>
      </p:bgPr>
    </p:bg>
    <p:spTree>
      <p:nvGrpSpPr>
        <p:cNvPr id="1" name=""/>
        <p:cNvGrpSpPr/>
        <p:nvPr/>
      </p:nvGrpSpPr>
      <p:grpSpPr>
        <a:xfrm>
          <a:off x="0" y="0"/>
          <a:ext cx="0" cy="0"/>
          <a:chOff x="0" y="0"/>
          <a:chExt cx="0" cy="0"/>
        </a:xfrm>
      </p:grpSpPr>
      <p:pic>
        <p:nvPicPr>
          <p:cNvPr id="64513" name="Picture 3" descr="TAB_col_background.png">
            <a:extLst>
              <a:ext uri="{FF2B5EF4-FFF2-40B4-BE49-F238E27FC236}">
                <a16:creationId xmlns:a16="http://schemas.microsoft.com/office/drawing/2014/main" id="{96CA8521-0416-7D4B-9044-4E52B0D842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E98C49C5-1B44-AE48-8DF9-8191209CA6D6}"/>
              </a:ext>
            </a:extLst>
          </p:cNvPr>
          <p:cNvSpPr>
            <a:spLocks noChangeArrowheads="1"/>
          </p:cNvSpPr>
          <p:nvPr/>
        </p:nvSpPr>
        <p:spPr bwMode="auto">
          <a:xfrm>
            <a:off x="762000" y="0"/>
            <a:ext cx="7620000" cy="5704417"/>
          </a:xfrm>
          <a:prstGeom prst="rect">
            <a:avLst/>
          </a:prstGeom>
          <a:solidFill>
            <a:srgbClr val="3D80A2"/>
          </a:solidFill>
          <a:ln w="12700">
            <a:noFill/>
            <a:miter lim="800000"/>
            <a:headEnd/>
            <a:tailEnd/>
          </a:ln>
          <a:effectLst>
            <a:outerShdw blurRad="88900" dist="63500" dir="3000007" algn="br" rotWithShape="0">
              <a:srgbClr val="808080">
                <a:alpha val="34999"/>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6" name="Rectangle 5">
            <a:extLst>
              <a:ext uri="{FF2B5EF4-FFF2-40B4-BE49-F238E27FC236}">
                <a16:creationId xmlns:a16="http://schemas.microsoft.com/office/drawing/2014/main" id="{8C046FD6-820C-6F49-B8FF-9EB594D0F69A}"/>
              </a:ext>
            </a:extLst>
          </p:cNvPr>
          <p:cNvSpPr>
            <a:spLocks noChangeArrowheads="1"/>
          </p:cNvSpPr>
          <p:nvPr/>
        </p:nvSpPr>
        <p:spPr bwMode="auto">
          <a:xfrm>
            <a:off x="3763699" y="1062302"/>
            <a:ext cx="4534958" cy="824177"/>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9"/>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eaLnBrk="1" fontAlgn="auto" hangingPunct="1">
              <a:spcBef>
                <a:spcPts val="0"/>
              </a:spcBef>
              <a:spcAft>
                <a:spcPts val="0"/>
              </a:spcAft>
              <a:defRPr/>
            </a:pPr>
            <a:r>
              <a:rPr lang="en-US" sz="1500" dirty="0">
                <a:solidFill>
                  <a:prstClr val="white"/>
                </a:solidFill>
                <a:latin typeface="Arial Rounded MT Bold"/>
              </a:rPr>
              <a:t>Free weather and air-quality forecasts from the </a:t>
            </a:r>
          </a:p>
          <a:p>
            <a:pPr algn="ctr" defTabSz="761970" eaLnBrk="1" fontAlgn="auto" hangingPunct="1">
              <a:spcBef>
                <a:spcPts val="0"/>
              </a:spcBef>
              <a:spcAft>
                <a:spcPts val="0"/>
              </a:spcAft>
              <a:defRPr/>
            </a:pPr>
            <a:r>
              <a:rPr lang="en-US" sz="1500" dirty="0">
                <a:solidFill>
                  <a:prstClr val="white"/>
                </a:solidFill>
                <a:latin typeface="Arial Rounded MT Bold"/>
              </a:rPr>
              <a:t>Dept of Earth and Environmental Sciences</a:t>
            </a:r>
          </a:p>
        </p:txBody>
      </p:sp>
      <p:sp>
        <p:nvSpPr>
          <p:cNvPr id="8" name="Title 1">
            <a:extLst>
              <a:ext uri="{FF2B5EF4-FFF2-40B4-BE49-F238E27FC236}">
                <a16:creationId xmlns:a16="http://schemas.microsoft.com/office/drawing/2014/main" id="{12D4E9B6-CAC5-C741-859D-43E767A3C716}"/>
              </a:ext>
            </a:extLst>
          </p:cNvPr>
          <p:cNvSpPr txBox="1">
            <a:spLocks/>
          </p:cNvSpPr>
          <p:nvPr/>
        </p:nvSpPr>
        <p:spPr>
          <a:xfrm>
            <a:off x="2074334" y="121709"/>
            <a:ext cx="6205803" cy="955146"/>
          </a:xfrm>
          <a:prstGeom prst="rect">
            <a:avLst/>
          </a:prstGeom>
          <a:solidFill>
            <a:srgbClr val="3D80A2"/>
          </a:solidFill>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761970" eaLnBrk="1" hangingPunct="1">
              <a:lnSpc>
                <a:spcPts val="4666"/>
              </a:lnSpc>
              <a:defRPr/>
            </a:pPr>
            <a:r>
              <a:rPr lang="en-US" altLang="en-US" sz="4000" dirty="0" err="1">
                <a:solidFill>
                  <a:srgbClr val="FFFFFF"/>
                </a:solidFill>
                <a:effectLst>
                  <a:outerShdw blurRad="38100" dist="38100" dir="2700000" algn="tl">
                    <a:srgbClr val="C0C0C0"/>
                  </a:outerShdw>
                </a:effectLst>
                <a:latin typeface="Arial Rounded MT Bold" panose="020F0704030504030204" pitchFamily="34" charset="77"/>
              </a:rPr>
              <a:t>ManUniCast.com</a:t>
            </a:r>
            <a:endParaRPr lang="en-US" altLang="en-US" sz="4000" dirty="0">
              <a:solidFill>
                <a:srgbClr val="FFFFFF"/>
              </a:solidFill>
              <a:effectLst>
                <a:outerShdw blurRad="38100" dist="38100" dir="2700000" algn="tl">
                  <a:srgbClr val="C0C0C0"/>
                </a:outerShdw>
              </a:effectLst>
              <a:latin typeface="Arial Rounded MT Bold" panose="020F0704030504030204" pitchFamily="34" charset="77"/>
            </a:endParaRPr>
          </a:p>
        </p:txBody>
      </p:sp>
      <p:pic>
        <p:nvPicPr>
          <p:cNvPr id="64518" name="Picture 15" descr="refl_1km_2013-11-03_1300_d02.png">
            <a:extLst>
              <a:ext uri="{FF2B5EF4-FFF2-40B4-BE49-F238E27FC236}">
                <a16:creationId xmlns:a16="http://schemas.microsoft.com/office/drawing/2014/main" id="{EDF6CF8F-F836-604D-BA29-79D8285A41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242893">
            <a:off x="2440781" y="2134786"/>
            <a:ext cx="2645833" cy="349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6" name="Picture 6" descr="Manunicast.png">
            <a:extLst>
              <a:ext uri="{FF2B5EF4-FFF2-40B4-BE49-F238E27FC236}">
                <a16:creationId xmlns:a16="http://schemas.microsoft.com/office/drawing/2014/main" id="{7201A224-7B19-3141-A6F9-0BDC8B54176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000" y="0"/>
            <a:ext cx="3001698"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2" descr="IPhone.png">
            <a:extLst>
              <a:ext uri="{FF2B5EF4-FFF2-40B4-BE49-F238E27FC236}">
                <a16:creationId xmlns:a16="http://schemas.microsoft.com/office/drawing/2014/main" id="{1EAAA275-39B7-D140-8B4D-A42CB4EA1C3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783018">
            <a:off x="600604" y="1915584"/>
            <a:ext cx="2286000" cy="4455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0" name="Picture 13" descr="wind10m_vector_O3_2013-11-08_0800_d03.png">
            <a:extLst>
              <a:ext uri="{FF2B5EF4-FFF2-40B4-BE49-F238E27FC236}">
                <a16:creationId xmlns:a16="http://schemas.microsoft.com/office/drawing/2014/main" id="{C3A30903-A83B-F047-9BBF-996A77FE8FC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rot="336904">
            <a:off x="4594490" y="2104761"/>
            <a:ext cx="2622021" cy="351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1" name="Picture 14" descr="slp_td2_2013-11-07_0600_d01.png">
            <a:extLst>
              <a:ext uri="{FF2B5EF4-FFF2-40B4-BE49-F238E27FC236}">
                <a16:creationId xmlns:a16="http://schemas.microsoft.com/office/drawing/2014/main" id="{B8A0B8D7-611A-264C-A4DF-6DB578F2DC0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rot="-175733">
            <a:off x="5987521" y="2260865"/>
            <a:ext cx="3488532" cy="3275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2" name="Picture 12" descr="TAB_col_background.png">
            <a:extLst>
              <a:ext uri="{FF2B5EF4-FFF2-40B4-BE49-F238E27FC236}">
                <a16:creationId xmlns:a16="http://schemas.microsoft.com/office/drawing/2014/main" id="{E41C07DF-BF7E-B54D-9AC1-46A1803E1D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93479" y="5150116"/>
            <a:ext cx="1270000" cy="53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3" name="Picture 10" descr="Available_on_the_App_Store_(black).png">
            <a:extLst>
              <a:ext uri="{FF2B5EF4-FFF2-40B4-BE49-F238E27FC236}">
                <a16:creationId xmlns:a16="http://schemas.microsoft.com/office/drawing/2014/main" id="{F53C13FA-D06E-0A41-98EF-1E9DB9604C57}"/>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2156" y="4843199"/>
            <a:ext cx="3111501" cy="92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220642"/>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E42F210-DBA2-8545-848B-B095AD2BAE1E}"/>
              </a:ext>
            </a:extLst>
          </p:cNvPr>
          <p:cNvSpPr txBox="1"/>
          <p:nvPr/>
        </p:nvSpPr>
        <p:spPr>
          <a:xfrm>
            <a:off x="607039" y="5517136"/>
            <a:ext cx="184731" cy="461665"/>
          </a:xfrm>
          <a:prstGeom prst="rect">
            <a:avLst/>
          </a:prstGeom>
          <a:noFill/>
        </p:spPr>
        <p:txBody>
          <a:bodyPr wrap="none" rtlCol="0">
            <a:spAutoFit/>
          </a:bodyPr>
          <a:lstStyle/>
          <a:p>
            <a:endParaRPr lang="en-US" dirty="0"/>
          </a:p>
        </p:txBody>
      </p:sp>
      <p:pic>
        <p:nvPicPr>
          <p:cNvPr id="8" name="Picture 7">
            <a:extLst>
              <a:ext uri="{FF2B5EF4-FFF2-40B4-BE49-F238E27FC236}">
                <a16:creationId xmlns:a16="http://schemas.microsoft.com/office/drawing/2014/main" id="{CB65EEC6-1275-B048-85C8-7919F1E4A4F9}"/>
              </a:ext>
            </a:extLst>
          </p:cNvPr>
          <p:cNvPicPr>
            <a:picLocks noChangeAspect="1"/>
          </p:cNvPicPr>
          <p:nvPr/>
        </p:nvPicPr>
        <p:blipFill>
          <a:blip r:embed="rId3"/>
          <a:stretch>
            <a:fillRect/>
          </a:stretch>
        </p:blipFill>
        <p:spPr>
          <a:xfrm>
            <a:off x="0" y="-8813"/>
            <a:ext cx="9144000" cy="4630867"/>
          </a:xfrm>
          <a:prstGeom prst="rect">
            <a:avLst/>
          </a:prstGeom>
        </p:spPr>
      </p:pic>
      <p:sp>
        <p:nvSpPr>
          <p:cNvPr id="9" name="TextBox 8">
            <a:extLst>
              <a:ext uri="{FF2B5EF4-FFF2-40B4-BE49-F238E27FC236}">
                <a16:creationId xmlns:a16="http://schemas.microsoft.com/office/drawing/2014/main" id="{4393906B-2088-0D4B-AF45-A729E17213E8}"/>
              </a:ext>
            </a:extLst>
          </p:cNvPr>
          <p:cNvSpPr txBox="1"/>
          <p:nvPr/>
        </p:nvSpPr>
        <p:spPr>
          <a:xfrm>
            <a:off x="0" y="4635181"/>
            <a:ext cx="9023624" cy="954107"/>
          </a:xfrm>
          <a:prstGeom prst="rect">
            <a:avLst/>
          </a:prstGeom>
          <a:noFill/>
        </p:spPr>
        <p:txBody>
          <a:bodyPr wrap="none" rtlCol="0">
            <a:spAutoFit/>
          </a:bodyPr>
          <a:lstStyle/>
          <a:p>
            <a:r>
              <a:rPr lang="en-US" sz="1400" dirty="0"/>
              <a:t>Root-mean-square error of ECMWF forecasts of </a:t>
            </a:r>
            <a:r>
              <a:rPr lang="en-US" sz="1400" dirty="0">
                <a:solidFill>
                  <a:schemeClr val="tx2"/>
                </a:solidFill>
              </a:rPr>
              <a:t>500-hPa geopotential height</a:t>
            </a:r>
            <a:r>
              <a:rPr lang="en-US" sz="1400" dirty="0"/>
              <a:t> (m) at day 6 (red), verified against </a:t>
            </a:r>
          </a:p>
          <a:p>
            <a:r>
              <a:rPr lang="en-US" sz="1400" dirty="0"/>
              <a:t>analysis. For comparison, a reference forecast made by persisting the analysis over 6 days is shown (blue). </a:t>
            </a:r>
          </a:p>
          <a:p>
            <a:r>
              <a:rPr lang="en-US" sz="1400" dirty="0"/>
              <a:t>Plotted values are 12-month moving averages; the last point on the curves is for the 12-month period </a:t>
            </a:r>
          </a:p>
          <a:p>
            <a:r>
              <a:rPr lang="en-US" sz="1400" dirty="0"/>
              <a:t>August 2020–July 2021. </a:t>
            </a:r>
          </a:p>
        </p:txBody>
      </p:sp>
      <p:sp>
        <p:nvSpPr>
          <p:cNvPr id="10" name="TextBox 9">
            <a:extLst>
              <a:ext uri="{FF2B5EF4-FFF2-40B4-BE49-F238E27FC236}">
                <a16:creationId xmlns:a16="http://schemas.microsoft.com/office/drawing/2014/main" id="{7BF96C45-3D51-4841-B186-9A478207EC64}"/>
              </a:ext>
            </a:extLst>
          </p:cNvPr>
          <p:cNvSpPr txBox="1"/>
          <p:nvPr/>
        </p:nvSpPr>
        <p:spPr>
          <a:xfrm>
            <a:off x="5638800" y="3009900"/>
            <a:ext cx="2871299" cy="461665"/>
          </a:xfrm>
          <a:prstGeom prst="rect">
            <a:avLst/>
          </a:prstGeom>
          <a:noFill/>
        </p:spPr>
        <p:txBody>
          <a:bodyPr wrap="none" rtlCol="0">
            <a:spAutoFit/>
          </a:bodyPr>
          <a:lstStyle/>
          <a:p>
            <a:r>
              <a:rPr lang="en-US" dirty="0">
                <a:solidFill>
                  <a:srgbClr val="FF0000"/>
                </a:solidFill>
              </a:rPr>
              <a:t>6-day forecast error</a:t>
            </a:r>
          </a:p>
        </p:txBody>
      </p:sp>
      <p:sp>
        <p:nvSpPr>
          <p:cNvPr id="11" name="TextBox 10">
            <a:extLst>
              <a:ext uri="{FF2B5EF4-FFF2-40B4-BE49-F238E27FC236}">
                <a16:creationId xmlns:a16="http://schemas.microsoft.com/office/drawing/2014/main" id="{1F2597C9-1E57-544B-AD64-2A8F38CDE96C}"/>
              </a:ext>
            </a:extLst>
          </p:cNvPr>
          <p:cNvSpPr txBox="1"/>
          <p:nvPr/>
        </p:nvSpPr>
        <p:spPr>
          <a:xfrm>
            <a:off x="4267200" y="876300"/>
            <a:ext cx="3437159" cy="461665"/>
          </a:xfrm>
          <a:prstGeom prst="rect">
            <a:avLst/>
          </a:prstGeom>
          <a:noFill/>
        </p:spPr>
        <p:txBody>
          <a:bodyPr wrap="none" rtlCol="0">
            <a:spAutoFit/>
          </a:bodyPr>
          <a:lstStyle/>
          <a:p>
            <a:r>
              <a:rPr lang="en-US" dirty="0">
                <a:solidFill>
                  <a:schemeClr val="bg1">
                    <a:lumMod val="60000"/>
                    <a:lumOff val="40000"/>
                  </a:schemeClr>
                </a:solidFill>
              </a:rPr>
              <a:t>6-day persistence error</a:t>
            </a:r>
          </a:p>
        </p:txBody>
      </p:sp>
      <p:sp>
        <p:nvSpPr>
          <p:cNvPr id="12" name="TextBox 11">
            <a:extLst>
              <a:ext uri="{FF2B5EF4-FFF2-40B4-BE49-F238E27FC236}">
                <a16:creationId xmlns:a16="http://schemas.microsoft.com/office/drawing/2014/main" id="{47FE8843-EE66-5D4E-A081-0620E2684EC2}"/>
              </a:ext>
            </a:extLst>
          </p:cNvPr>
          <p:cNvSpPr txBox="1"/>
          <p:nvPr/>
        </p:nvSpPr>
        <p:spPr>
          <a:xfrm>
            <a:off x="1447800" y="3771900"/>
            <a:ext cx="2145139" cy="338554"/>
          </a:xfrm>
          <a:prstGeom prst="rect">
            <a:avLst/>
          </a:prstGeom>
          <a:noFill/>
        </p:spPr>
        <p:txBody>
          <a:bodyPr wrap="none" rtlCol="0">
            <a:spAutoFit/>
          </a:bodyPr>
          <a:lstStyle/>
          <a:p>
            <a:r>
              <a:rPr lang="en-US" sz="1600" dirty="0">
                <a:solidFill>
                  <a:srgbClr val="000E63"/>
                </a:solidFill>
              </a:rPr>
              <a:t>Northern Hemisphere</a:t>
            </a:r>
          </a:p>
        </p:txBody>
      </p:sp>
      <p:pic>
        <p:nvPicPr>
          <p:cNvPr id="3" name="Picture 2">
            <a:extLst>
              <a:ext uri="{FF2B5EF4-FFF2-40B4-BE49-F238E27FC236}">
                <a16:creationId xmlns:a16="http://schemas.microsoft.com/office/drawing/2014/main" id="{BEB723FE-77C4-1B44-99BD-DB85DB643CAF}"/>
              </a:ext>
            </a:extLst>
          </p:cNvPr>
          <p:cNvPicPr>
            <a:picLocks noChangeAspect="1"/>
          </p:cNvPicPr>
          <p:nvPr/>
        </p:nvPicPr>
        <p:blipFill>
          <a:blip r:embed="rId4"/>
          <a:stretch>
            <a:fillRect/>
          </a:stretch>
        </p:blipFill>
        <p:spPr>
          <a:xfrm>
            <a:off x="863600" y="3306968"/>
            <a:ext cx="1955800" cy="329194"/>
          </a:xfrm>
          <a:prstGeom prst="rect">
            <a:avLst/>
          </a:prstGeom>
          <a:solidFill>
            <a:srgbClr val="000E63"/>
          </a:solidFill>
        </p:spPr>
      </p:pic>
    </p:spTree>
    <p:extLst>
      <p:ext uri="{BB962C8B-B14F-4D97-AF65-F5344CB8AC3E}">
        <p14:creationId xmlns:p14="http://schemas.microsoft.com/office/powerpoint/2010/main" val="1973625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3" name="Group 11">
            <a:extLst>
              <a:ext uri="{FF2B5EF4-FFF2-40B4-BE49-F238E27FC236}">
                <a16:creationId xmlns:a16="http://schemas.microsoft.com/office/drawing/2014/main" id="{83D1A901-0981-A044-8A2B-7D704D8FF6CF}"/>
              </a:ext>
            </a:extLst>
          </p:cNvPr>
          <p:cNvGrpSpPr>
            <a:grpSpLocks/>
          </p:cNvGrpSpPr>
          <p:nvPr/>
        </p:nvGrpSpPr>
        <p:grpSpPr bwMode="auto">
          <a:xfrm>
            <a:off x="825500" y="63500"/>
            <a:ext cx="3238500" cy="3302000"/>
            <a:chOff x="48" y="96"/>
            <a:chExt cx="2091" cy="2160"/>
          </a:xfrm>
        </p:grpSpPr>
        <p:sp>
          <p:nvSpPr>
            <p:cNvPr id="707596" name="Rectangle 12">
              <a:extLst>
                <a:ext uri="{FF2B5EF4-FFF2-40B4-BE49-F238E27FC236}">
                  <a16:creationId xmlns:a16="http://schemas.microsoft.com/office/drawing/2014/main" id="{EFB53BB0-F07B-DF4D-AC02-A8A2BBA0B653}"/>
                </a:ext>
              </a:extLst>
            </p:cNvPr>
            <p:cNvSpPr>
              <a:spLocks noChangeArrowheads="1"/>
            </p:cNvSpPr>
            <p:nvPr/>
          </p:nvSpPr>
          <p:spPr bwMode="auto">
            <a:xfrm>
              <a:off x="192" y="96"/>
              <a:ext cx="1810"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defTabSz="761970">
                <a:defRPr/>
              </a:pPr>
              <a:r>
                <a:rPr lang="en-GB" sz="2000">
                  <a:solidFill>
                    <a:srgbClr val="FFFF00"/>
                  </a:solidFill>
                  <a:latin typeface="Stone Sans ITC TT" charset="0"/>
                  <a:ea typeface="ＭＳ Ｐゴシック" charset="0"/>
                  <a:cs typeface="ＭＳ Ｐゴシック" charset="0"/>
                </a:rPr>
                <a:t>OBSERVATIONS</a:t>
              </a:r>
            </a:p>
          </p:txBody>
        </p:sp>
        <p:pic>
          <p:nvPicPr>
            <p:cNvPr id="59395" name="Picture 13" descr="Coop-Observer">
              <a:extLst>
                <a:ext uri="{FF2B5EF4-FFF2-40B4-BE49-F238E27FC236}">
                  <a16:creationId xmlns:a16="http://schemas.microsoft.com/office/drawing/2014/main" id="{5E2AB80A-AFC4-BC44-B878-20E42451F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 y="336"/>
              <a:ext cx="1227"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14" descr="p142">
              <a:extLst>
                <a:ext uri="{FF2B5EF4-FFF2-40B4-BE49-F238E27FC236}">
                  <a16:creationId xmlns:a16="http://schemas.microsoft.com/office/drawing/2014/main" id="{BB1F159B-EDF3-4148-98BB-BBBA534841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336"/>
              <a:ext cx="816"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15" descr="CSU-CHILL inside view">
              <a:extLst>
                <a:ext uri="{FF2B5EF4-FFF2-40B4-BE49-F238E27FC236}">
                  <a16:creationId xmlns:a16="http://schemas.microsoft.com/office/drawing/2014/main" id="{2D029139-AB1B-DB4D-AC55-BA12FC7894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 y="1008"/>
              <a:ext cx="813"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640132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723418EA-3433-C043-98F3-B1DE0BEE0C3A}"/>
              </a:ext>
            </a:extLst>
          </p:cNvPr>
          <p:cNvSpPr>
            <a:spLocks noChangeArrowheads="1"/>
          </p:cNvSpPr>
          <p:nvPr/>
        </p:nvSpPr>
        <p:spPr bwMode="auto">
          <a:xfrm>
            <a:off x="4572000" y="71438"/>
            <a:ext cx="3365500" cy="385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algn="ctr" defTabSz="761970">
              <a:defRPr/>
            </a:pPr>
            <a:r>
              <a:rPr lang="en-GB" sz="2000">
                <a:solidFill>
                  <a:srgbClr val="FFFF00"/>
                </a:solidFill>
                <a:latin typeface="Stone Sans ITC TT" charset="0"/>
                <a:ea typeface="ＭＳ Ｐゴシック" charset="0"/>
                <a:cs typeface="ＭＳ Ｐゴシック" charset="0"/>
              </a:rPr>
              <a:t>COMPUTER FORECASTS</a:t>
            </a:r>
          </a:p>
        </p:txBody>
      </p:sp>
      <p:sp>
        <p:nvSpPr>
          <p:cNvPr id="709635" name="Arc 3">
            <a:extLst>
              <a:ext uri="{FF2B5EF4-FFF2-40B4-BE49-F238E27FC236}">
                <a16:creationId xmlns:a16="http://schemas.microsoft.com/office/drawing/2014/main" id="{5B75C311-513D-3146-ABF3-916EFA84A58D}"/>
              </a:ext>
            </a:extLst>
          </p:cNvPr>
          <p:cNvSpPr>
            <a:spLocks/>
          </p:cNvSpPr>
          <p:nvPr/>
        </p:nvSpPr>
        <p:spPr bwMode="auto">
          <a:xfrm rot="18240000" flipV="1">
            <a:off x="3645297" y="-143536"/>
            <a:ext cx="530489" cy="1397000"/>
          </a:xfrm>
          <a:custGeom>
            <a:avLst/>
            <a:gdLst>
              <a:gd name="G0" fmla="+- 0 0 0"/>
              <a:gd name="G1" fmla="+- 6318 0 0"/>
              <a:gd name="G2" fmla="+- 21600 0 0"/>
              <a:gd name="T0" fmla="*/ 20655 w 21600"/>
              <a:gd name="T1" fmla="*/ 0 h 27918"/>
              <a:gd name="T2" fmla="*/ 0 w 21600"/>
              <a:gd name="T3" fmla="*/ 27918 h 27918"/>
              <a:gd name="T4" fmla="*/ 0 w 21600"/>
              <a:gd name="T5" fmla="*/ 6318 h 27918"/>
            </a:gdLst>
            <a:ahLst/>
            <a:cxnLst>
              <a:cxn ang="0">
                <a:pos x="T0" y="T1"/>
              </a:cxn>
              <a:cxn ang="0">
                <a:pos x="T2" y="T3"/>
              </a:cxn>
              <a:cxn ang="0">
                <a:pos x="T4" y="T5"/>
              </a:cxn>
            </a:cxnLst>
            <a:rect l="0" t="0" r="r" b="b"/>
            <a:pathLst>
              <a:path w="21600" h="27918" fill="none" extrusionOk="0">
                <a:moveTo>
                  <a:pt x="20655" y="-1"/>
                </a:moveTo>
                <a:cubicBezTo>
                  <a:pt x="21281" y="2047"/>
                  <a:pt x="21600" y="4176"/>
                  <a:pt x="21600" y="6318"/>
                </a:cubicBezTo>
                <a:cubicBezTo>
                  <a:pt x="21600" y="18247"/>
                  <a:pt x="11929" y="27918"/>
                  <a:pt x="-1" y="27918"/>
                </a:cubicBezTo>
              </a:path>
              <a:path w="21600" h="27918" stroke="0" extrusionOk="0">
                <a:moveTo>
                  <a:pt x="20655" y="-1"/>
                </a:moveTo>
                <a:cubicBezTo>
                  <a:pt x="21281" y="2047"/>
                  <a:pt x="21600" y="4176"/>
                  <a:pt x="21600" y="6318"/>
                </a:cubicBezTo>
                <a:cubicBezTo>
                  <a:pt x="21600" y="18247"/>
                  <a:pt x="11929" y="27918"/>
                  <a:pt x="-1" y="27918"/>
                </a:cubicBezTo>
                <a:lnTo>
                  <a:pt x="0" y="6318"/>
                </a:lnTo>
                <a:close/>
              </a:path>
            </a:pathLst>
          </a:custGeom>
          <a:noFill/>
          <a:ln w="76200" cap="rnd">
            <a:solidFill>
              <a:srgbClr val="B50069"/>
            </a:solidFill>
            <a:round/>
            <a:headEnd type="stealth" w="med" len="med"/>
            <a:tailEnd type="none" w="sm" len="sm"/>
          </a:ln>
          <a:effectLst>
            <a:outerShdw blurRad="63500" dist="107763" dir="2700000" algn="ctr" rotWithShape="0">
              <a:schemeClr val="bg2">
                <a:alpha val="74998"/>
              </a:schemeClr>
            </a:outerShdw>
          </a:effectLst>
          <a:extLst>
            <a:ext uri="{909E8E84-426E-40dd-AFC4-6F175D3DCCD1}">
              <a14:hiddenFill xmlns="" xmlns:a14="http://schemas.microsoft.com/office/drawing/2010/main">
                <a:solidFill>
                  <a:schemeClr val="accent1"/>
                </a:solidFill>
              </a14:hiddenFill>
            </a:ext>
          </a:extLst>
        </p:spPr>
        <p:txBody>
          <a:bodyPr wrap="none" anchor="ctr"/>
          <a:lstStyle/>
          <a:p>
            <a:pPr defTabSz="761970">
              <a:defRPr/>
            </a:pPr>
            <a:endParaRPr lang="en-US" sz="2000">
              <a:solidFill>
                <a:srgbClr val="FFFFFF"/>
              </a:solidFill>
              <a:latin typeface="Arial" charset="0"/>
              <a:ea typeface="ＭＳ Ｐゴシック" charset="0"/>
              <a:cs typeface="ＭＳ Ｐゴシック" charset="0"/>
            </a:endParaRPr>
          </a:p>
        </p:txBody>
      </p:sp>
      <p:pic>
        <p:nvPicPr>
          <p:cNvPr id="61443" name="Picture 4" descr="IBM_POWER5_cluster">
            <a:extLst>
              <a:ext uri="{FF2B5EF4-FFF2-40B4-BE49-F238E27FC236}">
                <a16:creationId xmlns:a16="http://schemas.microsoft.com/office/drawing/2014/main" id="{C9551653-53A3-404C-A3FC-96056F87E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0" y="406136"/>
            <a:ext cx="3238500" cy="238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44" name="Group 11">
            <a:extLst>
              <a:ext uri="{FF2B5EF4-FFF2-40B4-BE49-F238E27FC236}">
                <a16:creationId xmlns:a16="http://schemas.microsoft.com/office/drawing/2014/main" id="{F99CA51C-68A4-6F42-8353-736DBA358C7A}"/>
              </a:ext>
            </a:extLst>
          </p:cNvPr>
          <p:cNvGrpSpPr>
            <a:grpSpLocks/>
          </p:cNvGrpSpPr>
          <p:nvPr/>
        </p:nvGrpSpPr>
        <p:grpSpPr bwMode="auto">
          <a:xfrm>
            <a:off x="825500" y="63500"/>
            <a:ext cx="3238500" cy="3302000"/>
            <a:chOff x="48" y="96"/>
            <a:chExt cx="2091" cy="2160"/>
          </a:xfrm>
        </p:grpSpPr>
        <p:sp>
          <p:nvSpPr>
            <p:cNvPr id="709644" name="Rectangle 12">
              <a:extLst>
                <a:ext uri="{FF2B5EF4-FFF2-40B4-BE49-F238E27FC236}">
                  <a16:creationId xmlns:a16="http://schemas.microsoft.com/office/drawing/2014/main" id="{27F91909-04D4-7B48-B0C6-DCC0B59061F0}"/>
                </a:ext>
              </a:extLst>
            </p:cNvPr>
            <p:cNvSpPr>
              <a:spLocks noChangeArrowheads="1"/>
            </p:cNvSpPr>
            <p:nvPr/>
          </p:nvSpPr>
          <p:spPr bwMode="auto">
            <a:xfrm>
              <a:off x="192" y="96"/>
              <a:ext cx="1810"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defTabSz="761970">
                <a:defRPr/>
              </a:pPr>
              <a:r>
                <a:rPr lang="en-GB" sz="2000">
                  <a:solidFill>
                    <a:srgbClr val="FFFF00"/>
                  </a:solidFill>
                  <a:latin typeface="Stone Sans ITC TT" charset="0"/>
                  <a:ea typeface="ＭＳ Ｐゴシック" charset="0"/>
                  <a:cs typeface="ＭＳ Ｐゴシック" charset="0"/>
                </a:rPr>
                <a:t>OBSERVATIONS</a:t>
              </a:r>
            </a:p>
          </p:txBody>
        </p:sp>
        <p:pic>
          <p:nvPicPr>
            <p:cNvPr id="61446" name="Picture 13" descr="Coop-Observer">
              <a:extLst>
                <a:ext uri="{FF2B5EF4-FFF2-40B4-BE49-F238E27FC236}">
                  <a16:creationId xmlns:a16="http://schemas.microsoft.com/office/drawing/2014/main" id="{5AFEBB6D-4258-DE4D-9DE7-3A9232EB83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336"/>
              <a:ext cx="1227"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14" descr="p142">
              <a:extLst>
                <a:ext uri="{FF2B5EF4-FFF2-40B4-BE49-F238E27FC236}">
                  <a16:creationId xmlns:a16="http://schemas.microsoft.com/office/drawing/2014/main" id="{02C2BDAC-C987-B14B-9673-10B907B320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 y="336"/>
              <a:ext cx="816"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8" name="Picture 15" descr="CSU-CHILL inside view">
              <a:extLst>
                <a:ext uri="{FF2B5EF4-FFF2-40B4-BE49-F238E27FC236}">
                  <a16:creationId xmlns:a16="http://schemas.microsoft.com/office/drawing/2014/main" id="{6628F9CE-12B8-874E-9AA2-BE77A31E56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 y="1008"/>
              <a:ext cx="813"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374211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AC716815-E5AD-F247-ABBB-CCD37C73261D}"/>
              </a:ext>
            </a:extLst>
          </p:cNvPr>
          <p:cNvSpPr>
            <a:spLocks noChangeArrowheads="1"/>
          </p:cNvSpPr>
          <p:nvPr/>
        </p:nvSpPr>
        <p:spPr bwMode="auto">
          <a:xfrm>
            <a:off x="4572000" y="71438"/>
            <a:ext cx="3365500" cy="385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algn="ctr" defTabSz="761970">
              <a:defRPr/>
            </a:pPr>
            <a:r>
              <a:rPr lang="en-GB" sz="2000">
                <a:solidFill>
                  <a:srgbClr val="FFFF00"/>
                </a:solidFill>
                <a:latin typeface="Stone Sans ITC TT" charset="0"/>
                <a:ea typeface="ＭＳ Ｐゴシック" charset="0"/>
                <a:cs typeface="ＭＳ Ｐゴシック" charset="0"/>
              </a:rPr>
              <a:t>COMPUTER FORECASTS</a:t>
            </a:r>
          </a:p>
        </p:txBody>
      </p:sp>
      <p:sp>
        <p:nvSpPr>
          <p:cNvPr id="711683" name="Arc 3">
            <a:extLst>
              <a:ext uri="{FF2B5EF4-FFF2-40B4-BE49-F238E27FC236}">
                <a16:creationId xmlns:a16="http://schemas.microsoft.com/office/drawing/2014/main" id="{832BBE54-084B-544C-8276-04504F20DD50}"/>
              </a:ext>
            </a:extLst>
          </p:cNvPr>
          <p:cNvSpPr>
            <a:spLocks/>
          </p:cNvSpPr>
          <p:nvPr/>
        </p:nvSpPr>
        <p:spPr bwMode="auto">
          <a:xfrm rot="18240000" flipV="1">
            <a:off x="3645297" y="-143536"/>
            <a:ext cx="530489" cy="1397000"/>
          </a:xfrm>
          <a:custGeom>
            <a:avLst/>
            <a:gdLst>
              <a:gd name="G0" fmla="+- 0 0 0"/>
              <a:gd name="G1" fmla="+- 6318 0 0"/>
              <a:gd name="G2" fmla="+- 21600 0 0"/>
              <a:gd name="T0" fmla="*/ 20655 w 21600"/>
              <a:gd name="T1" fmla="*/ 0 h 27918"/>
              <a:gd name="T2" fmla="*/ 0 w 21600"/>
              <a:gd name="T3" fmla="*/ 27918 h 27918"/>
              <a:gd name="T4" fmla="*/ 0 w 21600"/>
              <a:gd name="T5" fmla="*/ 6318 h 27918"/>
            </a:gdLst>
            <a:ahLst/>
            <a:cxnLst>
              <a:cxn ang="0">
                <a:pos x="T0" y="T1"/>
              </a:cxn>
              <a:cxn ang="0">
                <a:pos x="T2" y="T3"/>
              </a:cxn>
              <a:cxn ang="0">
                <a:pos x="T4" y="T5"/>
              </a:cxn>
            </a:cxnLst>
            <a:rect l="0" t="0" r="r" b="b"/>
            <a:pathLst>
              <a:path w="21600" h="27918" fill="none" extrusionOk="0">
                <a:moveTo>
                  <a:pt x="20655" y="-1"/>
                </a:moveTo>
                <a:cubicBezTo>
                  <a:pt x="21281" y="2047"/>
                  <a:pt x="21600" y="4176"/>
                  <a:pt x="21600" y="6318"/>
                </a:cubicBezTo>
                <a:cubicBezTo>
                  <a:pt x="21600" y="18247"/>
                  <a:pt x="11929" y="27918"/>
                  <a:pt x="-1" y="27918"/>
                </a:cubicBezTo>
              </a:path>
              <a:path w="21600" h="27918" stroke="0" extrusionOk="0">
                <a:moveTo>
                  <a:pt x="20655" y="-1"/>
                </a:moveTo>
                <a:cubicBezTo>
                  <a:pt x="21281" y="2047"/>
                  <a:pt x="21600" y="4176"/>
                  <a:pt x="21600" y="6318"/>
                </a:cubicBezTo>
                <a:cubicBezTo>
                  <a:pt x="21600" y="18247"/>
                  <a:pt x="11929" y="27918"/>
                  <a:pt x="-1" y="27918"/>
                </a:cubicBezTo>
                <a:lnTo>
                  <a:pt x="0" y="6318"/>
                </a:lnTo>
                <a:close/>
              </a:path>
            </a:pathLst>
          </a:custGeom>
          <a:noFill/>
          <a:ln w="76200" cap="rnd">
            <a:solidFill>
              <a:srgbClr val="B50069"/>
            </a:solidFill>
            <a:round/>
            <a:headEnd type="stealth" w="med" len="med"/>
            <a:tailEnd type="none" w="sm" len="sm"/>
          </a:ln>
          <a:effectLst>
            <a:outerShdw blurRad="63500" dist="107763" dir="2700000" algn="ctr" rotWithShape="0">
              <a:schemeClr val="bg2">
                <a:alpha val="74998"/>
              </a:schemeClr>
            </a:outerShdw>
          </a:effectLst>
          <a:extLst>
            <a:ext uri="{909E8E84-426E-40dd-AFC4-6F175D3DCCD1}">
              <a14:hiddenFill xmlns="" xmlns:a14="http://schemas.microsoft.com/office/drawing/2010/main">
                <a:solidFill>
                  <a:schemeClr val="accent1"/>
                </a:solidFill>
              </a14:hiddenFill>
            </a:ext>
          </a:extLst>
        </p:spPr>
        <p:txBody>
          <a:bodyPr wrap="none" anchor="ctr"/>
          <a:lstStyle/>
          <a:p>
            <a:pPr defTabSz="761970">
              <a:defRPr/>
            </a:pPr>
            <a:endParaRPr lang="en-US" sz="2000">
              <a:solidFill>
                <a:srgbClr val="FFFFFF"/>
              </a:solidFill>
              <a:latin typeface="Arial" charset="0"/>
              <a:ea typeface="ＭＳ Ｐゴシック" charset="0"/>
              <a:cs typeface="ＭＳ Ｐゴシック" charset="0"/>
            </a:endParaRPr>
          </a:p>
        </p:txBody>
      </p:sp>
      <p:pic>
        <p:nvPicPr>
          <p:cNvPr id="63491" name="Picture 4" descr="IBM_POWER5_cluster">
            <a:extLst>
              <a:ext uri="{FF2B5EF4-FFF2-40B4-BE49-F238E27FC236}">
                <a16:creationId xmlns:a16="http://schemas.microsoft.com/office/drawing/2014/main" id="{2462D07E-AE34-BA48-A1D1-1314DF6978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0" y="406136"/>
            <a:ext cx="3238500" cy="238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685" name="Rectangle 5">
            <a:extLst>
              <a:ext uri="{FF2B5EF4-FFF2-40B4-BE49-F238E27FC236}">
                <a16:creationId xmlns:a16="http://schemas.microsoft.com/office/drawing/2014/main" id="{82E6B328-0DB6-D440-8ADA-16D5932528C1}"/>
              </a:ext>
            </a:extLst>
          </p:cNvPr>
          <p:cNvSpPr>
            <a:spLocks noChangeArrowheads="1"/>
          </p:cNvSpPr>
          <p:nvPr/>
        </p:nvSpPr>
        <p:spPr bwMode="auto">
          <a:xfrm>
            <a:off x="1462229" y="4254500"/>
            <a:ext cx="1494490" cy="693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76729" tIns="38365" rIns="76729" bIns="38365">
            <a:spAutoFit/>
          </a:bodyPr>
          <a:lstStyle/>
          <a:p>
            <a:pPr algn="r" defTabSz="761970">
              <a:defRPr/>
            </a:pPr>
            <a:r>
              <a:rPr lang="en-GB" sz="2000">
                <a:solidFill>
                  <a:srgbClr val="FFFF00"/>
                </a:solidFill>
                <a:latin typeface="Stone Sans ITC TT" charset="0"/>
                <a:ea typeface="ＭＳ Ｐゴシック" charset="0"/>
                <a:cs typeface="ＭＳ Ｐゴシック" charset="0"/>
              </a:rPr>
              <a:t>HUMAN</a:t>
            </a:r>
          </a:p>
          <a:p>
            <a:pPr algn="r" defTabSz="761970">
              <a:defRPr/>
            </a:pPr>
            <a:r>
              <a:rPr lang="en-GB" sz="2000">
                <a:solidFill>
                  <a:srgbClr val="FFFF00"/>
                </a:solidFill>
                <a:latin typeface="Stone Sans ITC TT" charset="0"/>
                <a:ea typeface="ＭＳ Ｐゴシック" charset="0"/>
                <a:cs typeface="ＭＳ Ｐゴシック" charset="0"/>
              </a:rPr>
              <a:t>FORECASTER</a:t>
            </a:r>
          </a:p>
        </p:txBody>
      </p:sp>
      <p:sp>
        <p:nvSpPr>
          <p:cNvPr id="711686" name="Arc 6">
            <a:extLst>
              <a:ext uri="{FF2B5EF4-FFF2-40B4-BE49-F238E27FC236}">
                <a16:creationId xmlns:a16="http://schemas.microsoft.com/office/drawing/2014/main" id="{BA26D893-1548-3D45-AFBB-CE275E8885BC}"/>
              </a:ext>
            </a:extLst>
          </p:cNvPr>
          <p:cNvSpPr>
            <a:spLocks/>
          </p:cNvSpPr>
          <p:nvPr/>
        </p:nvSpPr>
        <p:spPr bwMode="auto">
          <a:xfrm rot="17160000">
            <a:off x="4425156" y="3006990"/>
            <a:ext cx="892969" cy="572823"/>
          </a:xfrm>
          <a:custGeom>
            <a:avLst/>
            <a:gdLst>
              <a:gd name="G0" fmla="+- 18037 0 0"/>
              <a:gd name="G1" fmla="+- 21600 0 0"/>
              <a:gd name="G2" fmla="+- 21600 0 0"/>
              <a:gd name="T0" fmla="*/ 0 w 21750"/>
              <a:gd name="T1" fmla="*/ 9717 h 21600"/>
              <a:gd name="T2" fmla="*/ 21750 w 21750"/>
              <a:gd name="T3" fmla="*/ 322 h 21600"/>
              <a:gd name="T4" fmla="*/ 18037 w 21750"/>
              <a:gd name="T5" fmla="*/ 21600 h 21600"/>
            </a:gdLst>
            <a:ahLst/>
            <a:cxnLst>
              <a:cxn ang="0">
                <a:pos x="T0" y="T1"/>
              </a:cxn>
              <a:cxn ang="0">
                <a:pos x="T2" y="T3"/>
              </a:cxn>
              <a:cxn ang="0">
                <a:pos x="T4" y="T5"/>
              </a:cxn>
            </a:cxnLst>
            <a:rect l="0" t="0" r="r" b="b"/>
            <a:pathLst>
              <a:path w="21750" h="21600" fill="none" extrusionOk="0">
                <a:moveTo>
                  <a:pt x="-1" y="9716"/>
                </a:moveTo>
                <a:cubicBezTo>
                  <a:pt x="3995" y="3650"/>
                  <a:pt x="10773" y="-1"/>
                  <a:pt x="18037" y="-1"/>
                </a:cubicBezTo>
                <a:cubicBezTo>
                  <a:pt x="19281" y="-1"/>
                  <a:pt x="20523" y="107"/>
                  <a:pt x="21750" y="321"/>
                </a:cubicBezTo>
              </a:path>
              <a:path w="21750" h="21600" stroke="0" extrusionOk="0">
                <a:moveTo>
                  <a:pt x="-1" y="9716"/>
                </a:moveTo>
                <a:cubicBezTo>
                  <a:pt x="3995" y="3650"/>
                  <a:pt x="10773" y="-1"/>
                  <a:pt x="18037" y="-1"/>
                </a:cubicBezTo>
                <a:cubicBezTo>
                  <a:pt x="19281" y="-1"/>
                  <a:pt x="20523" y="107"/>
                  <a:pt x="21750" y="321"/>
                </a:cubicBezTo>
                <a:lnTo>
                  <a:pt x="18037" y="21600"/>
                </a:lnTo>
                <a:close/>
              </a:path>
            </a:pathLst>
          </a:custGeom>
          <a:noFill/>
          <a:ln w="76200" cap="rnd">
            <a:solidFill>
              <a:srgbClr val="B50069"/>
            </a:solidFill>
            <a:round/>
            <a:headEnd type="stealth" w="med" len="med"/>
            <a:tailEnd type="none" w="sm" len="sm"/>
          </a:ln>
          <a:effectLst>
            <a:outerShdw blurRad="63500" dist="107763" dir="2700000" algn="ctr" rotWithShape="0">
              <a:schemeClr val="bg2">
                <a:alpha val="74998"/>
              </a:schemeClr>
            </a:outerShdw>
          </a:effectLst>
          <a:extLst>
            <a:ext uri="{909E8E84-426E-40dd-AFC4-6F175D3DCCD1}">
              <a14:hiddenFill xmlns="" xmlns:a14="http://schemas.microsoft.com/office/drawing/2010/main">
                <a:solidFill>
                  <a:schemeClr val="accent1"/>
                </a:solidFill>
              </a14:hiddenFill>
            </a:ext>
          </a:extLst>
        </p:spPr>
        <p:txBody>
          <a:bodyPr wrap="none" anchor="ctr"/>
          <a:lstStyle/>
          <a:p>
            <a:pPr defTabSz="761970">
              <a:defRPr/>
            </a:pPr>
            <a:endParaRPr lang="en-US" sz="2000">
              <a:solidFill>
                <a:srgbClr val="FFFFFF"/>
              </a:solidFill>
              <a:latin typeface="Arial" charset="0"/>
              <a:ea typeface="ＭＳ Ｐゴシック" charset="0"/>
              <a:cs typeface="ＭＳ Ｐゴシック" charset="0"/>
            </a:endParaRPr>
          </a:p>
        </p:txBody>
      </p:sp>
      <p:pic>
        <p:nvPicPr>
          <p:cNvPr id="63494" name="Picture 7" descr="image061">
            <a:extLst>
              <a:ext uri="{FF2B5EF4-FFF2-40B4-BE49-F238E27FC236}">
                <a16:creationId xmlns:a16="http://schemas.microsoft.com/office/drawing/2014/main" id="{CD02F67D-DBCD-0D49-ABF9-422B2E68C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1000" y="3765021"/>
            <a:ext cx="2595563" cy="194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3495" name="Group 11">
            <a:extLst>
              <a:ext uri="{FF2B5EF4-FFF2-40B4-BE49-F238E27FC236}">
                <a16:creationId xmlns:a16="http://schemas.microsoft.com/office/drawing/2014/main" id="{DF3D8000-5839-EC49-9D4F-C25E48D457C6}"/>
              </a:ext>
            </a:extLst>
          </p:cNvPr>
          <p:cNvGrpSpPr>
            <a:grpSpLocks/>
          </p:cNvGrpSpPr>
          <p:nvPr/>
        </p:nvGrpSpPr>
        <p:grpSpPr bwMode="auto">
          <a:xfrm>
            <a:off x="825500" y="63500"/>
            <a:ext cx="3238500" cy="3302000"/>
            <a:chOff x="48" y="96"/>
            <a:chExt cx="2091" cy="2160"/>
          </a:xfrm>
        </p:grpSpPr>
        <p:sp>
          <p:nvSpPr>
            <p:cNvPr id="711692" name="Rectangle 12">
              <a:extLst>
                <a:ext uri="{FF2B5EF4-FFF2-40B4-BE49-F238E27FC236}">
                  <a16:creationId xmlns:a16="http://schemas.microsoft.com/office/drawing/2014/main" id="{E9102C70-5CFB-C443-81D8-943838E44CB0}"/>
                </a:ext>
              </a:extLst>
            </p:cNvPr>
            <p:cNvSpPr>
              <a:spLocks noChangeArrowheads="1"/>
            </p:cNvSpPr>
            <p:nvPr/>
          </p:nvSpPr>
          <p:spPr bwMode="auto">
            <a:xfrm>
              <a:off x="192" y="96"/>
              <a:ext cx="1810"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defTabSz="761970">
                <a:defRPr/>
              </a:pPr>
              <a:r>
                <a:rPr lang="en-GB" sz="2000">
                  <a:solidFill>
                    <a:srgbClr val="FFFF00"/>
                  </a:solidFill>
                  <a:latin typeface="Stone Sans ITC TT" charset="0"/>
                  <a:ea typeface="ＭＳ Ｐゴシック" charset="0"/>
                  <a:cs typeface="ＭＳ Ｐゴシック" charset="0"/>
                </a:rPr>
                <a:t>OBSERVATIONS</a:t>
              </a:r>
            </a:p>
          </p:txBody>
        </p:sp>
        <p:pic>
          <p:nvPicPr>
            <p:cNvPr id="63497" name="Picture 13" descr="Coop-Observer">
              <a:extLst>
                <a:ext uri="{FF2B5EF4-FFF2-40B4-BE49-F238E27FC236}">
                  <a16:creationId xmlns:a16="http://schemas.microsoft.com/office/drawing/2014/main" id="{44A13583-5BFE-B043-8FE7-3E0FB2EAB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 y="336"/>
              <a:ext cx="1227"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8" name="Picture 14" descr="p142">
              <a:extLst>
                <a:ext uri="{FF2B5EF4-FFF2-40B4-BE49-F238E27FC236}">
                  <a16:creationId xmlns:a16="http://schemas.microsoft.com/office/drawing/2014/main" id="{58A553CC-A3A0-DB42-AB92-0D95A15A03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 y="336"/>
              <a:ext cx="816"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9" name="Picture 15" descr="CSU-CHILL inside view">
              <a:extLst>
                <a:ext uri="{FF2B5EF4-FFF2-40B4-BE49-F238E27FC236}">
                  <a16:creationId xmlns:a16="http://schemas.microsoft.com/office/drawing/2014/main" id="{0A186CEB-6688-1548-90BF-7553B2EEEC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 y="1008"/>
              <a:ext cx="813"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7565136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a:extLst>
              <a:ext uri="{FF2B5EF4-FFF2-40B4-BE49-F238E27FC236}">
                <a16:creationId xmlns:a16="http://schemas.microsoft.com/office/drawing/2014/main" id="{68079459-E09F-664D-AAC4-5BF3DA85149C}"/>
              </a:ext>
            </a:extLst>
          </p:cNvPr>
          <p:cNvSpPr>
            <a:spLocks noChangeArrowheads="1"/>
          </p:cNvSpPr>
          <p:nvPr/>
        </p:nvSpPr>
        <p:spPr bwMode="auto">
          <a:xfrm>
            <a:off x="4572000" y="71438"/>
            <a:ext cx="3365500" cy="385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algn="ctr" defTabSz="761970">
              <a:defRPr/>
            </a:pPr>
            <a:r>
              <a:rPr lang="en-GB" sz="2000">
                <a:solidFill>
                  <a:srgbClr val="FFFF00"/>
                </a:solidFill>
                <a:latin typeface="Stone Sans ITC TT" charset="0"/>
                <a:ea typeface="ＭＳ Ｐゴシック" charset="0"/>
                <a:cs typeface="ＭＳ Ｐゴシック" charset="0"/>
              </a:rPr>
              <a:t>COMPUTER FORECASTS</a:t>
            </a:r>
          </a:p>
        </p:txBody>
      </p:sp>
      <p:sp>
        <p:nvSpPr>
          <p:cNvPr id="713731" name="Arc 3">
            <a:extLst>
              <a:ext uri="{FF2B5EF4-FFF2-40B4-BE49-F238E27FC236}">
                <a16:creationId xmlns:a16="http://schemas.microsoft.com/office/drawing/2014/main" id="{763A40CD-162C-644F-8B61-4C3729C1CD47}"/>
              </a:ext>
            </a:extLst>
          </p:cNvPr>
          <p:cNvSpPr>
            <a:spLocks/>
          </p:cNvSpPr>
          <p:nvPr/>
        </p:nvSpPr>
        <p:spPr bwMode="auto">
          <a:xfrm rot="18240000" flipV="1">
            <a:off x="3645297" y="-143536"/>
            <a:ext cx="530489" cy="1397000"/>
          </a:xfrm>
          <a:custGeom>
            <a:avLst/>
            <a:gdLst>
              <a:gd name="G0" fmla="+- 0 0 0"/>
              <a:gd name="G1" fmla="+- 6318 0 0"/>
              <a:gd name="G2" fmla="+- 21600 0 0"/>
              <a:gd name="T0" fmla="*/ 20655 w 21600"/>
              <a:gd name="T1" fmla="*/ 0 h 27918"/>
              <a:gd name="T2" fmla="*/ 0 w 21600"/>
              <a:gd name="T3" fmla="*/ 27918 h 27918"/>
              <a:gd name="T4" fmla="*/ 0 w 21600"/>
              <a:gd name="T5" fmla="*/ 6318 h 27918"/>
            </a:gdLst>
            <a:ahLst/>
            <a:cxnLst>
              <a:cxn ang="0">
                <a:pos x="T0" y="T1"/>
              </a:cxn>
              <a:cxn ang="0">
                <a:pos x="T2" y="T3"/>
              </a:cxn>
              <a:cxn ang="0">
                <a:pos x="T4" y="T5"/>
              </a:cxn>
            </a:cxnLst>
            <a:rect l="0" t="0" r="r" b="b"/>
            <a:pathLst>
              <a:path w="21600" h="27918" fill="none" extrusionOk="0">
                <a:moveTo>
                  <a:pt x="20655" y="-1"/>
                </a:moveTo>
                <a:cubicBezTo>
                  <a:pt x="21281" y="2047"/>
                  <a:pt x="21600" y="4176"/>
                  <a:pt x="21600" y="6318"/>
                </a:cubicBezTo>
                <a:cubicBezTo>
                  <a:pt x="21600" y="18247"/>
                  <a:pt x="11929" y="27918"/>
                  <a:pt x="-1" y="27918"/>
                </a:cubicBezTo>
              </a:path>
              <a:path w="21600" h="27918" stroke="0" extrusionOk="0">
                <a:moveTo>
                  <a:pt x="20655" y="-1"/>
                </a:moveTo>
                <a:cubicBezTo>
                  <a:pt x="21281" y="2047"/>
                  <a:pt x="21600" y="4176"/>
                  <a:pt x="21600" y="6318"/>
                </a:cubicBezTo>
                <a:cubicBezTo>
                  <a:pt x="21600" y="18247"/>
                  <a:pt x="11929" y="27918"/>
                  <a:pt x="-1" y="27918"/>
                </a:cubicBezTo>
                <a:lnTo>
                  <a:pt x="0" y="6318"/>
                </a:lnTo>
                <a:close/>
              </a:path>
            </a:pathLst>
          </a:custGeom>
          <a:noFill/>
          <a:ln w="76200" cap="rnd">
            <a:solidFill>
              <a:srgbClr val="B50069"/>
            </a:solidFill>
            <a:round/>
            <a:headEnd type="stealth" w="med" len="med"/>
            <a:tailEnd type="none" w="sm" len="sm"/>
          </a:ln>
          <a:effectLst>
            <a:outerShdw blurRad="63500" dist="107763" dir="2700000" algn="ctr" rotWithShape="0">
              <a:schemeClr val="bg2">
                <a:alpha val="74998"/>
              </a:schemeClr>
            </a:outerShdw>
          </a:effectLst>
          <a:extLst>
            <a:ext uri="{909E8E84-426E-40dd-AFC4-6F175D3DCCD1}">
              <a14:hiddenFill xmlns="" xmlns:a14="http://schemas.microsoft.com/office/drawing/2010/main">
                <a:solidFill>
                  <a:schemeClr val="accent1"/>
                </a:solidFill>
              </a14:hiddenFill>
            </a:ext>
          </a:extLst>
        </p:spPr>
        <p:txBody>
          <a:bodyPr wrap="none" anchor="ctr"/>
          <a:lstStyle/>
          <a:p>
            <a:pPr defTabSz="761970">
              <a:defRPr/>
            </a:pPr>
            <a:endParaRPr lang="en-US" sz="2000">
              <a:solidFill>
                <a:srgbClr val="FFFFFF"/>
              </a:solidFill>
              <a:latin typeface="Arial" charset="0"/>
              <a:ea typeface="ＭＳ Ｐゴシック" charset="0"/>
              <a:cs typeface="ＭＳ Ｐゴシック" charset="0"/>
            </a:endParaRPr>
          </a:p>
        </p:txBody>
      </p:sp>
      <p:pic>
        <p:nvPicPr>
          <p:cNvPr id="65539" name="Picture 4" descr="IBM_POWER5_cluster">
            <a:extLst>
              <a:ext uri="{FF2B5EF4-FFF2-40B4-BE49-F238E27FC236}">
                <a16:creationId xmlns:a16="http://schemas.microsoft.com/office/drawing/2014/main" id="{3D297D6B-9F93-FB48-BECC-F8BF4E890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0" y="406136"/>
            <a:ext cx="3238500" cy="238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3733" name="Rectangle 5">
            <a:extLst>
              <a:ext uri="{FF2B5EF4-FFF2-40B4-BE49-F238E27FC236}">
                <a16:creationId xmlns:a16="http://schemas.microsoft.com/office/drawing/2014/main" id="{5641F9B6-4E48-8E40-8DCD-D8461C3E8AF1}"/>
              </a:ext>
            </a:extLst>
          </p:cNvPr>
          <p:cNvSpPr>
            <a:spLocks noChangeArrowheads="1"/>
          </p:cNvSpPr>
          <p:nvPr/>
        </p:nvSpPr>
        <p:spPr bwMode="auto">
          <a:xfrm>
            <a:off x="1460906" y="4254500"/>
            <a:ext cx="1494490" cy="6930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76729" tIns="38365" rIns="76729" bIns="38365">
            <a:spAutoFit/>
          </a:bodyPr>
          <a:lstStyle/>
          <a:p>
            <a:pPr algn="r" defTabSz="761970">
              <a:defRPr/>
            </a:pPr>
            <a:r>
              <a:rPr lang="en-GB" sz="2000">
                <a:solidFill>
                  <a:srgbClr val="FFFF00"/>
                </a:solidFill>
                <a:latin typeface="Stone Sans ITC TT" charset="0"/>
                <a:ea typeface="ＭＳ Ｐゴシック" charset="0"/>
                <a:cs typeface="ＭＳ Ｐゴシック" charset="0"/>
              </a:rPr>
              <a:t>HUMAN</a:t>
            </a:r>
          </a:p>
          <a:p>
            <a:pPr algn="r" defTabSz="761970">
              <a:defRPr/>
            </a:pPr>
            <a:r>
              <a:rPr lang="en-GB" sz="2000">
                <a:solidFill>
                  <a:srgbClr val="FFFF00"/>
                </a:solidFill>
                <a:latin typeface="Stone Sans ITC TT" charset="0"/>
                <a:ea typeface="ＭＳ Ｐゴシック" charset="0"/>
                <a:cs typeface="ＭＳ Ｐゴシック" charset="0"/>
              </a:rPr>
              <a:t>FORECASTER</a:t>
            </a:r>
          </a:p>
        </p:txBody>
      </p:sp>
      <p:sp>
        <p:nvSpPr>
          <p:cNvPr id="713734" name="Arc 6">
            <a:extLst>
              <a:ext uri="{FF2B5EF4-FFF2-40B4-BE49-F238E27FC236}">
                <a16:creationId xmlns:a16="http://schemas.microsoft.com/office/drawing/2014/main" id="{6EF6F9B9-C492-344B-B07E-C2D6A646DED7}"/>
              </a:ext>
            </a:extLst>
          </p:cNvPr>
          <p:cNvSpPr>
            <a:spLocks/>
          </p:cNvSpPr>
          <p:nvPr/>
        </p:nvSpPr>
        <p:spPr bwMode="auto">
          <a:xfrm rot="17160000">
            <a:off x="4425156" y="3006990"/>
            <a:ext cx="892969" cy="572823"/>
          </a:xfrm>
          <a:custGeom>
            <a:avLst/>
            <a:gdLst>
              <a:gd name="G0" fmla="+- 18037 0 0"/>
              <a:gd name="G1" fmla="+- 21600 0 0"/>
              <a:gd name="G2" fmla="+- 21600 0 0"/>
              <a:gd name="T0" fmla="*/ 0 w 21750"/>
              <a:gd name="T1" fmla="*/ 9717 h 21600"/>
              <a:gd name="T2" fmla="*/ 21750 w 21750"/>
              <a:gd name="T3" fmla="*/ 322 h 21600"/>
              <a:gd name="T4" fmla="*/ 18037 w 21750"/>
              <a:gd name="T5" fmla="*/ 21600 h 21600"/>
            </a:gdLst>
            <a:ahLst/>
            <a:cxnLst>
              <a:cxn ang="0">
                <a:pos x="T0" y="T1"/>
              </a:cxn>
              <a:cxn ang="0">
                <a:pos x="T2" y="T3"/>
              </a:cxn>
              <a:cxn ang="0">
                <a:pos x="T4" y="T5"/>
              </a:cxn>
            </a:cxnLst>
            <a:rect l="0" t="0" r="r" b="b"/>
            <a:pathLst>
              <a:path w="21750" h="21600" fill="none" extrusionOk="0">
                <a:moveTo>
                  <a:pt x="-1" y="9716"/>
                </a:moveTo>
                <a:cubicBezTo>
                  <a:pt x="3995" y="3650"/>
                  <a:pt x="10773" y="-1"/>
                  <a:pt x="18037" y="-1"/>
                </a:cubicBezTo>
                <a:cubicBezTo>
                  <a:pt x="19281" y="-1"/>
                  <a:pt x="20523" y="107"/>
                  <a:pt x="21750" y="321"/>
                </a:cubicBezTo>
              </a:path>
              <a:path w="21750" h="21600" stroke="0" extrusionOk="0">
                <a:moveTo>
                  <a:pt x="-1" y="9716"/>
                </a:moveTo>
                <a:cubicBezTo>
                  <a:pt x="3995" y="3650"/>
                  <a:pt x="10773" y="-1"/>
                  <a:pt x="18037" y="-1"/>
                </a:cubicBezTo>
                <a:cubicBezTo>
                  <a:pt x="19281" y="-1"/>
                  <a:pt x="20523" y="107"/>
                  <a:pt x="21750" y="321"/>
                </a:cubicBezTo>
                <a:lnTo>
                  <a:pt x="18037" y="21600"/>
                </a:lnTo>
                <a:close/>
              </a:path>
            </a:pathLst>
          </a:custGeom>
          <a:noFill/>
          <a:ln w="76200" cap="rnd">
            <a:solidFill>
              <a:srgbClr val="B50069"/>
            </a:solidFill>
            <a:round/>
            <a:headEnd type="stealth" w="med" len="med"/>
            <a:tailEnd type="none" w="sm" len="sm"/>
          </a:ln>
          <a:effectLst>
            <a:outerShdw blurRad="63500" dist="107763" dir="2700000" algn="ctr" rotWithShape="0">
              <a:schemeClr val="bg2">
                <a:alpha val="74998"/>
              </a:schemeClr>
            </a:outerShdw>
          </a:effectLst>
          <a:extLst>
            <a:ext uri="{909E8E84-426E-40dd-AFC4-6F175D3DCCD1}">
              <a14:hiddenFill xmlns="" xmlns:a14="http://schemas.microsoft.com/office/drawing/2010/main">
                <a:solidFill>
                  <a:schemeClr val="accent1"/>
                </a:solidFill>
              </a14:hiddenFill>
            </a:ext>
          </a:extLst>
        </p:spPr>
        <p:txBody>
          <a:bodyPr wrap="none" anchor="ctr"/>
          <a:lstStyle/>
          <a:p>
            <a:pPr defTabSz="761970">
              <a:defRPr/>
            </a:pPr>
            <a:endParaRPr lang="en-US" sz="2000">
              <a:solidFill>
                <a:srgbClr val="FFFFFF"/>
              </a:solidFill>
              <a:latin typeface="Arial" charset="0"/>
              <a:ea typeface="ＭＳ Ｐゴシック" charset="0"/>
              <a:cs typeface="ＭＳ Ｐゴシック" charset="0"/>
            </a:endParaRPr>
          </a:p>
        </p:txBody>
      </p:sp>
      <p:pic>
        <p:nvPicPr>
          <p:cNvPr id="65542" name="Picture 7" descr="image061">
            <a:extLst>
              <a:ext uri="{FF2B5EF4-FFF2-40B4-BE49-F238E27FC236}">
                <a16:creationId xmlns:a16="http://schemas.microsoft.com/office/drawing/2014/main" id="{7CDFA4ED-36DE-464C-A2F1-372F7D7279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1000" y="3765021"/>
            <a:ext cx="2595563" cy="194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3736" name="Rectangle 8">
            <a:extLst>
              <a:ext uri="{FF2B5EF4-FFF2-40B4-BE49-F238E27FC236}">
                <a16:creationId xmlns:a16="http://schemas.microsoft.com/office/drawing/2014/main" id="{8C2799D7-7E59-784F-B88A-F5E0549FC694}"/>
              </a:ext>
            </a:extLst>
          </p:cNvPr>
          <p:cNvSpPr>
            <a:spLocks noChangeArrowheads="1"/>
          </p:cNvSpPr>
          <p:nvPr/>
        </p:nvSpPr>
        <p:spPr bwMode="auto">
          <a:xfrm>
            <a:off x="5524500" y="3048000"/>
            <a:ext cx="818408" cy="385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76729" tIns="38365" rIns="76729" bIns="38365">
            <a:spAutoFit/>
          </a:bodyPr>
          <a:lstStyle/>
          <a:p>
            <a:pPr defTabSz="761970">
              <a:defRPr/>
            </a:pPr>
            <a:r>
              <a:rPr lang="en-GB" sz="2000">
                <a:solidFill>
                  <a:srgbClr val="FFFF00"/>
                </a:solidFill>
                <a:latin typeface="Stone Sans ITC TT" charset="0"/>
                <a:ea typeface="ＭＳ Ｐゴシック" charset="0"/>
                <a:cs typeface="ＭＳ Ｐゴシック" charset="0"/>
              </a:rPr>
              <a:t>USERS</a:t>
            </a:r>
          </a:p>
        </p:txBody>
      </p:sp>
      <p:sp>
        <p:nvSpPr>
          <p:cNvPr id="713737" name="Arc 9">
            <a:extLst>
              <a:ext uri="{FF2B5EF4-FFF2-40B4-BE49-F238E27FC236}">
                <a16:creationId xmlns:a16="http://schemas.microsoft.com/office/drawing/2014/main" id="{D2A241DD-47CA-8F44-BB0E-3B863FFC38BB}"/>
              </a:ext>
            </a:extLst>
          </p:cNvPr>
          <p:cNvSpPr>
            <a:spLocks/>
          </p:cNvSpPr>
          <p:nvPr/>
        </p:nvSpPr>
        <p:spPr bwMode="auto">
          <a:xfrm>
            <a:off x="5588000" y="4651375"/>
            <a:ext cx="895615" cy="863865"/>
          </a:xfrm>
          <a:custGeom>
            <a:avLst/>
            <a:gdLst>
              <a:gd name="G0" fmla="+- 0 0 0"/>
              <a:gd name="G1" fmla="+- 0 0 0"/>
              <a:gd name="G2" fmla="+- 21600 0 0"/>
              <a:gd name="T0" fmla="*/ 16873 w 16873"/>
              <a:gd name="T1" fmla="*/ 13485 h 21600"/>
              <a:gd name="T2" fmla="*/ 0 w 16873"/>
              <a:gd name="T3" fmla="*/ 21600 h 21600"/>
              <a:gd name="T4" fmla="*/ 0 w 16873"/>
              <a:gd name="T5" fmla="*/ 0 h 21600"/>
            </a:gdLst>
            <a:ahLst/>
            <a:cxnLst>
              <a:cxn ang="0">
                <a:pos x="T0" y="T1"/>
              </a:cxn>
              <a:cxn ang="0">
                <a:pos x="T2" y="T3"/>
              </a:cxn>
              <a:cxn ang="0">
                <a:pos x="T4" y="T5"/>
              </a:cxn>
            </a:cxnLst>
            <a:rect l="0" t="0" r="r" b="b"/>
            <a:pathLst>
              <a:path w="16873" h="21600" fill="none" extrusionOk="0">
                <a:moveTo>
                  <a:pt x="16873" y="13485"/>
                </a:moveTo>
                <a:cubicBezTo>
                  <a:pt x="12774" y="18613"/>
                  <a:pt x="6565" y="21599"/>
                  <a:pt x="0" y="21599"/>
                </a:cubicBezTo>
              </a:path>
              <a:path w="16873" h="21600" stroke="0" extrusionOk="0">
                <a:moveTo>
                  <a:pt x="16873" y="13485"/>
                </a:moveTo>
                <a:cubicBezTo>
                  <a:pt x="12774" y="18613"/>
                  <a:pt x="6565" y="21599"/>
                  <a:pt x="0" y="21599"/>
                </a:cubicBezTo>
                <a:lnTo>
                  <a:pt x="0" y="0"/>
                </a:lnTo>
                <a:close/>
              </a:path>
            </a:pathLst>
          </a:custGeom>
          <a:noFill/>
          <a:ln w="76200" cap="rnd">
            <a:solidFill>
              <a:srgbClr val="B50069"/>
            </a:solidFill>
            <a:round/>
            <a:headEnd type="stealth" w="med" len="med"/>
            <a:tailEnd type="none" w="sm" len="sm"/>
          </a:ln>
          <a:effectLst>
            <a:outerShdw blurRad="63500" dist="107763" dir="2700000" algn="ctr" rotWithShape="0">
              <a:schemeClr val="bg2">
                <a:alpha val="74998"/>
              </a:schemeClr>
            </a:outerShdw>
          </a:effectLst>
          <a:extLst>
            <a:ext uri="{909E8E84-426E-40dd-AFC4-6F175D3DCCD1}">
              <a14:hiddenFill xmlns="" xmlns:a14="http://schemas.microsoft.com/office/drawing/2010/main">
                <a:solidFill>
                  <a:schemeClr val="accent1"/>
                </a:solidFill>
              </a14:hiddenFill>
            </a:ext>
          </a:extLst>
        </p:spPr>
        <p:txBody>
          <a:bodyPr wrap="none" anchor="ctr"/>
          <a:lstStyle/>
          <a:p>
            <a:pPr defTabSz="761970">
              <a:defRPr/>
            </a:pPr>
            <a:endParaRPr lang="en-US" sz="2000">
              <a:solidFill>
                <a:srgbClr val="FFFFFF"/>
              </a:solidFill>
              <a:latin typeface="Arial" charset="0"/>
              <a:ea typeface="ＭＳ Ｐゴシック" charset="0"/>
              <a:cs typeface="ＭＳ Ｐゴシック" charset="0"/>
            </a:endParaRPr>
          </a:p>
        </p:txBody>
      </p:sp>
      <p:pic>
        <p:nvPicPr>
          <p:cNvPr id="65545" name="Picture 10" descr="sport_04-1">
            <a:extLst>
              <a:ext uri="{FF2B5EF4-FFF2-40B4-BE49-F238E27FC236}">
                <a16:creationId xmlns:a16="http://schemas.microsoft.com/office/drawing/2014/main" id="{84D5A13B-2773-A149-B2FA-19D70A324F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0657" y="3048000"/>
            <a:ext cx="1861343"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5546" name="Group 11">
            <a:extLst>
              <a:ext uri="{FF2B5EF4-FFF2-40B4-BE49-F238E27FC236}">
                <a16:creationId xmlns:a16="http://schemas.microsoft.com/office/drawing/2014/main" id="{AA6A14E8-22A4-AC41-AF3E-1C9860EC0A5A}"/>
              </a:ext>
            </a:extLst>
          </p:cNvPr>
          <p:cNvGrpSpPr>
            <a:grpSpLocks/>
          </p:cNvGrpSpPr>
          <p:nvPr/>
        </p:nvGrpSpPr>
        <p:grpSpPr bwMode="auto">
          <a:xfrm>
            <a:off x="825500" y="63500"/>
            <a:ext cx="3238500" cy="3302000"/>
            <a:chOff x="48" y="96"/>
            <a:chExt cx="2091" cy="2160"/>
          </a:xfrm>
        </p:grpSpPr>
        <p:sp>
          <p:nvSpPr>
            <p:cNvPr id="713740" name="Rectangle 12">
              <a:extLst>
                <a:ext uri="{FF2B5EF4-FFF2-40B4-BE49-F238E27FC236}">
                  <a16:creationId xmlns:a16="http://schemas.microsoft.com/office/drawing/2014/main" id="{9C780CD4-65AA-C14E-887F-7BEEBF2AB364}"/>
                </a:ext>
              </a:extLst>
            </p:cNvPr>
            <p:cNvSpPr>
              <a:spLocks noChangeArrowheads="1"/>
            </p:cNvSpPr>
            <p:nvPr/>
          </p:nvSpPr>
          <p:spPr bwMode="auto">
            <a:xfrm>
              <a:off x="192" y="96"/>
              <a:ext cx="1810"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76729" tIns="38365" rIns="76729" bIns="38365">
              <a:spAutoFit/>
            </a:bodyPr>
            <a:lstStyle/>
            <a:p>
              <a:pPr defTabSz="761970">
                <a:defRPr/>
              </a:pPr>
              <a:r>
                <a:rPr lang="en-GB" sz="2000">
                  <a:solidFill>
                    <a:srgbClr val="FFFF00"/>
                  </a:solidFill>
                  <a:latin typeface="Stone Sans ITC TT" charset="0"/>
                  <a:ea typeface="ＭＳ Ｐゴシック" charset="0"/>
                  <a:cs typeface="ＭＳ Ｐゴシック" charset="0"/>
                </a:rPr>
                <a:t>OBSERVATIONS</a:t>
              </a:r>
            </a:p>
          </p:txBody>
        </p:sp>
        <p:pic>
          <p:nvPicPr>
            <p:cNvPr id="65548" name="Picture 13" descr="Coop-Observer">
              <a:extLst>
                <a:ext uri="{FF2B5EF4-FFF2-40B4-BE49-F238E27FC236}">
                  <a16:creationId xmlns:a16="http://schemas.microsoft.com/office/drawing/2014/main" id="{B41A21E2-CAC0-AF40-B309-9E5215219D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 y="336"/>
              <a:ext cx="1227"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9" name="Picture 14" descr="p142">
              <a:extLst>
                <a:ext uri="{FF2B5EF4-FFF2-40B4-BE49-F238E27FC236}">
                  <a16:creationId xmlns:a16="http://schemas.microsoft.com/office/drawing/2014/main" id="{94727B5B-85A7-B64F-B6A2-A571E8D5D0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 y="336"/>
              <a:ext cx="816"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0" name="Picture 15" descr="CSU-CHILL inside view">
              <a:extLst>
                <a:ext uri="{FF2B5EF4-FFF2-40B4-BE49-F238E27FC236}">
                  <a16:creationId xmlns:a16="http://schemas.microsoft.com/office/drawing/2014/main" id="{E8436A62-297B-7E44-B14E-AFD0DCA20F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 y="1008"/>
              <a:ext cx="813"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550056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ext Box 5">
            <a:extLst>
              <a:ext uri="{FF2B5EF4-FFF2-40B4-BE49-F238E27FC236}">
                <a16:creationId xmlns:a16="http://schemas.microsoft.com/office/drawing/2014/main" id="{40058909-D9DD-284A-821B-8DDB38532927}"/>
              </a:ext>
            </a:extLst>
          </p:cNvPr>
          <p:cNvSpPr txBox="1">
            <a:spLocks noChangeArrowheads="1"/>
          </p:cNvSpPr>
          <p:nvPr/>
        </p:nvSpPr>
        <p:spPr bwMode="auto">
          <a:xfrm>
            <a:off x="1206500" y="1108604"/>
            <a:ext cx="6880410" cy="111812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3333" b="1" i="1">
                <a:solidFill>
                  <a:srgbClr val="073D07"/>
                </a:solidFill>
              </a:rPr>
              <a:t>So, meteorologists should make </a:t>
            </a:r>
          </a:p>
          <a:p>
            <a:pPr defTabSz="761970"/>
            <a:r>
              <a:rPr lang="en-US" altLang="en-US" sz="3333" b="1" i="1">
                <a:solidFill>
                  <a:srgbClr val="073D07"/>
                </a:solidFill>
              </a:rPr>
              <a:t>perfect weather forecasts, right?</a:t>
            </a:r>
          </a:p>
        </p:txBody>
      </p:sp>
    </p:spTree>
    <p:extLst>
      <p:ext uri="{BB962C8B-B14F-4D97-AF65-F5344CB8AC3E}">
        <p14:creationId xmlns:p14="http://schemas.microsoft.com/office/powerpoint/2010/main" val="4413517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E5617C55-7ECC-914D-B561-48E9055097FA}"/>
              </a:ext>
            </a:extLst>
          </p:cNvPr>
          <p:cNvSpPr>
            <a:spLocks noGrp="1" noChangeArrowheads="1"/>
          </p:cNvSpPr>
          <p:nvPr>
            <p:ph type="title"/>
          </p:nvPr>
        </p:nvSpPr>
        <p:spPr>
          <a:xfrm>
            <a:off x="1397000" y="2794000"/>
            <a:ext cx="6477000" cy="1079500"/>
          </a:xfrm>
        </p:spPr>
        <p:txBody>
          <a:bodyPr/>
          <a:lstStyle/>
          <a:p>
            <a:pPr eaLnBrk="1" hangingPunct="1"/>
            <a:r>
              <a:rPr lang="en-US" altLang="en-US">
                <a:solidFill>
                  <a:srgbClr val="FFE614"/>
                </a:solidFill>
                <a:ea typeface="ＭＳ Ｐゴシック" panose="020B0600070205080204" pitchFamily="34" charset="-128"/>
              </a:rPr>
              <a:t>Why good forecasts </a:t>
            </a:r>
            <a:br>
              <a:rPr lang="en-US" altLang="en-US">
                <a:solidFill>
                  <a:srgbClr val="FFE614"/>
                </a:solidFill>
                <a:ea typeface="ＭＳ Ｐゴシック" panose="020B0600070205080204" pitchFamily="34" charset="-128"/>
              </a:rPr>
            </a:br>
            <a:r>
              <a:rPr lang="en-US" altLang="en-US">
                <a:solidFill>
                  <a:srgbClr val="FFE614"/>
                </a:solidFill>
                <a:ea typeface="ＭＳ Ｐゴシック" panose="020B0600070205080204" pitchFamily="34" charset="-128"/>
              </a:rPr>
              <a:t>go bad…</a:t>
            </a:r>
          </a:p>
        </p:txBody>
      </p:sp>
      <p:sp>
        <p:nvSpPr>
          <p:cNvPr id="98306" name="Text Box 4">
            <a:extLst>
              <a:ext uri="{FF2B5EF4-FFF2-40B4-BE49-F238E27FC236}">
                <a16:creationId xmlns:a16="http://schemas.microsoft.com/office/drawing/2014/main" id="{6C44C4F1-A767-EE49-90C8-C043E780C788}"/>
              </a:ext>
            </a:extLst>
          </p:cNvPr>
          <p:cNvSpPr txBox="1">
            <a:spLocks noChangeArrowheads="1"/>
          </p:cNvSpPr>
          <p:nvPr/>
        </p:nvSpPr>
        <p:spPr bwMode="auto">
          <a:xfrm>
            <a:off x="1206500" y="1108604"/>
            <a:ext cx="6880410" cy="111812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3333" b="1" i="1">
                <a:solidFill>
                  <a:srgbClr val="073D07"/>
                </a:solidFill>
              </a:rPr>
              <a:t>So, meteorologists should make </a:t>
            </a:r>
          </a:p>
          <a:p>
            <a:pPr defTabSz="761970"/>
            <a:r>
              <a:rPr lang="en-US" altLang="en-US" sz="3333" b="1" i="1">
                <a:solidFill>
                  <a:srgbClr val="073D07"/>
                </a:solidFill>
              </a:rPr>
              <a:t>perfect weather forecasts, right?</a:t>
            </a:r>
          </a:p>
        </p:txBody>
      </p:sp>
    </p:spTree>
    <p:extLst>
      <p:ext uri="{BB962C8B-B14F-4D97-AF65-F5344CB8AC3E}">
        <p14:creationId xmlns:p14="http://schemas.microsoft.com/office/powerpoint/2010/main" val="39280484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8A1CDFBF-8A42-2A46-99E6-14E68EE2F454}"/>
              </a:ext>
            </a:extLst>
          </p:cNvPr>
          <p:cNvSpPr>
            <a:spLocks noGrp="1" noChangeArrowheads="1"/>
          </p:cNvSpPr>
          <p:nvPr>
            <p:ph type="title"/>
          </p:nvPr>
        </p:nvSpPr>
        <p:spPr>
          <a:xfrm>
            <a:off x="1333500" y="825500"/>
            <a:ext cx="6477000" cy="2095500"/>
          </a:xfrm>
        </p:spPr>
        <p:txBody>
          <a:bodyPr/>
          <a:lstStyle/>
          <a:p>
            <a:pPr eaLnBrk="1" hangingPunct="1"/>
            <a:r>
              <a:rPr lang="en-US" altLang="en-US">
                <a:solidFill>
                  <a:srgbClr val="FFFF00"/>
                </a:solidFill>
                <a:ea typeface="ＭＳ Ｐゴシック" panose="020B0600070205080204" pitchFamily="34" charset="-128"/>
              </a:rPr>
              <a:t>Reason #1: Imperfect Knowledge About Current State of Atmosphere</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153913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7C04940C-AA0E-9148-9D7D-62B8DDC6A275}"/>
              </a:ext>
            </a:extLst>
          </p:cNvPr>
          <p:cNvSpPr>
            <a:spLocks noGrp="1" noChangeArrowheads="1"/>
          </p:cNvSpPr>
          <p:nvPr>
            <p:ph type="title"/>
          </p:nvPr>
        </p:nvSpPr>
        <p:spPr>
          <a:xfrm>
            <a:off x="1333500" y="825500"/>
            <a:ext cx="6477000" cy="2095500"/>
          </a:xfrm>
        </p:spPr>
        <p:txBody>
          <a:bodyPr/>
          <a:lstStyle/>
          <a:p>
            <a:pPr eaLnBrk="1" hangingPunct="1"/>
            <a:r>
              <a:rPr lang="en-US" altLang="en-US">
                <a:solidFill>
                  <a:srgbClr val="FFFF00"/>
                </a:solidFill>
                <a:ea typeface="ＭＳ Ｐゴシック" panose="020B0600070205080204" pitchFamily="34" charset="-128"/>
              </a:rPr>
              <a:t>Reason #1: Imperfect Knowledge About Current State of Atmosphere</a:t>
            </a:r>
            <a:endParaRPr lang="en-US" altLang="en-US">
              <a:ea typeface="ＭＳ Ｐゴシック" panose="020B0600070205080204" pitchFamily="34" charset="-128"/>
            </a:endParaRPr>
          </a:p>
        </p:txBody>
      </p:sp>
      <p:sp>
        <p:nvSpPr>
          <p:cNvPr id="102402" name="Rectangle 3">
            <a:extLst>
              <a:ext uri="{FF2B5EF4-FFF2-40B4-BE49-F238E27FC236}">
                <a16:creationId xmlns:a16="http://schemas.microsoft.com/office/drawing/2014/main" id="{3E9A4E38-2DD2-964A-843D-9532E739AC12}"/>
              </a:ext>
            </a:extLst>
          </p:cNvPr>
          <p:cNvSpPr>
            <a:spLocks noGrp="1" noChangeArrowheads="1"/>
          </p:cNvSpPr>
          <p:nvPr>
            <p:ph type="body" idx="1"/>
          </p:nvPr>
        </p:nvSpPr>
        <p:spPr>
          <a:xfrm>
            <a:off x="1587500" y="3365500"/>
            <a:ext cx="6223000" cy="1778000"/>
          </a:xfrm>
          <a:noFill/>
        </p:spPr>
        <p:txBody>
          <a:bodyPr/>
          <a:lstStyle/>
          <a:p>
            <a:pPr eaLnBrk="1" hangingPunct="1">
              <a:buFontTx/>
              <a:buNone/>
            </a:pPr>
            <a:r>
              <a:rPr lang="en-US" altLang="en-US" sz="2000">
                <a:ea typeface="ＭＳ Ｐゴシック" panose="020B0600070205080204" pitchFamily="34" charset="-128"/>
              </a:rPr>
              <a:t>Data voids</a:t>
            </a:r>
          </a:p>
          <a:p>
            <a:pPr eaLnBrk="1" hangingPunct="1">
              <a:buFontTx/>
              <a:buNone/>
            </a:pPr>
            <a:r>
              <a:rPr lang="en-US" altLang="en-US" sz="2000">
                <a:ea typeface="ＭＳ Ｐゴシック" panose="020B0600070205080204" pitchFamily="34" charset="-128"/>
              </a:rPr>
              <a:t>Interesting weather in between observing locations</a:t>
            </a:r>
          </a:p>
          <a:p>
            <a:pPr eaLnBrk="1" hangingPunct="1">
              <a:buFontTx/>
              <a:buNone/>
            </a:pPr>
            <a:r>
              <a:rPr lang="en-US" altLang="en-US" sz="2000">
                <a:ea typeface="ＭＳ Ｐゴシック" panose="020B0600070205080204" pitchFamily="34" charset="-128"/>
              </a:rPr>
              <a:t>Instrument sensitivity and errors</a:t>
            </a:r>
          </a:p>
          <a:p>
            <a:pPr eaLnBrk="1" hangingPunct="1">
              <a:buFontTx/>
              <a:buNone/>
            </a:pPr>
            <a:r>
              <a:rPr lang="en-US" altLang="en-US" sz="2000">
                <a:ea typeface="ＭＳ Ｐゴシック" panose="020B0600070205080204" pitchFamily="34" charset="-128"/>
              </a:rPr>
              <a:t>No observations of important quantities</a:t>
            </a:r>
          </a:p>
        </p:txBody>
      </p:sp>
    </p:spTree>
    <p:extLst>
      <p:ext uri="{BB962C8B-B14F-4D97-AF65-F5344CB8AC3E}">
        <p14:creationId xmlns:p14="http://schemas.microsoft.com/office/powerpoint/2010/main" val="6482204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49" name="Picture 11" descr="P9030001">
            <a:extLst>
              <a:ext uri="{FF2B5EF4-FFF2-40B4-BE49-F238E27FC236}">
                <a16:creationId xmlns:a16="http://schemas.microsoft.com/office/drawing/2014/main" id="{467610DE-077B-6440-BA9A-02A21CE98F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0" name="AutoShape 13">
            <a:extLst>
              <a:ext uri="{FF2B5EF4-FFF2-40B4-BE49-F238E27FC236}">
                <a16:creationId xmlns:a16="http://schemas.microsoft.com/office/drawing/2014/main" id="{3275AFBC-3794-6445-81FE-EA10F9C61922}"/>
              </a:ext>
            </a:extLst>
          </p:cNvPr>
          <p:cNvSpPr>
            <a:spLocks noChangeArrowheads="1"/>
          </p:cNvSpPr>
          <p:nvPr/>
        </p:nvSpPr>
        <p:spPr bwMode="auto">
          <a:xfrm>
            <a:off x="2603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4451" name="AutoShape 14">
            <a:extLst>
              <a:ext uri="{FF2B5EF4-FFF2-40B4-BE49-F238E27FC236}">
                <a16:creationId xmlns:a16="http://schemas.microsoft.com/office/drawing/2014/main" id="{2D0307D3-FA92-6B43-B85F-0280187D5F2B}"/>
              </a:ext>
            </a:extLst>
          </p:cNvPr>
          <p:cNvSpPr>
            <a:spLocks noChangeArrowheads="1"/>
          </p:cNvSpPr>
          <p:nvPr/>
        </p:nvSpPr>
        <p:spPr bwMode="auto">
          <a:xfrm>
            <a:off x="2921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4452" name="AutoShape 15">
            <a:extLst>
              <a:ext uri="{FF2B5EF4-FFF2-40B4-BE49-F238E27FC236}">
                <a16:creationId xmlns:a16="http://schemas.microsoft.com/office/drawing/2014/main" id="{D388223F-285A-C045-AA54-56C8937D738B}"/>
              </a:ext>
            </a:extLst>
          </p:cNvPr>
          <p:cNvSpPr>
            <a:spLocks noChangeArrowheads="1"/>
          </p:cNvSpPr>
          <p:nvPr/>
        </p:nvSpPr>
        <p:spPr bwMode="auto">
          <a:xfrm>
            <a:off x="3238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4453" name="AutoShape 16">
            <a:extLst>
              <a:ext uri="{FF2B5EF4-FFF2-40B4-BE49-F238E27FC236}">
                <a16:creationId xmlns:a16="http://schemas.microsoft.com/office/drawing/2014/main" id="{A12EDD61-71CA-BA42-901D-62E7304A5527}"/>
              </a:ext>
            </a:extLst>
          </p:cNvPr>
          <p:cNvSpPr>
            <a:spLocks noChangeArrowheads="1"/>
          </p:cNvSpPr>
          <p:nvPr/>
        </p:nvSpPr>
        <p:spPr bwMode="auto">
          <a:xfrm>
            <a:off x="2286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4454" name="AutoShape 17">
            <a:extLst>
              <a:ext uri="{FF2B5EF4-FFF2-40B4-BE49-F238E27FC236}">
                <a16:creationId xmlns:a16="http://schemas.microsoft.com/office/drawing/2014/main" id="{CFDB1C81-C83C-FF48-B758-68F9447252EC}"/>
              </a:ext>
            </a:extLst>
          </p:cNvPr>
          <p:cNvSpPr>
            <a:spLocks noChangeArrowheads="1"/>
          </p:cNvSpPr>
          <p:nvPr/>
        </p:nvSpPr>
        <p:spPr bwMode="auto">
          <a:xfrm>
            <a:off x="1968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4455" name="AutoShape 18">
            <a:extLst>
              <a:ext uri="{FF2B5EF4-FFF2-40B4-BE49-F238E27FC236}">
                <a16:creationId xmlns:a16="http://schemas.microsoft.com/office/drawing/2014/main" id="{E9578598-95F1-2341-A460-C94E5B13C2FB}"/>
              </a:ext>
            </a:extLst>
          </p:cNvPr>
          <p:cNvSpPr>
            <a:spLocks noChangeArrowheads="1"/>
          </p:cNvSpPr>
          <p:nvPr/>
        </p:nvSpPr>
        <p:spPr bwMode="auto">
          <a:xfrm>
            <a:off x="1651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Tree>
    <p:extLst>
      <p:ext uri="{BB962C8B-B14F-4D97-AF65-F5344CB8AC3E}">
        <p14:creationId xmlns:p14="http://schemas.microsoft.com/office/powerpoint/2010/main" val="36576081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7" name="Picture 11" descr="P9030001">
            <a:extLst>
              <a:ext uri="{FF2B5EF4-FFF2-40B4-BE49-F238E27FC236}">
                <a16:creationId xmlns:a16="http://schemas.microsoft.com/office/drawing/2014/main" id="{B64A9752-A638-3A42-82B5-AFB306149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498" name="AutoShape 13">
            <a:extLst>
              <a:ext uri="{FF2B5EF4-FFF2-40B4-BE49-F238E27FC236}">
                <a16:creationId xmlns:a16="http://schemas.microsoft.com/office/drawing/2014/main" id="{A91CA30D-FC13-1B40-8D32-E9FB4177C32F}"/>
              </a:ext>
            </a:extLst>
          </p:cNvPr>
          <p:cNvSpPr>
            <a:spLocks noChangeArrowheads="1"/>
          </p:cNvSpPr>
          <p:nvPr/>
        </p:nvSpPr>
        <p:spPr bwMode="auto">
          <a:xfrm>
            <a:off x="2603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6499" name="AutoShape 14">
            <a:extLst>
              <a:ext uri="{FF2B5EF4-FFF2-40B4-BE49-F238E27FC236}">
                <a16:creationId xmlns:a16="http://schemas.microsoft.com/office/drawing/2014/main" id="{DC1B80D1-A3EA-874A-88DF-1C6FC4FBEDD4}"/>
              </a:ext>
            </a:extLst>
          </p:cNvPr>
          <p:cNvSpPr>
            <a:spLocks noChangeArrowheads="1"/>
          </p:cNvSpPr>
          <p:nvPr/>
        </p:nvSpPr>
        <p:spPr bwMode="auto">
          <a:xfrm>
            <a:off x="2921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6500" name="AutoShape 15">
            <a:extLst>
              <a:ext uri="{FF2B5EF4-FFF2-40B4-BE49-F238E27FC236}">
                <a16:creationId xmlns:a16="http://schemas.microsoft.com/office/drawing/2014/main" id="{726BFD74-83AC-6648-A36C-4573CB6AC611}"/>
              </a:ext>
            </a:extLst>
          </p:cNvPr>
          <p:cNvSpPr>
            <a:spLocks noChangeArrowheads="1"/>
          </p:cNvSpPr>
          <p:nvPr/>
        </p:nvSpPr>
        <p:spPr bwMode="auto">
          <a:xfrm>
            <a:off x="3238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6501" name="AutoShape 16">
            <a:extLst>
              <a:ext uri="{FF2B5EF4-FFF2-40B4-BE49-F238E27FC236}">
                <a16:creationId xmlns:a16="http://schemas.microsoft.com/office/drawing/2014/main" id="{1C79896B-7822-AE4E-870E-E9355E527F57}"/>
              </a:ext>
            </a:extLst>
          </p:cNvPr>
          <p:cNvSpPr>
            <a:spLocks noChangeArrowheads="1"/>
          </p:cNvSpPr>
          <p:nvPr/>
        </p:nvSpPr>
        <p:spPr bwMode="auto">
          <a:xfrm>
            <a:off x="2286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6502" name="AutoShape 17">
            <a:extLst>
              <a:ext uri="{FF2B5EF4-FFF2-40B4-BE49-F238E27FC236}">
                <a16:creationId xmlns:a16="http://schemas.microsoft.com/office/drawing/2014/main" id="{9D0C6899-229D-044F-849B-98137CD8F562}"/>
              </a:ext>
            </a:extLst>
          </p:cNvPr>
          <p:cNvSpPr>
            <a:spLocks noChangeArrowheads="1"/>
          </p:cNvSpPr>
          <p:nvPr/>
        </p:nvSpPr>
        <p:spPr bwMode="auto">
          <a:xfrm>
            <a:off x="1968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6503" name="AutoShape 18">
            <a:extLst>
              <a:ext uri="{FF2B5EF4-FFF2-40B4-BE49-F238E27FC236}">
                <a16:creationId xmlns:a16="http://schemas.microsoft.com/office/drawing/2014/main" id="{B4F8D571-CDCA-534A-89E2-BAFB9883BEC3}"/>
              </a:ext>
            </a:extLst>
          </p:cNvPr>
          <p:cNvSpPr>
            <a:spLocks noChangeArrowheads="1"/>
          </p:cNvSpPr>
          <p:nvPr/>
        </p:nvSpPr>
        <p:spPr bwMode="auto">
          <a:xfrm>
            <a:off x="1651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pic>
        <p:nvPicPr>
          <p:cNvPr id="106504" name="Picture 1" descr="PADS Particle Images.jpg">
            <a:extLst>
              <a:ext uri="{FF2B5EF4-FFF2-40B4-BE49-F238E27FC236}">
                <a16:creationId xmlns:a16="http://schemas.microsoft.com/office/drawing/2014/main" id="{9F8F457A-1E5B-2648-837D-6753CF8B7DA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45417" y="9261"/>
            <a:ext cx="4836583" cy="3292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A97754E-CA79-C645-AE10-6835204C4858}"/>
              </a:ext>
            </a:extLst>
          </p:cNvPr>
          <p:cNvSpPr txBox="1"/>
          <p:nvPr/>
        </p:nvSpPr>
        <p:spPr>
          <a:xfrm>
            <a:off x="3545417" y="3049323"/>
            <a:ext cx="2249334" cy="271934"/>
          </a:xfrm>
          <a:prstGeom prst="rect">
            <a:avLst/>
          </a:prstGeom>
          <a:solidFill>
            <a:schemeClr val="bg1">
              <a:lumMod val="40000"/>
              <a:lumOff val="60000"/>
            </a:schemeClr>
          </a:solidFill>
        </p:spPr>
        <p:txBody>
          <a:bodyPr wrap="none">
            <a:spAutoFit/>
          </a:bodyPr>
          <a:lstStyle/>
          <a:p>
            <a:pPr defTabSz="761970">
              <a:defRPr/>
            </a:pPr>
            <a:r>
              <a:rPr lang="en-US" sz="1167" dirty="0">
                <a:solidFill>
                  <a:srgbClr val="000099">
                    <a:lumMod val="50000"/>
                  </a:srgbClr>
                </a:solidFill>
                <a:latin typeface="Arial" charset="0"/>
                <a:ea typeface="ＭＳ Ｐゴシック" charset="0"/>
                <a:cs typeface="ＭＳ Ｐゴシック" charset="0"/>
              </a:rPr>
              <a:t>www.dropletmeasurement.com</a:t>
            </a:r>
          </a:p>
        </p:txBody>
      </p:sp>
    </p:spTree>
    <p:extLst>
      <p:ext uri="{BB962C8B-B14F-4D97-AF65-F5344CB8AC3E}">
        <p14:creationId xmlns:p14="http://schemas.microsoft.com/office/powerpoint/2010/main" val="10384569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5" name="Picture 2" descr="P9030001">
            <a:extLst>
              <a:ext uri="{FF2B5EF4-FFF2-40B4-BE49-F238E27FC236}">
                <a16:creationId xmlns:a16="http://schemas.microsoft.com/office/drawing/2014/main" id="{C92F7311-B441-CA47-BEE1-00D732775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6" name="AutoShape 3">
            <a:extLst>
              <a:ext uri="{FF2B5EF4-FFF2-40B4-BE49-F238E27FC236}">
                <a16:creationId xmlns:a16="http://schemas.microsoft.com/office/drawing/2014/main" id="{9EC880D7-0436-2A40-BFEA-5FFC798F7F47}"/>
              </a:ext>
            </a:extLst>
          </p:cNvPr>
          <p:cNvSpPr>
            <a:spLocks noChangeArrowheads="1"/>
          </p:cNvSpPr>
          <p:nvPr/>
        </p:nvSpPr>
        <p:spPr bwMode="auto">
          <a:xfrm>
            <a:off x="2603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8547" name="AutoShape 4">
            <a:extLst>
              <a:ext uri="{FF2B5EF4-FFF2-40B4-BE49-F238E27FC236}">
                <a16:creationId xmlns:a16="http://schemas.microsoft.com/office/drawing/2014/main" id="{1F1095AF-4841-6D44-8C20-94D8A3DC0D50}"/>
              </a:ext>
            </a:extLst>
          </p:cNvPr>
          <p:cNvSpPr>
            <a:spLocks noChangeArrowheads="1"/>
          </p:cNvSpPr>
          <p:nvPr/>
        </p:nvSpPr>
        <p:spPr bwMode="auto">
          <a:xfrm>
            <a:off x="2921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8548" name="AutoShape 5">
            <a:extLst>
              <a:ext uri="{FF2B5EF4-FFF2-40B4-BE49-F238E27FC236}">
                <a16:creationId xmlns:a16="http://schemas.microsoft.com/office/drawing/2014/main" id="{1FD7C9B0-7FF9-0942-95D6-4F3D06B44B12}"/>
              </a:ext>
            </a:extLst>
          </p:cNvPr>
          <p:cNvSpPr>
            <a:spLocks noChangeArrowheads="1"/>
          </p:cNvSpPr>
          <p:nvPr/>
        </p:nvSpPr>
        <p:spPr bwMode="auto">
          <a:xfrm>
            <a:off x="3238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8549" name="AutoShape 6">
            <a:extLst>
              <a:ext uri="{FF2B5EF4-FFF2-40B4-BE49-F238E27FC236}">
                <a16:creationId xmlns:a16="http://schemas.microsoft.com/office/drawing/2014/main" id="{90531500-2A85-FD4A-8B86-5CB9AA3D96BF}"/>
              </a:ext>
            </a:extLst>
          </p:cNvPr>
          <p:cNvSpPr>
            <a:spLocks noChangeArrowheads="1"/>
          </p:cNvSpPr>
          <p:nvPr/>
        </p:nvSpPr>
        <p:spPr bwMode="auto">
          <a:xfrm>
            <a:off x="2286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8550" name="AutoShape 7">
            <a:extLst>
              <a:ext uri="{FF2B5EF4-FFF2-40B4-BE49-F238E27FC236}">
                <a16:creationId xmlns:a16="http://schemas.microsoft.com/office/drawing/2014/main" id="{5FB1E652-3E81-6141-8EB5-7FE8AB3175A4}"/>
              </a:ext>
            </a:extLst>
          </p:cNvPr>
          <p:cNvSpPr>
            <a:spLocks noChangeArrowheads="1"/>
          </p:cNvSpPr>
          <p:nvPr/>
        </p:nvSpPr>
        <p:spPr bwMode="auto">
          <a:xfrm>
            <a:off x="19685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08551" name="AutoShape 8">
            <a:extLst>
              <a:ext uri="{FF2B5EF4-FFF2-40B4-BE49-F238E27FC236}">
                <a16:creationId xmlns:a16="http://schemas.microsoft.com/office/drawing/2014/main" id="{DA7D718A-A147-E24A-93C5-9BFE996C2688}"/>
              </a:ext>
            </a:extLst>
          </p:cNvPr>
          <p:cNvSpPr>
            <a:spLocks noChangeArrowheads="1"/>
          </p:cNvSpPr>
          <p:nvPr/>
        </p:nvSpPr>
        <p:spPr bwMode="auto">
          <a:xfrm>
            <a:off x="1651000" y="889000"/>
            <a:ext cx="254000" cy="254000"/>
          </a:xfrm>
          <a:prstGeom prst="cube">
            <a:avLst>
              <a:gd name="adj" fmla="val 250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pic>
        <p:nvPicPr>
          <p:cNvPr id="108552" name="Picture 11" descr="PADS Particle Images.jpg">
            <a:extLst>
              <a:ext uri="{FF2B5EF4-FFF2-40B4-BE49-F238E27FC236}">
                <a16:creationId xmlns:a16="http://schemas.microsoft.com/office/drawing/2014/main" id="{D77AF755-05E0-A243-B634-D7BBCAED0E3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45417" y="9261"/>
            <a:ext cx="4836583" cy="3292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553" name="Group 15">
            <a:extLst>
              <a:ext uri="{FF2B5EF4-FFF2-40B4-BE49-F238E27FC236}">
                <a16:creationId xmlns:a16="http://schemas.microsoft.com/office/drawing/2014/main" id="{A0340E77-68A8-9C45-BA03-F0FFE4B4E177}"/>
              </a:ext>
            </a:extLst>
          </p:cNvPr>
          <p:cNvGrpSpPr>
            <a:grpSpLocks/>
          </p:cNvGrpSpPr>
          <p:nvPr/>
        </p:nvGrpSpPr>
        <p:grpSpPr bwMode="auto">
          <a:xfrm>
            <a:off x="1079500" y="889000"/>
            <a:ext cx="6985000" cy="2984500"/>
            <a:chOff x="240" y="1248"/>
            <a:chExt cx="5280" cy="2256"/>
          </a:xfrm>
        </p:grpSpPr>
        <p:sp>
          <p:nvSpPr>
            <p:cNvPr id="108554" name="AutoShape 10">
              <a:extLst>
                <a:ext uri="{FF2B5EF4-FFF2-40B4-BE49-F238E27FC236}">
                  <a16:creationId xmlns:a16="http://schemas.microsoft.com/office/drawing/2014/main" id="{FFAA0F49-9088-054C-91C7-011A37DDC00B}"/>
                </a:ext>
              </a:extLst>
            </p:cNvPr>
            <p:cNvSpPr>
              <a:spLocks noChangeArrowheads="1"/>
            </p:cNvSpPr>
            <p:nvPr/>
          </p:nvSpPr>
          <p:spPr bwMode="auto">
            <a:xfrm>
              <a:off x="240" y="1248"/>
              <a:ext cx="5280" cy="2256"/>
            </a:xfrm>
            <a:prstGeom prst="irregularSeal2">
              <a:avLst/>
            </a:prstGeom>
            <a:solidFill>
              <a:srgbClr val="EB66FF"/>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a:r>
                <a:rPr lang="en-US" altLang="en-US" sz="2000">
                  <a:solidFill>
                    <a:srgbClr val="FFFFFF"/>
                  </a:solidFill>
                </a:rPr>
                <a:t>    </a:t>
              </a:r>
            </a:p>
            <a:p>
              <a:pPr algn="ctr" defTabSz="761970"/>
              <a:endParaRPr lang="en-US" altLang="en-US" sz="2000">
                <a:solidFill>
                  <a:srgbClr val="FFFFFF"/>
                </a:solidFill>
              </a:endParaRPr>
            </a:p>
            <a:p>
              <a:pPr algn="ctr" defTabSz="761970"/>
              <a:endParaRPr lang="en-US" altLang="en-US" sz="2000">
                <a:solidFill>
                  <a:srgbClr val="FFFFFF"/>
                </a:solidFill>
              </a:endParaRPr>
            </a:p>
            <a:p>
              <a:pPr algn="ctr" defTabSz="761970"/>
              <a:endParaRPr lang="en-US" altLang="en-US" sz="2000">
                <a:solidFill>
                  <a:srgbClr val="FFFFFF"/>
                </a:solidFill>
              </a:endParaRPr>
            </a:p>
          </p:txBody>
        </p:sp>
        <p:sp>
          <p:nvSpPr>
            <p:cNvPr id="108555" name="Text Box 13">
              <a:extLst>
                <a:ext uri="{FF2B5EF4-FFF2-40B4-BE49-F238E27FC236}">
                  <a16:creationId xmlns:a16="http://schemas.microsoft.com/office/drawing/2014/main" id="{DEFDCFF5-49B1-434A-81E2-89187200B117}"/>
                </a:ext>
              </a:extLst>
            </p:cNvPr>
            <p:cNvSpPr txBox="1">
              <a:spLocks noChangeArrowheads="1"/>
            </p:cNvSpPr>
            <p:nvPr/>
          </p:nvSpPr>
          <p:spPr bwMode="auto">
            <a:xfrm rot="20805114">
              <a:off x="1134" y="2064"/>
              <a:ext cx="3020"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We do not have the observations </a:t>
              </a:r>
            </a:p>
            <a:p>
              <a:pPr defTabSz="761970"/>
              <a:r>
                <a:rPr lang="en-US" altLang="en-US" sz="2000">
                  <a:solidFill>
                    <a:srgbClr val="000000"/>
                  </a:solidFill>
                </a:rPr>
                <a:t>to know what’s going on inside </a:t>
              </a:r>
            </a:p>
            <a:p>
              <a:pPr defTabSz="761970"/>
              <a:r>
                <a:rPr lang="en-US" altLang="en-US" sz="2000">
                  <a:solidFill>
                    <a:srgbClr val="000000"/>
                  </a:solidFill>
                </a:rPr>
                <a:t>the cloud within each box!</a:t>
              </a:r>
            </a:p>
          </p:txBody>
        </p:sp>
      </p:grpSp>
    </p:spTree>
    <p:extLst>
      <p:ext uri="{BB962C8B-B14F-4D97-AF65-F5344CB8AC3E}">
        <p14:creationId xmlns:p14="http://schemas.microsoft.com/office/powerpoint/2010/main" val="3868982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F9D429FA-D793-254A-A943-8D845C399EE8}"/>
              </a:ext>
            </a:extLst>
          </p:cNvPr>
          <p:cNvSpPr>
            <a:spLocks noGrp="1" noChangeArrowheads="1"/>
          </p:cNvSpPr>
          <p:nvPr>
            <p:ph type="title" idx="4294967295"/>
          </p:nvPr>
        </p:nvSpPr>
        <p:spPr>
          <a:xfrm>
            <a:off x="1333500" y="825500"/>
            <a:ext cx="6477000" cy="2095500"/>
          </a:xfrm>
        </p:spPr>
        <p:txBody>
          <a:bodyPr/>
          <a:lstStyle/>
          <a:p>
            <a:pPr eaLnBrk="1" hangingPunct="1"/>
            <a:r>
              <a:rPr lang="en-US" altLang="en-US">
                <a:solidFill>
                  <a:srgbClr val="FFFF00"/>
                </a:solidFill>
                <a:ea typeface="ＭＳ Ｐゴシック" panose="020B0600070205080204" pitchFamily="34" charset="-128"/>
              </a:rPr>
              <a:t>Reason #2: Imperfect Computer Model</a:t>
            </a:r>
            <a:endParaRPr lang="en-US" altLang="en-US">
              <a:ea typeface="ＭＳ Ｐゴシック" panose="020B0600070205080204" pitchFamily="34" charset="-128"/>
            </a:endParaRPr>
          </a:p>
        </p:txBody>
      </p:sp>
      <p:sp>
        <p:nvSpPr>
          <p:cNvPr id="110594" name="Rectangle 3">
            <a:extLst>
              <a:ext uri="{FF2B5EF4-FFF2-40B4-BE49-F238E27FC236}">
                <a16:creationId xmlns:a16="http://schemas.microsoft.com/office/drawing/2014/main" id="{D0505C3C-8873-FF42-963F-013868F351BF}"/>
              </a:ext>
            </a:extLst>
          </p:cNvPr>
          <p:cNvSpPr>
            <a:spLocks noGrp="1" noChangeArrowheads="1"/>
          </p:cNvSpPr>
          <p:nvPr>
            <p:ph type="body" idx="4294967295"/>
          </p:nvPr>
        </p:nvSpPr>
        <p:spPr>
          <a:xfrm>
            <a:off x="1587500" y="3365500"/>
            <a:ext cx="6223000" cy="1778000"/>
          </a:xfrm>
          <a:noFill/>
        </p:spPr>
        <p:txBody>
          <a:bodyPr/>
          <a:lstStyle/>
          <a:p>
            <a:pPr eaLnBrk="1" hangingPunct="1">
              <a:lnSpc>
                <a:spcPct val="90000"/>
              </a:lnSpc>
              <a:buFontTx/>
              <a:buNone/>
            </a:pPr>
            <a:r>
              <a:rPr lang="en-US" altLang="en-US" sz="2000">
                <a:ea typeface="ＭＳ Ｐゴシック" panose="020B0600070205080204" pitchFamily="34" charset="-128"/>
              </a:rPr>
              <a:t>Need faster, more powerful computers for more grid points</a:t>
            </a:r>
          </a:p>
        </p:txBody>
      </p:sp>
    </p:spTree>
    <p:extLst>
      <p:ext uri="{BB962C8B-B14F-4D97-AF65-F5344CB8AC3E}">
        <p14:creationId xmlns:p14="http://schemas.microsoft.com/office/powerpoint/2010/main" val="27650973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0729DD8E-8A26-7144-92C8-CA4D0EFACDD6}"/>
              </a:ext>
            </a:extLst>
          </p:cNvPr>
          <p:cNvSpPr>
            <a:spLocks noGrp="1" noChangeArrowheads="1"/>
          </p:cNvSpPr>
          <p:nvPr>
            <p:ph type="title"/>
          </p:nvPr>
        </p:nvSpPr>
        <p:spPr>
          <a:xfrm>
            <a:off x="1333500" y="825500"/>
            <a:ext cx="6477000" cy="2095500"/>
          </a:xfrm>
        </p:spPr>
        <p:txBody>
          <a:bodyPr/>
          <a:lstStyle/>
          <a:p>
            <a:pPr eaLnBrk="1" hangingPunct="1"/>
            <a:r>
              <a:rPr lang="en-US" altLang="en-US">
                <a:solidFill>
                  <a:srgbClr val="FFFF00"/>
                </a:solidFill>
                <a:ea typeface="ＭＳ Ｐゴシック" panose="020B0600070205080204" pitchFamily="34" charset="-128"/>
              </a:rPr>
              <a:t>Reason #2: Imperfect Computer Model</a:t>
            </a:r>
            <a:endParaRPr lang="en-US" altLang="en-US">
              <a:ea typeface="ＭＳ Ｐゴシック" panose="020B0600070205080204" pitchFamily="34" charset="-128"/>
            </a:endParaRPr>
          </a:p>
        </p:txBody>
      </p:sp>
      <p:sp>
        <p:nvSpPr>
          <p:cNvPr id="112642" name="Rectangle 3">
            <a:extLst>
              <a:ext uri="{FF2B5EF4-FFF2-40B4-BE49-F238E27FC236}">
                <a16:creationId xmlns:a16="http://schemas.microsoft.com/office/drawing/2014/main" id="{B6DAAB80-CFE6-EF46-9BF0-5AB8EF8CDEDE}"/>
              </a:ext>
            </a:extLst>
          </p:cNvPr>
          <p:cNvSpPr>
            <a:spLocks noGrp="1" noChangeArrowheads="1"/>
          </p:cNvSpPr>
          <p:nvPr>
            <p:ph type="body" idx="1"/>
          </p:nvPr>
        </p:nvSpPr>
        <p:spPr>
          <a:xfrm>
            <a:off x="1587500" y="3365500"/>
            <a:ext cx="6223000" cy="1778000"/>
          </a:xfrm>
          <a:noFill/>
        </p:spPr>
        <p:txBody>
          <a:bodyPr/>
          <a:lstStyle/>
          <a:p>
            <a:pPr eaLnBrk="1" hangingPunct="1">
              <a:lnSpc>
                <a:spcPct val="90000"/>
              </a:lnSpc>
              <a:buFontTx/>
              <a:buNone/>
            </a:pPr>
            <a:r>
              <a:rPr lang="en-US" altLang="en-US" sz="2000">
                <a:ea typeface="ＭＳ Ｐゴシック" panose="020B0600070205080204" pitchFamily="34" charset="-128"/>
              </a:rPr>
              <a:t>Need faster, more powerful computers for more grid points</a:t>
            </a:r>
          </a:p>
          <a:p>
            <a:pPr eaLnBrk="1" hangingPunct="1">
              <a:lnSpc>
                <a:spcPct val="90000"/>
              </a:lnSpc>
              <a:buFontTx/>
              <a:buNone/>
            </a:pPr>
            <a:r>
              <a:rPr lang="en-US" altLang="en-US" sz="2000">
                <a:ea typeface="ＭＳ Ｐゴシック" panose="020B0600070205080204" pitchFamily="34" charset="-128"/>
              </a:rPr>
              <a:t>Need better understanding of physical processes </a:t>
            </a:r>
          </a:p>
          <a:p>
            <a:pPr eaLnBrk="1" hangingPunct="1">
              <a:lnSpc>
                <a:spcPct val="90000"/>
              </a:lnSpc>
              <a:buFontTx/>
              <a:buNone/>
            </a:pPr>
            <a:r>
              <a:rPr lang="en-US" altLang="en-US" sz="2000">
                <a:ea typeface="ＭＳ Ｐゴシック" panose="020B0600070205080204" pitchFamily="34" charset="-128"/>
              </a:rPr>
              <a:t>	</a:t>
            </a:r>
          </a:p>
          <a:p>
            <a:pPr eaLnBrk="1" hangingPunct="1">
              <a:lnSpc>
                <a:spcPct val="90000"/>
              </a:lnSpc>
              <a:buFontTx/>
              <a:buNone/>
            </a:pPr>
            <a:endParaRPr lang="en-US" altLang="en-US" sz="2000">
              <a:ea typeface="ＭＳ Ｐゴシック" panose="020B0600070205080204" pitchFamily="34" charset="-128"/>
            </a:endParaRPr>
          </a:p>
        </p:txBody>
      </p:sp>
    </p:spTree>
    <p:extLst>
      <p:ext uri="{BB962C8B-B14F-4D97-AF65-F5344CB8AC3E}">
        <p14:creationId xmlns:p14="http://schemas.microsoft.com/office/powerpoint/2010/main" val="5479398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89" name="Picture 4" descr="physprcs">
            <a:extLst>
              <a:ext uri="{FF2B5EF4-FFF2-40B4-BE49-F238E27FC236}">
                <a16:creationId xmlns:a16="http://schemas.microsoft.com/office/drawing/2014/main" id="{6FB4AA34-E5FB-D94D-B2A3-6B7DA5456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125" y="508000"/>
            <a:ext cx="7658365" cy="52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38" name="Rectangle 2">
            <a:extLst>
              <a:ext uri="{FF2B5EF4-FFF2-40B4-BE49-F238E27FC236}">
                <a16:creationId xmlns:a16="http://schemas.microsoft.com/office/drawing/2014/main" id="{C5D26827-7EEB-AB42-A7F4-A20BE0B24B3D}"/>
              </a:ext>
            </a:extLst>
          </p:cNvPr>
          <p:cNvSpPr>
            <a:spLocks noGrp="1" noChangeArrowheads="1"/>
          </p:cNvSpPr>
          <p:nvPr>
            <p:ph type="title" idx="4294967295"/>
          </p:nvPr>
        </p:nvSpPr>
        <p:spPr>
          <a:xfrm>
            <a:off x="803011" y="127000"/>
            <a:ext cx="7642489" cy="317500"/>
          </a:xfrm>
        </p:spPr>
        <p:txBody>
          <a:bodyPr/>
          <a:lstStyle/>
          <a:p>
            <a:pPr algn="l" eaLnBrk="1" hangingPunct="1"/>
            <a:r>
              <a:rPr lang="en-US" altLang="en-US" sz="2833">
                <a:solidFill>
                  <a:srgbClr val="FFFF00"/>
                </a:solidFill>
                <a:effectLst>
                  <a:outerShdw blurRad="38100" dist="38100" dir="2700000" algn="tl">
                    <a:srgbClr val="000000"/>
                  </a:outerShdw>
                </a:effectLst>
                <a:ea typeface="ＭＳ Ｐゴシック" panose="020B0600070205080204" pitchFamily="34" charset="-128"/>
              </a:rPr>
              <a:t>Many processes in models are </a:t>
            </a:r>
            <a:r>
              <a:rPr lang="en-US" altLang="en-US" sz="2833" i="1">
                <a:solidFill>
                  <a:srgbClr val="FFFF00"/>
                </a:solidFill>
                <a:effectLst>
                  <a:outerShdw blurRad="38100" dist="38100" dir="2700000" algn="tl">
                    <a:srgbClr val="000000"/>
                  </a:outerShdw>
                </a:effectLst>
                <a:ea typeface="ＭＳ Ｐゴシック" panose="020B0600070205080204" pitchFamily="34" charset="-128"/>
              </a:rPr>
              <a:t>parameterized</a:t>
            </a:r>
            <a:r>
              <a:rPr lang="en-US" altLang="en-US" sz="2833">
                <a:solidFill>
                  <a:srgbClr val="FFFF00"/>
                </a:solidFill>
                <a:effectLst>
                  <a:outerShdw blurRad="38100" dist="38100" dir="2700000" algn="tl">
                    <a:srgbClr val="000000"/>
                  </a:outerShdw>
                </a:effectLst>
                <a:ea typeface="ＭＳ Ｐゴシック" panose="020B0600070205080204" pitchFamily="34" charset="-128"/>
              </a:rPr>
              <a:t>. </a:t>
            </a:r>
          </a:p>
        </p:txBody>
      </p:sp>
      <p:sp>
        <p:nvSpPr>
          <p:cNvPr id="113666" name="Rectangle 3">
            <a:extLst>
              <a:ext uri="{FF2B5EF4-FFF2-40B4-BE49-F238E27FC236}">
                <a16:creationId xmlns:a16="http://schemas.microsoft.com/office/drawing/2014/main" id="{2C0E4AB3-FC0F-A441-8AA2-4C197E170CE3}"/>
              </a:ext>
            </a:extLst>
          </p:cNvPr>
          <p:cNvSpPr>
            <a:spLocks noGrp="1" noChangeArrowheads="1"/>
          </p:cNvSpPr>
          <p:nvPr>
            <p:ph type="body" idx="4294967295"/>
          </p:nvPr>
        </p:nvSpPr>
        <p:spPr>
          <a:xfrm>
            <a:off x="1333500" y="4572000"/>
            <a:ext cx="6413500" cy="825500"/>
          </a:xfrm>
          <a:solidFill>
            <a:schemeClr val="accent4"/>
          </a:solidFill>
        </p:spPr>
        <p:txBody>
          <a:bodyPr/>
          <a:lstStyle/>
          <a:p>
            <a:pPr eaLnBrk="1" hangingPunct="1">
              <a:lnSpc>
                <a:spcPct val="90000"/>
              </a:lnSpc>
              <a:buFontTx/>
              <a:buNone/>
            </a:pPr>
            <a:r>
              <a:rPr lang="en-US" altLang="en-US" sz="1667">
                <a:solidFill>
                  <a:srgbClr val="FF0000"/>
                </a:solidFill>
                <a:ea typeface="ＭＳ Ｐゴシック" panose="020B0600070205080204" pitchFamily="34" charset="-128"/>
              </a:rPr>
              <a:t>Simplifies physical processes that we don’</a:t>
            </a:r>
            <a:r>
              <a:rPr lang="en-US" altLang="ja-JP" sz="1667">
                <a:solidFill>
                  <a:srgbClr val="FF0000"/>
                </a:solidFill>
                <a:ea typeface="ＭＳ Ｐゴシック" panose="020B0600070205080204" pitchFamily="34" charset="-128"/>
              </a:rPr>
              <a:t>t fully understand or don’t have measurements of</a:t>
            </a:r>
          </a:p>
          <a:p>
            <a:pPr eaLnBrk="1" hangingPunct="1">
              <a:lnSpc>
                <a:spcPct val="90000"/>
              </a:lnSpc>
              <a:buFontTx/>
              <a:buNone/>
            </a:pPr>
            <a:r>
              <a:rPr lang="en-US" altLang="en-US" sz="1667">
                <a:solidFill>
                  <a:srgbClr val="FF0000"/>
                </a:solidFill>
                <a:ea typeface="ＭＳ Ｐゴシック" panose="020B0600070205080204" pitchFamily="34" charset="-128"/>
              </a:rPr>
              <a:t>Calculates processes occurring on scales smaller than grid boxes</a:t>
            </a:r>
          </a:p>
        </p:txBody>
      </p:sp>
    </p:spTree>
    <p:extLst>
      <p:ext uri="{BB962C8B-B14F-4D97-AF65-F5344CB8AC3E}">
        <p14:creationId xmlns:p14="http://schemas.microsoft.com/office/powerpoint/2010/main" val="3801329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B3E3FB42-85E1-7140-A64D-A35C9DBA18B9}"/>
              </a:ext>
            </a:extLst>
          </p:cNvPr>
          <p:cNvSpPr>
            <a:spLocks noGrp="1" noChangeArrowheads="1"/>
          </p:cNvSpPr>
          <p:nvPr>
            <p:ph type="title" idx="4294967295"/>
          </p:nvPr>
        </p:nvSpPr>
        <p:spPr>
          <a:xfrm>
            <a:off x="1333500" y="825500"/>
            <a:ext cx="6477000" cy="2095500"/>
          </a:xfrm>
        </p:spPr>
        <p:txBody>
          <a:bodyPr/>
          <a:lstStyle/>
          <a:p>
            <a:pPr eaLnBrk="1" hangingPunct="1"/>
            <a:r>
              <a:rPr lang="en-US" altLang="en-US">
                <a:solidFill>
                  <a:srgbClr val="FFFF00"/>
                </a:solidFill>
                <a:ea typeface="ＭＳ Ｐゴシック" panose="020B0600070205080204" pitchFamily="34" charset="-128"/>
              </a:rPr>
              <a:t>Reason #3: Chaos</a:t>
            </a:r>
            <a:endParaRPr lang="en-US" altLang="en-US">
              <a:ea typeface="ＭＳ Ｐゴシック" panose="020B0600070205080204" pitchFamily="34" charset="-128"/>
            </a:endParaRPr>
          </a:p>
        </p:txBody>
      </p:sp>
      <p:sp>
        <p:nvSpPr>
          <p:cNvPr id="116738" name="Rectangle 3">
            <a:extLst>
              <a:ext uri="{FF2B5EF4-FFF2-40B4-BE49-F238E27FC236}">
                <a16:creationId xmlns:a16="http://schemas.microsoft.com/office/drawing/2014/main" id="{735C454E-59D7-C143-8E48-B7B274035D7E}"/>
              </a:ext>
            </a:extLst>
          </p:cNvPr>
          <p:cNvSpPr>
            <a:spLocks noGrp="1" noChangeArrowheads="1"/>
          </p:cNvSpPr>
          <p:nvPr>
            <p:ph type="body" idx="4294967295"/>
          </p:nvPr>
        </p:nvSpPr>
        <p:spPr>
          <a:xfrm>
            <a:off x="1587500" y="3365500"/>
            <a:ext cx="6223000" cy="1778000"/>
          </a:xfrm>
          <a:noFill/>
        </p:spPr>
        <p:txBody>
          <a:bodyPr/>
          <a:lstStyle/>
          <a:p>
            <a:pPr eaLnBrk="1" hangingPunct="1">
              <a:buFontTx/>
              <a:buNone/>
            </a:pPr>
            <a:r>
              <a:rPr lang="ja-JP" altLang="en-US" sz="2333">
                <a:ea typeface="ＭＳ Ｐゴシック" panose="020B0600070205080204" pitchFamily="34" charset="-128"/>
              </a:rPr>
              <a:t>“</a:t>
            </a:r>
            <a:r>
              <a:rPr lang="en-US" altLang="ja-JP" sz="2333">
                <a:ea typeface="ＭＳ Ｐゴシック" panose="020B0600070205080204" pitchFamily="34" charset="-128"/>
              </a:rPr>
              <a:t>Butterfly effect</a:t>
            </a:r>
            <a:r>
              <a:rPr lang="ja-JP" altLang="en-US" sz="2333">
                <a:ea typeface="ＭＳ Ｐゴシック" panose="020B0600070205080204" pitchFamily="34" charset="-128"/>
              </a:rPr>
              <a:t>”</a:t>
            </a:r>
            <a:endParaRPr lang="en-US" altLang="ja-JP" sz="2333">
              <a:ea typeface="ＭＳ Ｐゴシック" panose="020B0600070205080204" pitchFamily="34" charset="-128"/>
            </a:endParaRPr>
          </a:p>
          <a:p>
            <a:pPr eaLnBrk="1" hangingPunct="1">
              <a:buFontTx/>
              <a:buNone/>
            </a:pPr>
            <a:r>
              <a:rPr lang="en-US" altLang="en-US" sz="2333">
                <a:ea typeface="ＭＳ Ｐゴシック" panose="020B0600070205080204" pitchFamily="34" charset="-128"/>
              </a:rPr>
              <a:t>Sensitive dependence to initial conditions</a:t>
            </a:r>
          </a:p>
          <a:p>
            <a:pPr eaLnBrk="1" hangingPunct="1">
              <a:buFontTx/>
              <a:buNone/>
            </a:pPr>
            <a:endParaRPr lang="en-US" altLang="en-US" sz="2333">
              <a:ea typeface="ＭＳ Ｐゴシック" panose="020B0600070205080204" pitchFamily="34" charset="-128"/>
            </a:endParaRPr>
          </a:p>
        </p:txBody>
      </p:sp>
    </p:spTree>
    <p:extLst>
      <p:ext uri="{BB962C8B-B14F-4D97-AF65-F5344CB8AC3E}">
        <p14:creationId xmlns:p14="http://schemas.microsoft.com/office/powerpoint/2010/main" val="1798676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5" descr="Lorenz">
            <a:extLst>
              <a:ext uri="{FF2B5EF4-FFF2-40B4-BE49-F238E27FC236}">
                <a16:creationId xmlns:a16="http://schemas.microsoft.com/office/drawing/2014/main" id="{9A6AF420-F893-A340-983E-4930BE41F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600" name="Rectangle 16">
            <a:extLst>
              <a:ext uri="{FF2B5EF4-FFF2-40B4-BE49-F238E27FC236}">
                <a16:creationId xmlns:a16="http://schemas.microsoft.com/office/drawing/2014/main" id="{08571E43-D29A-B34B-9D1C-99E094BB7D82}"/>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effectLst>
                  <a:outerShdw blurRad="38100" dist="38100" dir="2700000" algn="tl">
                    <a:srgbClr val="000000"/>
                  </a:outerShdw>
                </a:effectLst>
              </a:rPr>
              <a:t>Prof. Ed Lorenz</a:t>
            </a:r>
          </a:p>
        </p:txBody>
      </p:sp>
      <p:pic>
        <p:nvPicPr>
          <p:cNvPr id="118787" name="Picture 17" descr="lorenz_25668t">
            <a:extLst>
              <a:ext uri="{FF2B5EF4-FFF2-40B4-BE49-F238E27FC236}">
                <a16:creationId xmlns:a16="http://schemas.microsoft.com/office/drawing/2014/main" id="{478D0860-FDC2-2047-AFDE-93ACB7D01D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8" name="Picture 22" descr="Heemink">
            <a:extLst>
              <a:ext uri="{FF2B5EF4-FFF2-40B4-BE49-F238E27FC236}">
                <a16:creationId xmlns:a16="http://schemas.microsoft.com/office/drawing/2014/main" id="{C49F4F2C-876A-5248-8A32-3971318AFF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990"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9" name="Rectangle 23">
            <a:extLst>
              <a:ext uri="{FF2B5EF4-FFF2-40B4-BE49-F238E27FC236}">
                <a16:creationId xmlns:a16="http://schemas.microsoft.com/office/drawing/2014/main" id="{DF93F8F2-DEAD-804F-AB89-267BB7E52FE1}"/>
              </a:ext>
            </a:extLst>
          </p:cNvPr>
          <p:cNvSpPr>
            <a:spLocks noChangeArrowheads="1"/>
          </p:cNvSpPr>
          <p:nvPr/>
        </p:nvSpPr>
        <p:spPr bwMode="auto">
          <a:xfrm>
            <a:off x="5207000" y="1524000"/>
            <a:ext cx="3175000" cy="2222500"/>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18790" name="Text Box 24">
            <a:extLst>
              <a:ext uri="{FF2B5EF4-FFF2-40B4-BE49-F238E27FC236}">
                <a16:creationId xmlns:a16="http://schemas.microsoft.com/office/drawing/2014/main" id="{272621B7-125C-3E45-9996-AA504EC94555}"/>
              </a:ext>
            </a:extLst>
          </p:cNvPr>
          <p:cNvSpPr txBox="1">
            <a:spLocks noChangeArrowheads="1"/>
          </p:cNvSpPr>
          <p:nvPr/>
        </p:nvSpPr>
        <p:spPr bwMode="auto">
          <a:xfrm>
            <a:off x="3873500" y="3219979"/>
            <a:ext cx="1083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time </a:t>
            </a:r>
            <a:r>
              <a:rPr lang="en-US" altLang="en-US" sz="2000">
                <a:solidFill>
                  <a:srgbClr val="FFFFFF"/>
                </a:solidFill>
                <a:latin typeface="Wingdings" pitchFamily="2" charset="2"/>
              </a:rPr>
              <a:t></a:t>
            </a:r>
            <a:r>
              <a:rPr lang="en-US" altLang="en-US" sz="2000">
                <a:solidFill>
                  <a:srgbClr val="FFFFFF"/>
                </a:solidFill>
              </a:rPr>
              <a:t> </a:t>
            </a:r>
          </a:p>
        </p:txBody>
      </p:sp>
      <p:sp>
        <p:nvSpPr>
          <p:cNvPr id="118791" name="Rectangle 25">
            <a:extLst>
              <a:ext uri="{FF2B5EF4-FFF2-40B4-BE49-F238E27FC236}">
                <a16:creationId xmlns:a16="http://schemas.microsoft.com/office/drawing/2014/main" id="{2A689D66-E002-8246-AC50-74C4F4D71E65}"/>
              </a:ext>
            </a:extLst>
          </p:cNvPr>
          <p:cNvSpPr>
            <a:spLocks noChangeArrowheads="1"/>
          </p:cNvSpPr>
          <p:nvPr/>
        </p:nvSpPr>
        <p:spPr bwMode="auto">
          <a:xfrm>
            <a:off x="5729553" y="5345907"/>
            <a:ext cx="26429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1500" i="1">
                <a:solidFill>
                  <a:srgbClr val="FFFFFF"/>
                </a:solidFill>
              </a:rPr>
              <a:t>(Verlaan and Heemink 2001)</a:t>
            </a:r>
          </a:p>
        </p:txBody>
      </p:sp>
    </p:spTree>
    <p:extLst>
      <p:ext uri="{BB962C8B-B14F-4D97-AF65-F5344CB8AC3E}">
        <p14:creationId xmlns:p14="http://schemas.microsoft.com/office/powerpoint/2010/main" val="32925653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3" name="Picture 2" descr="Lorenz">
            <a:extLst>
              <a:ext uri="{FF2B5EF4-FFF2-40B4-BE49-F238E27FC236}">
                <a16:creationId xmlns:a16="http://schemas.microsoft.com/office/drawing/2014/main" id="{677C6B84-3889-0F45-B5F0-1A53E3001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7" name="Rectangle 3">
            <a:extLst>
              <a:ext uri="{FF2B5EF4-FFF2-40B4-BE49-F238E27FC236}">
                <a16:creationId xmlns:a16="http://schemas.microsoft.com/office/drawing/2014/main" id="{2C4EE107-DAA5-D74B-AAD6-31AF38794E67}"/>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effectLst>
                  <a:outerShdw blurRad="38100" dist="38100" dir="2700000" algn="tl">
                    <a:srgbClr val="000000"/>
                  </a:outerShdw>
                </a:effectLst>
              </a:rPr>
              <a:t>Prof. Ed Lorenz</a:t>
            </a:r>
          </a:p>
        </p:txBody>
      </p:sp>
      <p:pic>
        <p:nvPicPr>
          <p:cNvPr id="120835" name="Picture 4" descr="lorenz_25668t">
            <a:extLst>
              <a:ext uri="{FF2B5EF4-FFF2-40B4-BE49-F238E27FC236}">
                <a16:creationId xmlns:a16="http://schemas.microsoft.com/office/drawing/2014/main" id="{6F81756B-9D5A-4E41-965B-736A1A8B2B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6" name="Picture 5" descr="Heemink">
            <a:extLst>
              <a:ext uri="{FF2B5EF4-FFF2-40B4-BE49-F238E27FC236}">
                <a16:creationId xmlns:a16="http://schemas.microsoft.com/office/drawing/2014/main" id="{F91E29CF-4B11-5846-A25B-7F97543136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990"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7" name="Rectangle 6">
            <a:extLst>
              <a:ext uri="{FF2B5EF4-FFF2-40B4-BE49-F238E27FC236}">
                <a16:creationId xmlns:a16="http://schemas.microsoft.com/office/drawing/2014/main" id="{C41B9FE1-3BB1-6B40-B526-68E4DC27B038}"/>
              </a:ext>
            </a:extLst>
          </p:cNvPr>
          <p:cNvSpPr>
            <a:spLocks noChangeArrowheads="1"/>
          </p:cNvSpPr>
          <p:nvPr/>
        </p:nvSpPr>
        <p:spPr bwMode="auto">
          <a:xfrm>
            <a:off x="5207000" y="1524000"/>
            <a:ext cx="3175000" cy="2222500"/>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pic>
        <p:nvPicPr>
          <p:cNvPr id="241671" name="Picture 7" descr="Heemink">
            <a:extLst>
              <a:ext uri="{FF2B5EF4-FFF2-40B4-BE49-F238E27FC236}">
                <a16:creationId xmlns:a16="http://schemas.microsoft.com/office/drawing/2014/main" id="{6DE0EC3B-7DAA-E642-B797-3C107C910E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0636"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72" name="Text Box 8">
            <a:extLst>
              <a:ext uri="{FF2B5EF4-FFF2-40B4-BE49-F238E27FC236}">
                <a16:creationId xmlns:a16="http://schemas.microsoft.com/office/drawing/2014/main" id="{69AAD5C5-44D1-564D-A521-C3FAF0C93692}"/>
              </a:ext>
            </a:extLst>
          </p:cNvPr>
          <p:cNvSpPr txBox="1">
            <a:spLocks noChangeArrowheads="1"/>
          </p:cNvSpPr>
          <p:nvPr/>
        </p:nvSpPr>
        <p:spPr bwMode="auto">
          <a:xfrm>
            <a:off x="3873500" y="3175000"/>
            <a:ext cx="1083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time </a:t>
            </a:r>
            <a:r>
              <a:rPr lang="en-US" altLang="en-US" sz="2000">
                <a:solidFill>
                  <a:srgbClr val="FFFFFF"/>
                </a:solidFill>
                <a:latin typeface="Wingdings" pitchFamily="2" charset="2"/>
              </a:rPr>
              <a:t></a:t>
            </a:r>
            <a:r>
              <a:rPr lang="en-US" altLang="en-US" sz="2000">
                <a:solidFill>
                  <a:srgbClr val="FFFFFF"/>
                </a:solidFill>
              </a:rPr>
              <a:t> </a:t>
            </a:r>
          </a:p>
        </p:txBody>
      </p:sp>
      <p:sp>
        <p:nvSpPr>
          <p:cNvPr id="120840" name="Rectangle 9">
            <a:extLst>
              <a:ext uri="{FF2B5EF4-FFF2-40B4-BE49-F238E27FC236}">
                <a16:creationId xmlns:a16="http://schemas.microsoft.com/office/drawing/2014/main" id="{96207960-D973-6840-BF39-D84BE9432A26}"/>
              </a:ext>
            </a:extLst>
          </p:cNvPr>
          <p:cNvSpPr>
            <a:spLocks noChangeArrowheads="1"/>
          </p:cNvSpPr>
          <p:nvPr/>
        </p:nvSpPr>
        <p:spPr bwMode="auto">
          <a:xfrm>
            <a:off x="5729553" y="5345907"/>
            <a:ext cx="26429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1500" i="1">
                <a:solidFill>
                  <a:srgbClr val="FFFFFF"/>
                </a:solidFill>
              </a:rPr>
              <a:t>(Verlaan and Heemink 2001)</a:t>
            </a:r>
          </a:p>
        </p:txBody>
      </p:sp>
    </p:spTree>
    <p:extLst>
      <p:ext uri="{BB962C8B-B14F-4D97-AF65-F5344CB8AC3E}">
        <p14:creationId xmlns:p14="http://schemas.microsoft.com/office/powerpoint/2010/main" val="3491404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41671"/>
                                        </p:tgtEl>
                                        <p:attrNameLst>
                                          <p:attrName>style.visibility</p:attrName>
                                        </p:attrNameLst>
                                      </p:cBhvr>
                                      <p:to>
                                        <p:strVal val="visible"/>
                                      </p:to>
                                    </p:set>
                                    <p:animEffect transition="in" filter="wipe(left)">
                                      <p:cBhvr>
                                        <p:cTn id="7" dur="1000"/>
                                        <p:tgtEl>
                                          <p:spTgt spid="241671"/>
                                        </p:tgtEl>
                                      </p:cBhvr>
                                    </p:animEffect>
                                  </p:childTnLst>
                                </p:cTn>
                              </p:par>
                              <p:par>
                                <p:cTn id="8" presetID="28" presetClass="emph" presetSubtype="0" fill="hold" grpId="0" nodeType="withEffect">
                                  <p:stCondLst>
                                    <p:cond delay="0"/>
                                  </p:stCondLst>
                                  <p:iterate type="lt">
                                    <p:tmPct val="10000"/>
                                  </p:iterate>
                                  <p:childTnLst>
                                    <p:animClr clrSpc="rgb" dir="cw">
                                      <p:cBhvr override="childStyle">
                                        <p:cTn id="9" dur="500" fill="hold"/>
                                        <p:tgtEl>
                                          <p:spTgt spid="241672"/>
                                        </p:tgtEl>
                                        <p:attrNameLst>
                                          <p:attrName>style.color</p:attrName>
                                        </p:attrNameLst>
                                      </p:cBhvr>
                                      <p:to>
                                        <a:schemeClr val="tx1"/>
                                      </p:to>
                                    </p:animClr>
                                    <p:animClr clrSpc="rgb" dir="cw">
                                      <p:cBhvr>
                                        <p:cTn id="10" dur="500" fill="hold"/>
                                        <p:tgtEl>
                                          <p:spTgt spid="241672"/>
                                        </p:tgtEl>
                                        <p:attrNameLst>
                                          <p:attrName>fillcolor</p:attrName>
                                        </p:attrNameLst>
                                      </p:cBhvr>
                                      <p:to>
                                        <a:schemeClr val="tx1"/>
                                      </p:to>
                                    </p:animClr>
                                    <p:set>
                                      <p:cBhvr>
                                        <p:cTn id="11" dur="500" fill="hold"/>
                                        <p:tgtEl>
                                          <p:spTgt spid="241672"/>
                                        </p:tgtEl>
                                        <p:attrNameLst>
                                          <p:attrName>fill.type</p:attrName>
                                        </p:attrNameLst>
                                      </p:cBhvr>
                                      <p:to>
                                        <p:strVal val="solid"/>
                                      </p:to>
                                    </p:set>
                                    <p:anim to="1.5" calcmode="lin" valueType="num">
                                      <p:cBhvr override="childStyle">
                                        <p:cTn id="12" dur="500" fill="hold"/>
                                        <p:tgtEl>
                                          <p:spTgt spid="241672"/>
                                        </p:tgtEl>
                                        <p:attrNameLst>
                                          <p:attrName>style.fontSize</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1" name="Picture 2" descr="Lorenz">
            <a:extLst>
              <a:ext uri="{FF2B5EF4-FFF2-40B4-BE49-F238E27FC236}">
                <a16:creationId xmlns:a16="http://schemas.microsoft.com/office/drawing/2014/main" id="{C93DA6C7-D51C-CE4B-B996-496BB7F6D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63" name="Rectangle 3">
            <a:extLst>
              <a:ext uri="{FF2B5EF4-FFF2-40B4-BE49-F238E27FC236}">
                <a16:creationId xmlns:a16="http://schemas.microsoft.com/office/drawing/2014/main" id="{AD1E98F1-74DC-9044-997F-1E4E6B3A09D3}"/>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effectLst>
                  <a:outerShdw blurRad="38100" dist="38100" dir="2700000" algn="tl">
                    <a:srgbClr val="000000"/>
                  </a:outerShdw>
                </a:effectLst>
              </a:rPr>
              <a:t>Prof. Ed Lorenz</a:t>
            </a:r>
          </a:p>
        </p:txBody>
      </p:sp>
      <p:pic>
        <p:nvPicPr>
          <p:cNvPr id="122883" name="Picture 4" descr="lorenz_25668t">
            <a:extLst>
              <a:ext uri="{FF2B5EF4-FFF2-40B4-BE49-F238E27FC236}">
                <a16:creationId xmlns:a16="http://schemas.microsoft.com/office/drawing/2014/main" id="{D8B6BC32-D6B6-3A40-A497-C617B96ED8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4" name="Picture 5" descr="Heemink">
            <a:extLst>
              <a:ext uri="{FF2B5EF4-FFF2-40B4-BE49-F238E27FC236}">
                <a16:creationId xmlns:a16="http://schemas.microsoft.com/office/drawing/2014/main" id="{EF08A036-3402-1642-A369-5E8D8BE052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990"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5" name="Rectangle 6">
            <a:extLst>
              <a:ext uri="{FF2B5EF4-FFF2-40B4-BE49-F238E27FC236}">
                <a16:creationId xmlns:a16="http://schemas.microsoft.com/office/drawing/2014/main" id="{2D01E62B-37BC-B54A-B664-200B17771DD7}"/>
              </a:ext>
            </a:extLst>
          </p:cNvPr>
          <p:cNvSpPr>
            <a:spLocks noChangeArrowheads="1"/>
          </p:cNvSpPr>
          <p:nvPr/>
        </p:nvSpPr>
        <p:spPr bwMode="auto">
          <a:xfrm>
            <a:off x="5207000" y="1524000"/>
            <a:ext cx="3175000" cy="2222500"/>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pic>
        <p:nvPicPr>
          <p:cNvPr id="122886" name="Picture 7" descr="Heemink">
            <a:extLst>
              <a:ext uri="{FF2B5EF4-FFF2-40B4-BE49-F238E27FC236}">
                <a16:creationId xmlns:a16="http://schemas.microsoft.com/office/drawing/2014/main" id="{5A918D7A-5115-7D45-977A-42E371376E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0636"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7" name="Text Box 8">
            <a:extLst>
              <a:ext uri="{FF2B5EF4-FFF2-40B4-BE49-F238E27FC236}">
                <a16:creationId xmlns:a16="http://schemas.microsoft.com/office/drawing/2014/main" id="{4007410B-D364-964A-A077-81485197F192}"/>
              </a:ext>
            </a:extLst>
          </p:cNvPr>
          <p:cNvSpPr txBox="1">
            <a:spLocks noChangeArrowheads="1"/>
          </p:cNvSpPr>
          <p:nvPr/>
        </p:nvSpPr>
        <p:spPr bwMode="auto">
          <a:xfrm>
            <a:off x="3873500" y="3175000"/>
            <a:ext cx="1083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time </a:t>
            </a:r>
            <a:r>
              <a:rPr lang="en-US" altLang="en-US" sz="2000">
                <a:solidFill>
                  <a:srgbClr val="FFFFFF"/>
                </a:solidFill>
                <a:latin typeface="Wingdings" pitchFamily="2" charset="2"/>
              </a:rPr>
              <a:t></a:t>
            </a:r>
            <a:r>
              <a:rPr lang="en-US" altLang="en-US" sz="2000">
                <a:solidFill>
                  <a:srgbClr val="FFFFFF"/>
                </a:solidFill>
              </a:rPr>
              <a:t> </a:t>
            </a:r>
          </a:p>
        </p:txBody>
      </p:sp>
      <p:sp>
        <p:nvSpPr>
          <p:cNvPr id="122888" name="Rectangle 9">
            <a:extLst>
              <a:ext uri="{FF2B5EF4-FFF2-40B4-BE49-F238E27FC236}">
                <a16:creationId xmlns:a16="http://schemas.microsoft.com/office/drawing/2014/main" id="{8330893C-C03F-A940-899A-C68ADE6DAE1B}"/>
              </a:ext>
            </a:extLst>
          </p:cNvPr>
          <p:cNvSpPr>
            <a:spLocks noChangeArrowheads="1"/>
          </p:cNvSpPr>
          <p:nvPr/>
        </p:nvSpPr>
        <p:spPr bwMode="auto">
          <a:xfrm>
            <a:off x="5729553" y="5345907"/>
            <a:ext cx="26429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1500" i="1">
                <a:solidFill>
                  <a:srgbClr val="FFFFFF"/>
                </a:solidFill>
              </a:rPr>
              <a:t>(Verlaan and Heemink 2001)</a:t>
            </a:r>
          </a:p>
        </p:txBody>
      </p:sp>
      <p:grpSp>
        <p:nvGrpSpPr>
          <p:cNvPr id="122889" name="Group 14">
            <a:extLst>
              <a:ext uri="{FF2B5EF4-FFF2-40B4-BE49-F238E27FC236}">
                <a16:creationId xmlns:a16="http://schemas.microsoft.com/office/drawing/2014/main" id="{06D6A598-6318-DB41-A779-30195863EFC2}"/>
              </a:ext>
            </a:extLst>
          </p:cNvPr>
          <p:cNvGrpSpPr>
            <a:grpSpLocks/>
          </p:cNvGrpSpPr>
          <p:nvPr/>
        </p:nvGrpSpPr>
        <p:grpSpPr bwMode="auto">
          <a:xfrm>
            <a:off x="5652825" y="2508250"/>
            <a:ext cx="1367896" cy="1669521"/>
            <a:chOff x="3697" y="1896"/>
            <a:chExt cx="1034" cy="1262"/>
          </a:xfrm>
        </p:grpSpPr>
        <p:sp>
          <p:nvSpPr>
            <p:cNvPr id="122890" name="Line 12">
              <a:extLst>
                <a:ext uri="{FF2B5EF4-FFF2-40B4-BE49-F238E27FC236}">
                  <a16:creationId xmlns:a16="http://schemas.microsoft.com/office/drawing/2014/main" id="{706F4A5B-4CAA-5C49-8776-DDE250D5482A}"/>
                </a:ext>
              </a:extLst>
            </p:cNvPr>
            <p:cNvSpPr>
              <a:spLocks noChangeShapeType="1"/>
            </p:cNvSpPr>
            <p:nvPr/>
          </p:nvSpPr>
          <p:spPr bwMode="auto">
            <a:xfrm flipH="1" flipV="1">
              <a:off x="4032" y="1896"/>
              <a:ext cx="144" cy="96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245773" name="Text Box 13">
              <a:extLst>
                <a:ext uri="{FF2B5EF4-FFF2-40B4-BE49-F238E27FC236}">
                  <a16:creationId xmlns:a16="http://schemas.microsoft.com/office/drawing/2014/main" id="{7BF1E839-90AD-7D4F-A13F-3345530548F0}"/>
                </a:ext>
              </a:extLst>
            </p:cNvPr>
            <p:cNvSpPr txBox="1">
              <a:spLocks noChangeArrowheads="1"/>
            </p:cNvSpPr>
            <p:nvPr/>
          </p:nvSpPr>
          <p:spPr bwMode="auto">
            <a:xfrm>
              <a:off x="3697" y="2856"/>
              <a:ext cx="1034" cy="302"/>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B000"/>
                  </a:solidFill>
                  <a:effectLst>
                    <a:outerShdw blurRad="38100" dist="38100" dir="2700000" algn="tl">
                      <a:srgbClr val="000000"/>
                    </a:outerShdw>
                  </a:effectLst>
                </a:rPr>
                <a:t>bifurcation</a:t>
              </a:r>
            </a:p>
          </p:txBody>
        </p:sp>
      </p:grpSp>
    </p:spTree>
    <p:extLst>
      <p:ext uri="{BB962C8B-B14F-4D97-AF65-F5344CB8AC3E}">
        <p14:creationId xmlns:p14="http://schemas.microsoft.com/office/powerpoint/2010/main" val="3265406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1" name="Picture 2" descr="Lorenz">
            <a:extLst>
              <a:ext uri="{FF2B5EF4-FFF2-40B4-BE49-F238E27FC236}">
                <a16:creationId xmlns:a16="http://schemas.microsoft.com/office/drawing/2014/main" id="{7CBAA30D-56C3-8D45-A1E6-C7586DE9EB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63" name="Rectangle 3">
            <a:extLst>
              <a:ext uri="{FF2B5EF4-FFF2-40B4-BE49-F238E27FC236}">
                <a16:creationId xmlns:a16="http://schemas.microsoft.com/office/drawing/2014/main" id="{210576EA-D107-E94D-A627-0F868012F274}"/>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defRPr/>
            </a:pPr>
            <a:r>
              <a:rPr lang="en-US" altLang="en-US" sz="2000" dirty="0">
                <a:solidFill>
                  <a:srgbClr val="FFFFFF"/>
                </a:solidFill>
                <a:effectLst>
                  <a:outerShdw blurRad="38100" dist="38100" dir="2700000" algn="tl">
                    <a:srgbClr val="000000"/>
                  </a:outerShdw>
                </a:effectLst>
              </a:rPr>
              <a:t>Prof. Ed Lorenz</a:t>
            </a:r>
          </a:p>
        </p:txBody>
      </p:sp>
      <p:pic>
        <p:nvPicPr>
          <p:cNvPr id="153603" name="Picture 4" descr="lorenz_25668t">
            <a:extLst>
              <a:ext uri="{FF2B5EF4-FFF2-40B4-BE49-F238E27FC236}">
                <a16:creationId xmlns:a16="http://schemas.microsoft.com/office/drawing/2014/main" id="{9DCD81BE-883B-FA4D-972C-0D4744CAB7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04" name="Picture 5" descr="Heemink">
            <a:extLst>
              <a:ext uri="{FF2B5EF4-FFF2-40B4-BE49-F238E27FC236}">
                <a16:creationId xmlns:a16="http://schemas.microsoft.com/office/drawing/2014/main" id="{AED1C14F-F536-D14B-A25C-D908CA6A85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990"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5" name="Rectangle 6">
            <a:extLst>
              <a:ext uri="{FF2B5EF4-FFF2-40B4-BE49-F238E27FC236}">
                <a16:creationId xmlns:a16="http://schemas.microsoft.com/office/drawing/2014/main" id="{FE30F2C7-C81B-1140-BE52-F60FF7A6073F}"/>
              </a:ext>
            </a:extLst>
          </p:cNvPr>
          <p:cNvSpPr>
            <a:spLocks noChangeArrowheads="1"/>
          </p:cNvSpPr>
          <p:nvPr/>
        </p:nvSpPr>
        <p:spPr bwMode="auto">
          <a:xfrm>
            <a:off x="5207000" y="1524000"/>
            <a:ext cx="3175000" cy="2222500"/>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defTabSz="761970">
              <a:spcBef>
                <a:spcPct val="0"/>
              </a:spcBef>
              <a:buNone/>
            </a:pPr>
            <a:endParaRPr lang="en-US" altLang="en-US" sz="2000">
              <a:solidFill>
                <a:srgbClr val="FFFFFF"/>
              </a:solidFill>
            </a:endParaRPr>
          </a:p>
        </p:txBody>
      </p:sp>
      <p:pic>
        <p:nvPicPr>
          <p:cNvPr id="153606" name="Picture 7" descr="Heemink">
            <a:extLst>
              <a:ext uri="{FF2B5EF4-FFF2-40B4-BE49-F238E27FC236}">
                <a16:creationId xmlns:a16="http://schemas.microsoft.com/office/drawing/2014/main" id="{C3CBB183-B71A-F140-9E92-7D4365523D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0636"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7" name="Text Box 8">
            <a:extLst>
              <a:ext uri="{FF2B5EF4-FFF2-40B4-BE49-F238E27FC236}">
                <a16:creationId xmlns:a16="http://schemas.microsoft.com/office/drawing/2014/main" id="{93B24BD1-0504-3542-8AFB-95128A81F115}"/>
              </a:ext>
            </a:extLst>
          </p:cNvPr>
          <p:cNvSpPr txBox="1">
            <a:spLocks noChangeArrowheads="1"/>
          </p:cNvSpPr>
          <p:nvPr/>
        </p:nvSpPr>
        <p:spPr bwMode="auto">
          <a:xfrm>
            <a:off x="3873500" y="3175000"/>
            <a:ext cx="1083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defTabSz="761970">
              <a:spcBef>
                <a:spcPct val="0"/>
              </a:spcBef>
              <a:buNone/>
            </a:pPr>
            <a:r>
              <a:rPr lang="en-US" altLang="en-US" sz="2000" dirty="0">
                <a:solidFill>
                  <a:srgbClr val="FFFFFF"/>
                </a:solidFill>
              </a:rPr>
              <a:t>time </a:t>
            </a:r>
            <a:r>
              <a:rPr lang="en-US" altLang="en-US" sz="2000" dirty="0">
                <a:solidFill>
                  <a:srgbClr val="FFFFFF"/>
                </a:solidFill>
                <a:latin typeface="Wingdings" pitchFamily="2" charset="2"/>
              </a:rPr>
              <a:t></a:t>
            </a:r>
            <a:r>
              <a:rPr lang="en-US" altLang="en-US" sz="2000" dirty="0">
                <a:solidFill>
                  <a:srgbClr val="FFFFFF"/>
                </a:solidFill>
              </a:rPr>
              <a:t> </a:t>
            </a:r>
          </a:p>
        </p:txBody>
      </p:sp>
      <p:sp>
        <p:nvSpPr>
          <p:cNvPr id="153608" name="Rectangle 9">
            <a:extLst>
              <a:ext uri="{FF2B5EF4-FFF2-40B4-BE49-F238E27FC236}">
                <a16:creationId xmlns:a16="http://schemas.microsoft.com/office/drawing/2014/main" id="{575BFA35-5A05-B047-947F-20B65E803365}"/>
              </a:ext>
            </a:extLst>
          </p:cNvPr>
          <p:cNvSpPr>
            <a:spLocks noChangeArrowheads="1"/>
          </p:cNvSpPr>
          <p:nvPr/>
        </p:nvSpPr>
        <p:spPr bwMode="auto">
          <a:xfrm>
            <a:off x="5729553" y="5345907"/>
            <a:ext cx="26429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defTabSz="761970">
              <a:spcBef>
                <a:spcPct val="0"/>
              </a:spcBef>
              <a:buNone/>
            </a:pPr>
            <a:r>
              <a:rPr lang="en-US" altLang="en-US" sz="1500" i="1">
                <a:solidFill>
                  <a:srgbClr val="FFFFFF"/>
                </a:solidFill>
              </a:rPr>
              <a:t>(Verlaan and Heemink 2001)</a:t>
            </a:r>
          </a:p>
        </p:txBody>
      </p:sp>
      <p:grpSp>
        <p:nvGrpSpPr>
          <p:cNvPr id="153609" name="Group 14">
            <a:extLst>
              <a:ext uri="{FF2B5EF4-FFF2-40B4-BE49-F238E27FC236}">
                <a16:creationId xmlns:a16="http://schemas.microsoft.com/office/drawing/2014/main" id="{0B042659-C9EA-1C4A-B687-7FE277227A44}"/>
              </a:ext>
            </a:extLst>
          </p:cNvPr>
          <p:cNvGrpSpPr>
            <a:grpSpLocks/>
          </p:cNvGrpSpPr>
          <p:nvPr/>
        </p:nvGrpSpPr>
        <p:grpSpPr bwMode="auto">
          <a:xfrm>
            <a:off x="5652825" y="2508250"/>
            <a:ext cx="1367896" cy="1669521"/>
            <a:chOff x="3697" y="1896"/>
            <a:chExt cx="1034" cy="1262"/>
          </a:xfrm>
        </p:grpSpPr>
        <p:sp>
          <p:nvSpPr>
            <p:cNvPr id="153610" name="Line 12">
              <a:extLst>
                <a:ext uri="{FF2B5EF4-FFF2-40B4-BE49-F238E27FC236}">
                  <a16:creationId xmlns:a16="http://schemas.microsoft.com/office/drawing/2014/main" id="{A469FEEF-72B7-7743-81D1-2E179009D85B}"/>
                </a:ext>
              </a:extLst>
            </p:cNvPr>
            <p:cNvSpPr>
              <a:spLocks noChangeShapeType="1"/>
            </p:cNvSpPr>
            <p:nvPr/>
          </p:nvSpPr>
          <p:spPr bwMode="auto">
            <a:xfrm flipH="1" flipV="1">
              <a:off x="4032" y="1896"/>
              <a:ext cx="144" cy="96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245773" name="Text Box 13">
              <a:extLst>
                <a:ext uri="{FF2B5EF4-FFF2-40B4-BE49-F238E27FC236}">
                  <a16:creationId xmlns:a16="http://schemas.microsoft.com/office/drawing/2014/main" id="{CE884589-43F3-1740-A26A-ACDEE489E72B}"/>
                </a:ext>
              </a:extLst>
            </p:cNvPr>
            <p:cNvSpPr txBox="1">
              <a:spLocks noChangeArrowheads="1"/>
            </p:cNvSpPr>
            <p:nvPr/>
          </p:nvSpPr>
          <p:spPr bwMode="auto">
            <a:xfrm>
              <a:off x="3697" y="2856"/>
              <a:ext cx="1034" cy="302"/>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defRPr/>
              </a:pPr>
              <a:r>
                <a:rPr lang="en-US" altLang="en-US" sz="2000">
                  <a:solidFill>
                    <a:srgbClr val="00B000"/>
                  </a:solidFill>
                  <a:effectLst>
                    <a:outerShdw blurRad="38100" dist="38100" dir="2700000" algn="tl">
                      <a:srgbClr val="000000"/>
                    </a:outerShdw>
                  </a:effectLst>
                </a:rPr>
                <a:t>bifurcation</a:t>
              </a:r>
            </a:p>
          </p:txBody>
        </p:sp>
      </p:grpSp>
      <p:sp>
        <p:nvSpPr>
          <p:cNvPr id="13" name="Rectangle 3">
            <a:extLst>
              <a:ext uri="{FF2B5EF4-FFF2-40B4-BE49-F238E27FC236}">
                <a16:creationId xmlns:a16="http://schemas.microsoft.com/office/drawing/2014/main" id="{62A71634-6972-8D45-A03E-68D6ABA61402}"/>
              </a:ext>
            </a:extLst>
          </p:cNvPr>
          <p:cNvSpPr>
            <a:spLocks noChangeArrowheads="1"/>
          </p:cNvSpPr>
          <p:nvPr/>
        </p:nvSpPr>
        <p:spPr bwMode="auto">
          <a:xfrm>
            <a:off x="3603922" y="735526"/>
            <a:ext cx="4583306" cy="707886"/>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defRPr/>
            </a:pPr>
            <a:r>
              <a:rPr lang="en-US" altLang="en-US" sz="2000" dirty="0">
                <a:solidFill>
                  <a:srgbClr val="FFFFFF"/>
                </a:solidFill>
                <a:effectLst>
                  <a:outerShdw blurRad="38100" dist="38100" dir="2700000" algn="tl">
                    <a:srgbClr val="000000"/>
                  </a:outerShdw>
                </a:effectLst>
              </a:rPr>
              <a:t>5.123 on printed output</a:t>
            </a:r>
          </a:p>
          <a:p>
            <a:pPr defTabSz="761970">
              <a:defRPr/>
            </a:pPr>
            <a:r>
              <a:rPr lang="en-US" altLang="en-US" sz="2000" dirty="0">
                <a:solidFill>
                  <a:srgbClr val="FFFFFF"/>
                </a:solidFill>
                <a:effectLst>
                  <a:outerShdw blurRad="38100" dist="38100" dir="2700000" algn="tl">
                    <a:srgbClr val="000000"/>
                  </a:outerShdw>
                </a:effectLst>
              </a:rPr>
              <a:t>5.123456 internal memory of computer</a:t>
            </a:r>
          </a:p>
        </p:txBody>
      </p:sp>
    </p:spTree>
    <p:extLst>
      <p:ext uri="{BB962C8B-B14F-4D97-AF65-F5344CB8AC3E}">
        <p14:creationId xmlns:p14="http://schemas.microsoft.com/office/powerpoint/2010/main" val="2723932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29" name="Picture 2" descr="Lorenz">
            <a:extLst>
              <a:ext uri="{FF2B5EF4-FFF2-40B4-BE49-F238E27FC236}">
                <a16:creationId xmlns:a16="http://schemas.microsoft.com/office/drawing/2014/main" id="{7F09D8D9-37B5-2248-8AB9-D7DF4BE28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59" name="Rectangle 3">
            <a:extLst>
              <a:ext uri="{FF2B5EF4-FFF2-40B4-BE49-F238E27FC236}">
                <a16:creationId xmlns:a16="http://schemas.microsoft.com/office/drawing/2014/main" id="{16F56262-4FC4-6747-A8F4-40E4D76CAE97}"/>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effectLst>
                  <a:outerShdw blurRad="38100" dist="38100" dir="2700000" algn="tl">
                    <a:srgbClr val="000000"/>
                  </a:outerShdw>
                </a:effectLst>
              </a:rPr>
              <a:t>Prof. Ed Lorenz</a:t>
            </a:r>
          </a:p>
        </p:txBody>
      </p:sp>
      <p:pic>
        <p:nvPicPr>
          <p:cNvPr id="124931" name="Picture 4" descr="lorenz_25668t">
            <a:extLst>
              <a:ext uri="{FF2B5EF4-FFF2-40B4-BE49-F238E27FC236}">
                <a16:creationId xmlns:a16="http://schemas.microsoft.com/office/drawing/2014/main" id="{5B34BB30-D687-4B47-9060-1684B6A7A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2" name="Picture 5" descr="Heemink">
            <a:extLst>
              <a:ext uri="{FF2B5EF4-FFF2-40B4-BE49-F238E27FC236}">
                <a16:creationId xmlns:a16="http://schemas.microsoft.com/office/drawing/2014/main" id="{87C16180-8A56-7948-87A6-5A60506D34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990"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3" name="Rectangle 6">
            <a:extLst>
              <a:ext uri="{FF2B5EF4-FFF2-40B4-BE49-F238E27FC236}">
                <a16:creationId xmlns:a16="http://schemas.microsoft.com/office/drawing/2014/main" id="{2437461E-578F-D84F-9C2E-7EF119649006}"/>
              </a:ext>
            </a:extLst>
          </p:cNvPr>
          <p:cNvSpPr>
            <a:spLocks noChangeArrowheads="1"/>
          </p:cNvSpPr>
          <p:nvPr/>
        </p:nvSpPr>
        <p:spPr bwMode="auto">
          <a:xfrm>
            <a:off x="5207000" y="1524000"/>
            <a:ext cx="3175000" cy="2222500"/>
          </a:xfrm>
          <a:prstGeom prst="rect">
            <a:avLst/>
          </a:prstGeom>
          <a:solidFill>
            <a:srgbClr val="00006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pic>
        <p:nvPicPr>
          <p:cNvPr id="124934" name="Picture 7" descr="Heemink">
            <a:extLst>
              <a:ext uri="{FF2B5EF4-FFF2-40B4-BE49-F238E27FC236}">
                <a16:creationId xmlns:a16="http://schemas.microsoft.com/office/drawing/2014/main" id="{1838923F-DFBA-B641-B332-9ED9B4E3A3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0636" y="1841500"/>
            <a:ext cx="499401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5" name="Text Box 8">
            <a:extLst>
              <a:ext uri="{FF2B5EF4-FFF2-40B4-BE49-F238E27FC236}">
                <a16:creationId xmlns:a16="http://schemas.microsoft.com/office/drawing/2014/main" id="{8A3ADB01-E2B7-8049-8A48-8C9C66EC2CF8}"/>
              </a:ext>
            </a:extLst>
          </p:cNvPr>
          <p:cNvSpPr txBox="1">
            <a:spLocks noChangeArrowheads="1"/>
          </p:cNvSpPr>
          <p:nvPr/>
        </p:nvSpPr>
        <p:spPr bwMode="auto">
          <a:xfrm>
            <a:off x="3873500" y="3175000"/>
            <a:ext cx="1083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time </a:t>
            </a:r>
            <a:r>
              <a:rPr lang="en-US" altLang="en-US" sz="2000">
                <a:solidFill>
                  <a:srgbClr val="FFFFFF"/>
                </a:solidFill>
                <a:latin typeface="Wingdings" pitchFamily="2" charset="2"/>
              </a:rPr>
              <a:t></a:t>
            </a:r>
            <a:r>
              <a:rPr lang="en-US" altLang="en-US" sz="2000">
                <a:solidFill>
                  <a:srgbClr val="FFFFFF"/>
                </a:solidFill>
              </a:rPr>
              <a:t> </a:t>
            </a:r>
          </a:p>
        </p:txBody>
      </p:sp>
      <p:sp>
        <p:nvSpPr>
          <p:cNvPr id="124936" name="Rectangle 9">
            <a:extLst>
              <a:ext uri="{FF2B5EF4-FFF2-40B4-BE49-F238E27FC236}">
                <a16:creationId xmlns:a16="http://schemas.microsoft.com/office/drawing/2014/main" id="{FA2C8D8F-019A-8349-8041-5EEC4EFC1CBC}"/>
              </a:ext>
            </a:extLst>
          </p:cNvPr>
          <p:cNvSpPr>
            <a:spLocks noChangeArrowheads="1"/>
          </p:cNvSpPr>
          <p:nvPr/>
        </p:nvSpPr>
        <p:spPr bwMode="auto">
          <a:xfrm>
            <a:off x="5729553" y="5345907"/>
            <a:ext cx="26429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1500" i="1">
                <a:solidFill>
                  <a:srgbClr val="FFFFFF"/>
                </a:solidFill>
              </a:rPr>
              <a:t>(Verlaan and Heemink 2001)</a:t>
            </a:r>
          </a:p>
        </p:txBody>
      </p:sp>
      <p:grpSp>
        <p:nvGrpSpPr>
          <p:cNvPr id="124937" name="Group 10">
            <a:extLst>
              <a:ext uri="{FF2B5EF4-FFF2-40B4-BE49-F238E27FC236}">
                <a16:creationId xmlns:a16="http://schemas.microsoft.com/office/drawing/2014/main" id="{152D47F6-3B1D-F048-A320-A568FC1386AA}"/>
              </a:ext>
            </a:extLst>
          </p:cNvPr>
          <p:cNvGrpSpPr>
            <a:grpSpLocks/>
          </p:cNvGrpSpPr>
          <p:nvPr/>
        </p:nvGrpSpPr>
        <p:grpSpPr bwMode="auto">
          <a:xfrm>
            <a:off x="5652825" y="2508250"/>
            <a:ext cx="1367896" cy="1669521"/>
            <a:chOff x="3697" y="1896"/>
            <a:chExt cx="1034" cy="1262"/>
          </a:xfrm>
        </p:grpSpPr>
        <p:sp>
          <p:nvSpPr>
            <p:cNvPr id="124939" name="Line 11">
              <a:extLst>
                <a:ext uri="{FF2B5EF4-FFF2-40B4-BE49-F238E27FC236}">
                  <a16:creationId xmlns:a16="http://schemas.microsoft.com/office/drawing/2014/main" id="{A4D70BF5-BC56-8841-9179-18EE1CFFA720}"/>
                </a:ext>
              </a:extLst>
            </p:cNvPr>
            <p:cNvSpPr>
              <a:spLocks noChangeShapeType="1"/>
            </p:cNvSpPr>
            <p:nvPr/>
          </p:nvSpPr>
          <p:spPr bwMode="auto">
            <a:xfrm flipH="1" flipV="1">
              <a:off x="4032" y="1896"/>
              <a:ext cx="144" cy="96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249868" name="Text Box 12">
              <a:extLst>
                <a:ext uri="{FF2B5EF4-FFF2-40B4-BE49-F238E27FC236}">
                  <a16:creationId xmlns:a16="http://schemas.microsoft.com/office/drawing/2014/main" id="{B87C7876-D7C7-DA4C-8002-A0C143640354}"/>
                </a:ext>
              </a:extLst>
            </p:cNvPr>
            <p:cNvSpPr txBox="1">
              <a:spLocks noChangeArrowheads="1"/>
            </p:cNvSpPr>
            <p:nvPr/>
          </p:nvSpPr>
          <p:spPr bwMode="auto">
            <a:xfrm>
              <a:off x="3697" y="2856"/>
              <a:ext cx="1034" cy="302"/>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B000"/>
                  </a:solidFill>
                  <a:effectLst>
                    <a:outerShdw blurRad="38100" dist="38100" dir="2700000" algn="tl">
                      <a:srgbClr val="000000"/>
                    </a:outerShdw>
                  </a:effectLst>
                </a:rPr>
                <a:t>bifurcation</a:t>
              </a:r>
            </a:p>
          </p:txBody>
        </p:sp>
      </p:grpSp>
      <p:sp>
        <p:nvSpPr>
          <p:cNvPr id="249869" name="Rectangle 13">
            <a:extLst>
              <a:ext uri="{FF2B5EF4-FFF2-40B4-BE49-F238E27FC236}">
                <a16:creationId xmlns:a16="http://schemas.microsoft.com/office/drawing/2014/main" id="{CB6FBE12-5E42-5C4D-AD90-C6FFEA72DFED}"/>
              </a:ext>
            </a:extLst>
          </p:cNvPr>
          <p:cNvSpPr>
            <a:spLocks noChangeArrowheads="1"/>
          </p:cNvSpPr>
          <p:nvPr/>
        </p:nvSpPr>
        <p:spPr bwMode="auto">
          <a:xfrm>
            <a:off x="3365500" y="735542"/>
            <a:ext cx="5063630" cy="81035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333">
                <a:solidFill>
                  <a:srgbClr val="FF7CFF"/>
                </a:solidFill>
                <a:effectLst>
                  <a:outerShdw blurRad="38100" dist="38100" dir="2700000" algn="tl">
                    <a:srgbClr val="000000"/>
                  </a:outerShdw>
                </a:effectLst>
              </a:rPr>
              <a:t>Small differences in initial conditions </a:t>
            </a:r>
          </a:p>
          <a:p>
            <a:pPr defTabSz="761970"/>
            <a:r>
              <a:rPr lang="en-US" altLang="en-US" sz="2333">
                <a:solidFill>
                  <a:srgbClr val="FF7CFF"/>
                </a:solidFill>
                <a:effectLst>
                  <a:outerShdw blurRad="38100" dist="38100" dir="2700000" algn="tl">
                    <a:srgbClr val="000000"/>
                  </a:outerShdw>
                </a:effectLst>
              </a:rPr>
              <a:t>will lead to large differences later.</a:t>
            </a:r>
          </a:p>
        </p:txBody>
      </p:sp>
    </p:spTree>
    <p:extLst>
      <p:ext uri="{BB962C8B-B14F-4D97-AF65-F5344CB8AC3E}">
        <p14:creationId xmlns:p14="http://schemas.microsoft.com/office/powerpoint/2010/main" val="31400295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7" name="Picture 1027" descr="Lorenz">
            <a:extLst>
              <a:ext uri="{FF2B5EF4-FFF2-40B4-BE49-F238E27FC236}">
                <a16:creationId xmlns:a16="http://schemas.microsoft.com/office/drawing/2014/main" id="{C5CEE80C-A0D9-DC4E-BC9D-CB8A5A0354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483" name="Rectangle 1035">
            <a:extLst>
              <a:ext uri="{FF2B5EF4-FFF2-40B4-BE49-F238E27FC236}">
                <a16:creationId xmlns:a16="http://schemas.microsoft.com/office/drawing/2014/main" id="{B8F8B6B0-0C79-D94D-B468-396D69859B30}"/>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effectLst>
                  <a:outerShdw blurRad="38100" dist="38100" dir="2700000" algn="tl">
                    <a:srgbClr val="000000"/>
                  </a:outerShdw>
                </a:effectLst>
              </a:rPr>
              <a:t>Prof. Ed Lorenz</a:t>
            </a:r>
          </a:p>
        </p:txBody>
      </p:sp>
      <p:sp>
        <p:nvSpPr>
          <p:cNvPr id="233486" name="Text Box 1038">
            <a:extLst>
              <a:ext uri="{FF2B5EF4-FFF2-40B4-BE49-F238E27FC236}">
                <a16:creationId xmlns:a16="http://schemas.microsoft.com/office/drawing/2014/main" id="{AB811F9D-1F79-C641-AA82-A99875A94D85}"/>
              </a:ext>
            </a:extLst>
          </p:cNvPr>
          <p:cNvSpPr txBox="1">
            <a:spLocks noChangeArrowheads="1"/>
          </p:cNvSpPr>
          <p:nvPr/>
        </p:nvSpPr>
        <p:spPr bwMode="auto">
          <a:xfrm>
            <a:off x="3365500" y="1395677"/>
            <a:ext cx="4692310" cy="81035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333">
                <a:solidFill>
                  <a:srgbClr val="FFFFFF"/>
                </a:solidFill>
                <a:effectLst>
                  <a:outerShdw blurRad="38100" dist="38100" dir="2700000" algn="tl">
                    <a:srgbClr val="000000"/>
                  </a:outerShdw>
                </a:effectLst>
              </a:rPr>
              <a:t>Even with a </a:t>
            </a:r>
            <a:r>
              <a:rPr lang="en-US" altLang="en-US" sz="2333" i="1">
                <a:solidFill>
                  <a:srgbClr val="FF7CFF"/>
                </a:solidFill>
                <a:effectLst>
                  <a:outerShdw blurRad="38100" dist="38100" dir="2700000" algn="tl">
                    <a:srgbClr val="000000"/>
                  </a:outerShdw>
                </a:effectLst>
              </a:rPr>
              <a:t>perfect model</a:t>
            </a:r>
            <a:r>
              <a:rPr lang="en-US" altLang="en-US" sz="2333">
                <a:solidFill>
                  <a:srgbClr val="FFFFFF"/>
                </a:solidFill>
                <a:effectLst>
                  <a:outerShdw blurRad="38100" dist="38100" dir="2700000" algn="tl">
                    <a:srgbClr val="000000"/>
                  </a:outerShdw>
                </a:effectLst>
              </a:rPr>
              <a:t> starting</a:t>
            </a:r>
          </a:p>
          <a:p>
            <a:pPr defTabSz="761970"/>
            <a:r>
              <a:rPr lang="en-US" altLang="en-US" sz="2333">
                <a:solidFill>
                  <a:srgbClr val="FFFFFF"/>
                </a:solidFill>
                <a:effectLst>
                  <a:outerShdw blurRad="38100" dist="38100" dir="2700000" algn="tl">
                    <a:srgbClr val="000000"/>
                  </a:outerShdw>
                </a:effectLst>
              </a:rPr>
              <a:t>with </a:t>
            </a:r>
            <a:r>
              <a:rPr lang="en-US" altLang="en-US" sz="2333" i="1">
                <a:solidFill>
                  <a:srgbClr val="FF7CFF"/>
                </a:solidFill>
                <a:effectLst>
                  <a:outerShdw blurRad="38100" dist="38100" dir="2700000" algn="tl">
                    <a:srgbClr val="000000"/>
                  </a:outerShdw>
                </a:effectLst>
              </a:rPr>
              <a:t>perfect initial conditions</a:t>
            </a:r>
            <a:r>
              <a:rPr lang="en-US" altLang="en-US" sz="2333">
                <a:solidFill>
                  <a:srgbClr val="FFFFFF"/>
                </a:solidFill>
                <a:effectLst>
                  <a:outerShdw blurRad="38100" dist="38100" dir="2700000" algn="tl">
                    <a:srgbClr val="000000"/>
                  </a:outerShdw>
                </a:effectLst>
              </a:rPr>
              <a:t>…</a:t>
            </a:r>
          </a:p>
        </p:txBody>
      </p:sp>
      <p:pic>
        <p:nvPicPr>
          <p:cNvPr id="126980" name="Picture 1040" descr="lorenz_25668t">
            <a:extLst>
              <a:ext uri="{FF2B5EF4-FFF2-40B4-BE49-F238E27FC236}">
                <a16:creationId xmlns:a16="http://schemas.microsoft.com/office/drawing/2014/main" id="{645AC229-2B44-FD41-A1D0-237A798265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29256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5" name="Picture 1026" descr="Lorenz">
            <a:extLst>
              <a:ext uri="{FF2B5EF4-FFF2-40B4-BE49-F238E27FC236}">
                <a16:creationId xmlns:a16="http://schemas.microsoft.com/office/drawing/2014/main" id="{82299FC0-9A96-7940-8DFB-10BCE10CC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89000" y="1238250"/>
            <a:ext cx="21986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3" name="Rectangle 1027">
            <a:extLst>
              <a:ext uri="{FF2B5EF4-FFF2-40B4-BE49-F238E27FC236}">
                <a16:creationId xmlns:a16="http://schemas.microsoft.com/office/drawing/2014/main" id="{B943F8E3-76D3-D047-AB13-1FF7C35ACEA8}"/>
              </a:ext>
            </a:extLst>
          </p:cNvPr>
          <p:cNvSpPr>
            <a:spLocks noChangeArrowheads="1"/>
          </p:cNvSpPr>
          <p:nvPr/>
        </p:nvSpPr>
        <p:spPr bwMode="auto">
          <a:xfrm>
            <a:off x="1016000" y="698500"/>
            <a:ext cx="1963999" cy="40011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effectLst>
                  <a:outerShdw blurRad="38100" dist="38100" dir="2700000" algn="tl">
                    <a:srgbClr val="000000"/>
                  </a:outerShdw>
                </a:effectLst>
              </a:rPr>
              <a:t>Prof. Ed Lorenz</a:t>
            </a:r>
          </a:p>
        </p:txBody>
      </p:sp>
      <p:sp>
        <p:nvSpPr>
          <p:cNvPr id="235524" name="Text Box 1028">
            <a:extLst>
              <a:ext uri="{FF2B5EF4-FFF2-40B4-BE49-F238E27FC236}">
                <a16:creationId xmlns:a16="http://schemas.microsoft.com/office/drawing/2014/main" id="{5CEEF811-B104-0546-997E-59635FC63D6A}"/>
              </a:ext>
            </a:extLst>
          </p:cNvPr>
          <p:cNvSpPr txBox="1">
            <a:spLocks noChangeArrowheads="1"/>
          </p:cNvSpPr>
          <p:nvPr/>
        </p:nvSpPr>
        <p:spPr bwMode="auto">
          <a:xfrm>
            <a:off x="3365500" y="1395677"/>
            <a:ext cx="4692310" cy="810350"/>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333">
                <a:solidFill>
                  <a:srgbClr val="FFFFFF"/>
                </a:solidFill>
                <a:effectLst>
                  <a:outerShdw blurRad="38100" dist="38100" dir="2700000" algn="tl">
                    <a:srgbClr val="000000"/>
                  </a:outerShdw>
                </a:effectLst>
              </a:rPr>
              <a:t>Even with a </a:t>
            </a:r>
            <a:r>
              <a:rPr lang="en-US" altLang="en-US" sz="2333" i="1">
                <a:solidFill>
                  <a:srgbClr val="FF7CFF"/>
                </a:solidFill>
                <a:effectLst>
                  <a:outerShdw blurRad="38100" dist="38100" dir="2700000" algn="tl">
                    <a:srgbClr val="000000"/>
                  </a:outerShdw>
                </a:effectLst>
              </a:rPr>
              <a:t>perfect model</a:t>
            </a:r>
            <a:r>
              <a:rPr lang="en-US" altLang="en-US" sz="2333">
                <a:solidFill>
                  <a:srgbClr val="FFFFFF"/>
                </a:solidFill>
                <a:effectLst>
                  <a:outerShdw blurRad="38100" dist="38100" dir="2700000" algn="tl">
                    <a:srgbClr val="000000"/>
                  </a:outerShdw>
                </a:effectLst>
              </a:rPr>
              <a:t> starting</a:t>
            </a:r>
          </a:p>
          <a:p>
            <a:pPr defTabSz="761970"/>
            <a:r>
              <a:rPr lang="en-US" altLang="en-US" sz="2333">
                <a:solidFill>
                  <a:srgbClr val="FFFFFF"/>
                </a:solidFill>
                <a:effectLst>
                  <a:outerShdw blurRad="38100" dist="38100" dir="2700000" algn="tl">
                    <a:srgbClr val="000000"/>
                  </a:outerShdw>
                </a:effectLst>
              </a:rPr>
              <a:t>with </a:t>
            </a:r>
            <a:r>
              <a:rPr lang="en-US" altLang="en-US" sz="2333" i="1">
                <a:solidFill>
                  <a:srgbClr val="FF7CFF"/>
                </a:solidFill>
                <a:effectLst>
                  <a:outerShdw blurRad="38100" dist="38100" dir="2700000" algn="tl">
                    <a:srgbClr val="000000"/>
                  </a:outerShdw>
                </a:effectLst>
              </a:rPr>
              <a:t>perfect initial conditions</a:t>
            </a:r>
            <a:r>
              <a:rPr lang="en-US" altLang="en-US" sz="2333">
                <a:solidFill>
                  <a:srgbClr val="FFFFFF"/>
                </a:solidFill>
                <a:effectLst>
                  <a:outerShdw blurRad="38100" dist="38100" dir="2700000" algn="tl">
                    <a:srgbClr val="000000"/>
                  </a:outerShdw>
                </a:effectLst>
              </a:rPr>
              <a:t>…</a:t>
            </a:r>
          </a:p>
        </p:txBody>
      </p:sp>
      <p:sp>
        <p:nvSpPr>
          <p:cNvPr id="235525" name="Text Box 1029">
            <a:extLst>
              <a:ext uri="{FF2B5EF4-FFF2-40B4-BE49-F238E27FC236}">
                <a16:creationId xmlns:a16="http://schemas.microsoft.com/office/drawing/2014/main" id="{AF35BC3C-D66A-B74E-8559-36C130F901EE}"/>
              </a:ext>
            </a:extLst>
          </p:cNvPr>
          <p:cNvSpPr txBox="1">
            <a:spLocks noChangeArrowheads="1"/>
          </p:cNvSpPr>
          <p:nvPr/>
        </p:nvSpPr>
        <p:spPr bwMode="auto">
          <a:xfrm>
            <a:off x="3492500" y="2971271"/>
            <a:ext cx="4455066" cy="1118127"/>
          </a:xfrm>
          <a:prstGeom prst="rect">
            <a:avLst/>
          </a:prstGeom>
          <a:noFill/>
          <a:ln w="9525">
            <a:noFill/>
            <a:miter lim="800000"/>
            <a:headEnd/>
            <a:tailEnd/>
          </a:ln>
          <a:effec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3333">
                <a:solidFill>
                  <a:srgbClr val="FFFF00"/>
                </a:solidFill>
                <a:effectLst>
                  <a:outerShdw blurRad="38100" dist="38100" dir="2700000" algn="tl">
                    <a:srgbClr val="000000"/>
                  </a:outerShdw>
                </a:effectLst>
              </a:rPr>
              <a:t>weather forecasting is </a:t>
            </a:r>
          </a:p>
          <a:p>
            <a:pPr defTabSz="761970"/>
            <a:r>
              <a:rPr lang="en-US" altLang="en-US" sz="3333">
                <a:solidFill>
                  <a:srgbClr val="FFFF00"/>
                </a:solidFill>
                <a:effectLst>
                  <a:outerShdw blurRad="38100" dist="38100" dir="2700000" algn="tl">
                    <a:srgbClr val="000000"/>
                  </a:outerShdw>
                </a:effectLst>
              </a:rPr>
              <a:t>limited to </a:t>
            </a:r>
            <a:r>
              <a:rPr lang="en-US" altLang="en-US" sz="3333" b="1">
                <a:solidFill>
                  <a:srgbClr val="FFFF00"/>
                </a:solidFill>
                <a:effectLst>
                  <a:outerShdw blurRad="38100" dist="38100" dir="2700000" algn="tl">
                    <a:srgbClr val="000000"/>
                  </a:outerShdw>
                </a:effectLst>
              </a:rPr>
              <a:t>two weeks</a:t>
            </a:r>
            <a:r>
              <a:rPr lang="en-US" altLang="en-US" sz="3333">
                <a:solidFill>
                  <a:srgbClr val="FFFF00"/>
                </a:solidFill>
                <a:effectLst>
                  <a:outerShdw blurRad="38100" dist="38100" dir="2700000" algn="tl">
                    <a:srgbClr val="000000"/>
                  </a:outerShdw>
                </a:effectLst>
              </a:rPr>
              <a:t>.</a:t>
            </a:r>
          </a:p>
        </p:txBody>
      </p:sp>
      <p:pic>
        <p:nvPicPr>
          <p:cNvPr id="129029" name="Picture 1030" descr="lorenz_25668t">
            <a:extLst>
              <a:ext uri="{FF2B5EF4-FFF2-40B4-BE49-F238E27FC236}">
                <a16:creationId xmlns:a16="http://schemas.microsoft.com/office/drawing/2014/main" id="{99EF2937-62CE-5B44-ADB7-66274CB740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1238250"/>
            <a:ext cx="249899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94010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854240D2-5A89-B44C-B1DC-AD5AFD535EAE}"/>
              </a:ext>
            </a:extLst>
          </p:cNvPr>
          <p:cNvSpPr>
            <a:spLocks noGrp="1" noChangeArrowheads="1"/>
          </p:cNvSpPr>
          <p:nvPr>
            <p:ph type="title" idx="4294967295"/>
          </p:nvPr>
        </p:nvSpPr>
        <p:spPr>
          <a:xfrm>
            <a:off x="762000" y="1143000"/>
            <a:ext cx="7620000" cy="2614083"/>
          </a:xfrm>
        </p:spPr>
        <p:txBody>
          <a:bodyPr/>
          <a:lstStyle/>
          <a:p>
            <a:pPr eaLnBrk="1" hangingPunct="1"/>
            <a:r>
              <a:rPr lang="en-US" altLang="en-US">
                <a:solidFill>
                  <a:srgbClr val="FFE614"/>
                </a:solidFill>
                <a:ea typeface="ＭＳ Ｐゴシック" panose="020B0600070205080204" pitchFamily="34" charset="-128"/>
              </a:rPr>
              <a:t>Given all these limitations, </a:t>
            </a:r>
            <a:br>
              <a:rPr lang="en-US" altLang="en-US">
                <a:solidFill>
                  <a:srgbClr val="FFE614"/>
                </a:solidFill>
                <a:ea typeface="ＭＳ Ｐゴシック" panose="020B0600070205080204" pitchFamily="34" charset="-128"/>
              </a:rPr>
            </a:br>
            <a:r>
              <a:rPr lang="en-US" altLang="en-US" b="1" i="1">
                <a:solidFill>
                  <a:srgbClr val="FFE614"/>
                </a:solidFill>
                <a:ea typeface="ＭＳ Ｐゴシック" panose="020B0600070205080204" pitchFamily="34" charset="-128"/>
              </a:rPr>
              <a:t>we have no right to do so well in forecasting the weather!</a:t>
            </a:r>
            <a:endParaRPr lang="en-US" altLang="en-US">
              <a:solidFill>
                <a:srgbClr val="FFE614"/>
              </a:solidFill>
              <a:ea typeface="ＭＳ Ｐゴシック" panose="020B0600070205080204" pitchFamily="34" charset="-128"/>
            </a:endParaRPr>
          </a:p>
        </p:txBody>
      </p:sp>
      <p:sp>
        <p:nvSpPr>
          <p:cNvPr id="131074" name="Rectangle 3">
            <a:extLst>
              <a:ext uri="{FF2B5EF4-FFF2-40B4-BE49-F238E27FC236}">
                <a16:creationId xmlns:a16="http://schemas.microsoft.com/office/drawing/2014/main" id="{4856648D-E9E8-A34D-AFF3-BC1F0DDB6E80}"/>
              </a:ext>
            </a:extLst>
          </p:cNvPr>
          <p:cNvSpPr>
            <a:spLocks noGrp="1" noChangeArrowheads="1"/>
          </p:cNvSpPr>
          <p:nvPr>
            <p:ph type="body" idx="4294967295"/>
          </p:nvPr>
        </p:nvSpPr>
        <p:spPr>
          <a:xfrm>
            <a:off x="1158875" y="4000500"/>
            <a:ext cx="6858000" cy="1132417"/>
          </a:xfrm>
        </p:spPr>
        <p:txBody>
          <a:bodyPr/>
          <a:lstStyle/>
          <a:p>
            <a:pPr eaLnBrk="1" hangingPunct="1">
              <a:buFontTx/>
              <a:buNone/>
            </a:pPr>
            <a:r>
              <a:rPr lang="en-US" altLang="en-US">
                <a:ea typeface="ＭＳ Ｐゴシック" panose="020B0600070205080204" pitchFamily="34" charset="-128"/>
              </a:rPr>
              <a:t>What other discipline forecasts the future with as much success as meteorology?</a:t>
            </a:r>
          </a:p>
        </p:txBody>
      </p:sp>
      <p:sp>
        <p:nvSpPr>
          <p:cNvPr id="131075" name="Text Box 4">
            <a:extLst>
              <a:ext uri="{FF2B5EF4-FFF2-40B4-BE49-F238E27FC236}">
                <a16:creationId xmlns:a16="http://schemas.microsoft.com/office/drawing/2014/main" id="{BB10F26E-7E3C-4D4A-A710-B5941BD2119F}"/>
              </a:ext>
            </a:extLst>
          </p:cNvPr>
          <p:cNvSpPr txBox="1">
            <a:spLocks noChangeArrowheads="1"/>
          </p:cNvSpPr>
          <p:nvPr/>
        </p:nvSpPr>
        <p:spPr bwMode="auto">
          <a:xfrm rot="-898473">
            <a:off x="2626833" y="467804"/>
            <a:ext cx="1862305" cy="55399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3000">
                <a:solidFill>
                  <a:srgbClr val="FFFFFF"/>
                </a:solidFill>
                <a:latin typeface="BoardMarker" panose="03000600000000000000" pitchFamily="66" charset="0"/>
              </a:rPr>
              <a:t>Dave sez:</a:t>
            </a:r>
          </a:p>
        </p:txBody>
      </p:sp>
      <p:pic>
        <p:nvPicPr>
          <p:cNvPr id="131076" name="Picture 2" descr="Schultz-CropSeniorFellows-head.jpg">
            <a:extLst>
              <a:ext uri="{FF2B5EF4-FFF2-40B4-BE49-F238E27FC236}">
                <a16:creationId xmlns:a16="http://schemas.microsoft.com/office/drawing/2014/main" id="{E7AA1CAF-3594-9F40-B492-FBF75F4B77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28323"/>
            <a:ext cx="945886"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03348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itle 1">
            <a:extLst>
              <a:ext uri="{FF2B5EF4-FFF2-40B4-BE49-F238E27FC236}">
                <a16:creationId xmlns:a16="http://schemas.microsoft.com/office/drawing/2014/main" id="{EFE88567-E652-8140-9D1B-D8EDAA477FFE}"/>
              </a:ext>
            </a:extLst>
          </p:cNvPr>
          <p:cNvSpPr>
            <a:spLocks noGrp="1"/>
          </p:cNvSpPr>
          <p:nvPr>
            <p:ph type="ctrTitle"/>
          </p:nvPr>
        </p:nvSpPr>
        <p:spPr>
          <a:xfrm rot="21042312">
            <a:off x="1616377" y="2410499"/>
            <a:ext cx="7280790" cy="1344083"/>
          </a:xfrm>
        </p:spPr>
        <p:txBody>
          <a:bodyPr/>
          <a:lstStyle/>
          <a:p>
            <a:pPr algn="r" eaLnBrk="1" hangingPunct="1"/>
            <a:r>
              <a:rPr lang="en-US" altLang="en-US" sz="6000" dirty="0" err="1">
                <a:ea typeface="ＭＳ Ｐゴシック" panose="020B0600070205080204" pitchFamily="34" charset="-128"/>
              </a:rPr>
              <a:t>ManUniCast.com</a:t>
            </a:r>
            <a:endParaRPr lang="en-US" altLang="en-US" sz="6000" dirty="0">
              <a:ea typeface="ＭＳ Ｐゴシック" panose="020B0600070205080204" pitchFamily="34" charset="-128"/>
            </a:endParaRPr>
          </a:p>
        </p:txBody>
      </p:sp>
      <p:sp>
        <p:nvSpPr>
          <p:cNvPr id="133122" name="Subtitle 2">
            <a:extLst>
              <a:ext uri="{FF2B5EF4-FFF2-40B4-BE49-F238E27FC236}">
                <a16:creationId xmlns:a16="http://schemas.microsoft.com/office/drawing/2014/main" id="{A40257F9-5132-DF45-B77E-2C8A6BDD31AE}"/>
              </a:ext>
            </a:extLst>
          </p:cNvPr>
          <p:cNvSpPr>
            <a:spLocks noGrp="1" noChangeArrowheads="1"/>
          </p:cNvSpPr>
          <p:nvPr>
            <p:ph type="subTitle" idx="1"/>
          </p:nvPr>
        </p:nvSpPr>
        <p:spPr bwMode="auto">
          <a:xfrm rot="21060000">
            <a:off x="2657740" y="3915833"/>
            <a:ext cx="5857875" cy="762000"/>
          </a:xfrm>
        </p:spPr>
        <p:txBody>
          <a:bodyPr wrap="square" numCol="1" compatLnSpc="1">
            <a:prstTxWarp prst="textNoShape">
              <a:avLst/>
            </a:prstTxWarp>
          </a:bodyPr>
          <a:lstStyle/>
          <a:p>
            <a:pPr algn="ctr" eaLnBrk="1" hangingPunct="1">
              <a:spcAft>
                <a:spcPct val="0"/>
              </a:spcAft>
            </a:pPr>
            <a:r>
              <a:rPr lang="en-US" altLang="en-US" sz="2167">
                <a:ea typeface="ＭＳ Ｐゴシック" panose="020B0600070205080204" pitchFamily="34" charset="-128"/>
              </a:rPr>
              <a:t>A Community Weather and Air-Quality Forecasting Teaching Portal</a:t>
            </a:r>
          </a:p>
        </p:txBody>
      </p:sp>
      <p:pic>
        <p:nvPicPr>
          <p:cNvPr id="133123" name="Picture 4" descr="Manunicast.png">
            <a:extLst>
              <a:ext uri="{FF2B5EF4-FFF2-40B4-BE49-F238E27FC236}">
                <a16:creationId xmlns:a16="http://schemas.microsoft.com/office/drawing/2014/main" id="{CD6CD85B-418A-2E40-9B50-BF289ACB51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544647">
            <a:off x="1517386" y="763324"/>
            <a:ext cx="3050646" cy="2114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24" name="Picture 6" descr="TAB_col_background.png">
            <a:extLst>
              <a:ext uri="{FF2B5EF4-FFF2-40B4-BE49-F238E27FC236}">
                <a16:creationId xmlns:a16="http://schemas.microsoft.com/office/drawing/2014/main" id="{7ABB9ADA-B8EF-3142-998E-2A433234EB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39417" y="250032"/>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ACBB395B-E26A-9649-957B-8BE3F54617B5}"/>
              </a:ext>
            </a:extLst>
          </p:cNvPr>
          <p:cNvSpPr txBox="1"/>
          <p:nvPr/>
        </p:nvSpPr>
        <p:spPr>
          <a:xfrm>
            <a:off x="1108604" y="5419991"/>
            <a:ext cx="184731" cy="323165"/>
          </a:xfrm>
          <a:prstGeom prst="rect">
            <a:avLst/>
          </a:prstGeom>
          <a:noFill/>
        </p:spPr>
        <p:txBody>
          <a:bodyPr wrap="none">
            <a:spAutoFit/>
          </a:bodyPr>
          <a:lstStyle/>
          <a:p>
            <a:pPr defTabSz="761970" eaLnBrk="1" fontAlgn="auto" hangingPunct="1">
              <a:spcBef>
                <a:spcPts val="0"/>
              </a:spcBef>
              <a:spcAft>
                <a:spcPts val="0"/>
              </a:spcAft>
              <a:defRPr/>
            </a:pPr>
            <a:endParaRPr lang="en-US" sz="1500" dirty="0">
              <a:solidFill>
                <a:prstClr val="black"/>
              </a:solidFill>
              <a:latin typeface="Arial Rounded MT Bold"/>
            </a:endParaRPr>
          </a:p>
        </p:txBody>
      </p:sp>
      <p:pic>
        <p:nvPicPr>
          <p:cNvPr id="133126" name="Picture 10" descr="Available_on_the_App_Store_(black).png">
            <a:extLst>
              <a:ext uri="{FF2B5EF4-FFF2-40B4-BE49-F238E27FC236}">
                <a16:creationId xmlns:a16="http://schemas.microsoft.com/office/drawing/2014/main" id="{86100CB0-B7C5-9F43-9BF2-CAA3EE31DE2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70500" y="4791605"/>
            <a:ext cx="3111500" cy="92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8C75FE8-A8D9-DE43-8EA7-A828FE8FB2EA}"/>
              </a:ext>
            </a:extLst>
          </p:cNvPr>
          <p:cNvPicPr>
            <a:picLocks noChangeAspect="1"/>
          </p:cNvPicPr>
          <p:nvPr/>
        </p:nvPicPr>
        <p:blipFill>
          <a:blip r:embed="rId5"/>
          <a:stretch>
            <a:fillRect/>
          </a:stretch>
        </p:blipFill>
        <p:spPr>
          <a:xfrm>
            <a:off x="25879" y="3558042"/>
            <a:ext cx="2149494" cy="2156958"/>
          </a:xfrm>
          <a:prstGeom prst="rect">
            <a:avLst/>
          </a:prstGeom>
        </p:spPr>
      </p:pic>
    </p:spTree>
    <p:extLst>
      <p:ext uri="{BB962C8B-B14F-4D97-AF65-F5344CB8AC3E}">
        <p14:creationId xmlns:p14="http://schemas.microsoft.com/office/powerpoint/2010/main" val="34813992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7" name="Picture 3" descr="TAB_col_background.png">
            <a:extLst>
              <a:ext uri="{FF2B5EF4-FFF2-40B4-BE49-F238E27FC236}">
                <a16:creationId xmlns:a16="http://schemas.microsoft.com/office/drawing/2014/main" id="{1559F630-C15B-AD4E-9E69-75CCF58109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C6948AE0-71DD-6348-A207-286ACD200A62}"/>
              </a:ext>
            </a:extLst>
          </p:cNvPr>
          <p:cNvSpPr>
            <a:spLocks noChangeArrowheads="1"/>
          </p:cNvSpPr>
          <p:nvPr/>
        </p:nvSpPr>
        <p:spPr bwMode="auto">
          <a:xfrm>
            <a:off x="-152400" y="0"/>
            <a:ext cx="9372600" cy="5715000"/>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pic>
        <p:nvPicPr>
          <p:cNvPr id="5" name="Picture 4">
            <a:extLst>
              <a:ext uri="{FF2B5EF4-FFF2-40B4-BE49-F238E27FC236}">
                <a16:creationId xmlns:a16="http://schemas.microsoft.com/office/drawing/2014/main" id="{91AA75CE-1E4A-064B-856F-DFC9ACE34471}"/>
              </a:ext>
            </a:extLst>
          </p:cNvPr>
          <p:cNvPicPr>
            <a:picLocks noChangeAspect="1"/>
          </p:cNvPicPr>
          <p:nvPr/>
        </p:nvPicPr>
        <p:blipFill>
          <a:blip r:embed="rId3"/>
          <a:stretch>
            <a:fillRect/>
          </a:stretch>
        </p:blipFill>
        <p:spPr>
          <a:xfrm>
            <a:off x="-281121" y="-27780"/>
            <a:ext cx="5474874" cy="5715000"/>
          </a:xfrm>
          <a:prstGeom prst="rect">
            <a:avLst/>
          </a:prstGeom>
        </p:spPr>
      </p:pic>
      <p:pic>
        <p:nvPicPr>
          <p:cNvPr id="11" name="Picture 10">
            <a:extLst>
              <a:ext uri="{FF2B5EF4-FFF2-40B4-BE49-F238E27FC236}">
                <a16:creationId xmlns:a16="http://schemas.microsoft.com/office/drawing/2014/main" id="{F44C26B8-383D-5B43-9413-90C630F355C8}"/>
              </a:ext>
            </a:extLst>
          </p:cNvPr>
          <p:cNvPicPr>
            <a:picLocks noChangeAspect="1"/>
          </p:cNvPicPr>
          <p:nvPr/>
        </p:nvPicPr>
        <p:blipFill>
          <a:blip r:embed="rId4"/>
          <a:stretch>
            <a:fillRect/>
          </a:stretch>
        </p:blipFill>
        <p:spPr>
          <a:xfrm>
            <a:off x="5157330" y="-266700"/>
            <a:ext cx="4414695" cy="5715000"/>
          </a:xfrm>
          <a:prstGeom prst="rect">
            <a:avLst/>
          </a:prstGeom>
        </p:spPr>
      </p:pic>
    </p:spTree>
    <p:extLst>
      <p:ext uri="{BB962C8B-B14F-4D97-AF65-F5344CB8AC3E}">
        <p14:creationId xmlns:p14="http://schemas.microsoft.com/office/powerpoint/2010/main" val="8171526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4145" name="Picture 3" descr="TAB_col_background.png">
            <a:extLst>
              <a:ext uri="{FF2B5EF4-FFF2-40B4-BE49-F238E27FC236}">
                <a16:creationId xmlns:a16="http://schemas.microsoft.com/office/drawing/2014/main" id="{F2BD22F5-E1DF-024F-B730-8749D37B79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23F146E5-8E68-E246-B565-44224D1E5497}"/>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6" name="Rectangle 5">
            <a:extLst>
              <a:ext uri="{FF2B5EF4-FFF2-40B4-BE49-F238E27FC236}">
                <a16:creationId xmlns:a16="http://schemas.microsoft.com/office/drawing/2014/main" id="{9E7F9C6E-D283-1F42-AED2-2634AA65AC7C}"/>
              </a:ext>
            </a:extLst>
          </p:cNvPr>
          <p:cNvSpPr>
            <a:spLocks noChangeArrowheads="1"/>
          </p:cNvSpPr>
          <p:nvPr/>
        </p:nvSpPr>
        <p:spPr bwMode="auto">
          <a:xfrm>
            <a:off x="3909219" y="1062302"/>
            <a:ext cx="4335198" cy="824177"/>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eaLnBrk="1" fontAlgn="auto" hangingPunct="1">
              <a:spcBef>
                <a:spcPts val="0"/>
              </a:spcBef>
              <a:spcAft>
                <a:spcPts val="0"/>
              </a:spcAft>
              <a:defRPr/>
            </a:pPr>
            <a:r>
              <a:rPr lang="en-US" sz="1500" dirty="0">
                <a:solidFill>
                  <a:prstClr val="white"/>
                </a:solidFill>
                <a:latin typeface="Arial Rounded MT Bold"/>
              </a:rPr>
              <a:t>Educational web site developed within the </a:t>
            </a:r>
          </a:p>
          <a:p>
            <a:pPr algn="ctr" defTabSz="761970" eaLnBrk="1" fontAlgn="auto" hangingPunct="1">
              <a:spcBef>
                <a:spcPts val="0"/>
              </a:spcBef>
              <a:spcAft>
                <a:spcPts val="0"/>
              </a:spcAft>
              <a:defRPr/>
            </a:pPr>
            <a:r>
              <a:rPr lang="en-US" sz="1500" dirty="0">
                <a:solidFill>
                  <a:prstClr val="white"/>
                </a:solidFill>
                <a:latin typeface="Arial Rounded MT Bold"/>
              </a:rPr>
              <a:t>School of Earth, Atmospheric and Environmental Sciences</a:t>
            </a:r>
          </a:p>
        </p:txBody>
      </p:sp>
      <p:pic>
        <p:nvPicPr>
          <p:cNvPr id="134148" name="Picture 6" descr="Manunicast.png">
            <a:extLst>
              <a:ext uri="{FF2B5EF4-FFF2-40B4-BE49-F238E27FC236}">
                <a16:creationId xmlns:a16="http://schemas.microsoft.com/office/drawing/2014/main" id="{C9F9E0DD-D19B-0E44-952E-1F75CBBB7DD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000" y="0"/>
            <a:ext cx="3001698"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49" name="Picture 15" descr="refl_1km_2013-11-03_1300_d02.png">
            <a:extLst>
              <a:ext uri="{FF2B5EF4-FFF2-40B4-BE49-F238E27FC236}">
                <a16:creationId xmlns:a16="http://schemas.microsoft.com/office/drawing/2014/main" id="{FEBEFDB9-05D0-194C-B6D5-E989582C75B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242893">
            <a:off x="882386" y="2043907"/>
            <a:ext cx="2645833" cy="349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0" name="Picture 14" descr="slp_td2_2013-11-07_0600_d01.png">
            <a:extLst>
              <a:ext uri="{FF2B5EF4-FFF2-40B4-BE49-F238E27FC236}">
                <a16:creationId xmlns:a16="http://schemas.microsoft.com/office/drawing/2014/main" id="{068F4465-325F-F345-AA9D-8FD771D8F4E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rot="-175733">
            <a:off x="4765146" y="2260865"/>
            <a:ext cx="3488532" cy="3275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1" name="Picture 12" descr="TAB_col_background.png">
            <a:extLst>
              <a:ext uri="{FF2B5EF4-FFF2-40B4-BE49-F238E27FC236}">
                <a16:creationId xmlns:a16="http://schemas.microsoft.com/office/drawing/2014/main" id="{C2D08EF1-B13B-5B4D-AEBB-82BAD9A0B9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3479" y="5150116"/>
            <a:ext cx="1270000" cy="53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F27501C9-21CC-AD41-B42A-911CC14A16D3}"/>
              </a:ext>
            </a:extLst>
          </p:cNvPr>
          <p:cNvPicPr>
            <a:picLocks noChangeAspect="1"/>
          </p:cNvPicPr>
          <p:nvPr/>
        </p:nvPicPr>
        <p:blipFill>
          <a:blip r:embed="rId7"/>
          <a:stretch>
            <a:fillRect/>
          </a:stretch>
        </p:blipFill>
        <p:spPr>
          <a:xfrm>
            <a:off x="595643" y="0"/>
            <a:ext cx="7963319" cy="5715000"/>
          </a:xfrm>
          <a:prstGeom prst="rect">
            <a:avLst/>
          </a:prstGeom>
        </p:spPr>
      </p:pic>
    </p:spTree>
    <p:extLst>
      <p:ext uri="{BB962C8B-B14F-4D97-AF65-F5344CB8AC3E}">
        <p14:creationId xmlns:p14="http://schemas.microsoft.com/office/powerpoint/2010/main" val="30523432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6193" name="Picture 3" descr="TAB_col_background.png">
            <a:extLst>
              <a:ext uri="{FF2B5EF4-FFF2-40B4-BE49-F238E27FC236}">
                <a16:creationId xmlns:a16="http://schemas.microsoft.com/office/drawing/2014/main" id="{2157F06D-5C86-6242-9E7C-31D5709798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A559BB23-EC18-B946-96DE-D5F8FE973411}"/>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8" name="Rectangle 7">
            <a:extLst>
              <a:ext uri="{FF2B5EF4-FFF2-40B4-BE49-F238E27FC236}">
                <a16:creationId xmlns:a16="http://schemas.microsoft.com/office/drawing/2014/main" id="{8912EAA0-2CC5-BE48-9E7D-BFE3B3E01AFA}"/>
              </a:ext>
            </a:extLst>
          </p:cNvPr>
          <p:cNvSpPr>
            <a:spLocks noChangeArrowheads="1"/>
          </p:cNvSpPr>
          <p:nvPr/>
        </p:nvSpPr>
        <p:spPr bwMode="auto">
          <a:xfrm>
            <a:off x="747448" y="3620823"/>
            <a:ext cx="3184261" cy="2094177"/>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eaLnBrk="1" fontAlgn="auto" hangingPunct="1">
              <a:spcBef>
                <a:spcPts val="0"/>
              </a:spcBef>
              <a:spcAft>
                <a:spcPts val="0"/>
              </a:spcAft>
              <a:defRPr/>
            </a:pPr>
            <a:r>
              <a:rPr lang="en-US" sz="3667" dirty="0">
                <a:solidFill>
                  <a:srgbClr val="FFFF00"/>
                </a:solidFill>
                <a:latin typeface="Arial Rounded MT Bold"/>
              </a:rPr>
              <a:t>European Weather</a:t>
            </a:r>
          </a:p>
          <a:p>
            <a:pPr algn="ctr" defTabSz="761970" eaLnBrk="1" fontAlgn="auto" hangingPunct="1">
              <a:spcBef>
                <a:spcPts val="0"/>
              </a:spcBef>
              <a:spcAft>
                <a:spcPts val="0"/>
              </a:spcAft>
              <a:defRPr/>
            </a:pPr>
            <a:endParaRPr lang="en-US" sz="1500" dirty="0">
              <a:solidFill>
                <a:prstClr val="white"/>
              </a:solidFill>
              <a:latin typeface="Arial Rounded MT Bold"/>
            </a:endParaRPr>
          </a:p>
        </p:txBody>
      </p:sp>
      <p:pic>
        <p:nvPicPr>
          <p:cNvPr id="3" name="Picture 2">
            <a:extLst>
              <a:ext uri="{FF2B5EF4-FFF2-40B4-BE49-F238E27FC236}">
                <a16:creationId xmlns:a16="http://schemas.microsoft.com/office/drawing/2014/main" id="{565E9E21-66C1-2548-9C26-643A7FA999BC}"/>
              </a:ext>
            </a:extLst>
          </p:cNvPr>
          <p:cNvPicPr>
            <a:picLocks noChangeAspect="1"/>
          </p:cNvPicPr>
          <p:nvPr/>
        </p:nvPicPr>
        <p:blipFill>
          <a:blip r:embed="rId3"/>
          <a:stretch>
            <a:fillRect/>
          </a:stretch>
        </p:blipFill>
        <p:spPr>
          <a:xfrm>
            <a:off x="3794968" y="0"/>
            <a:ext cx="4585421" cy="5715000"/>
          </a:xfrm>
          <a:prstGeom prst="rect">
            <a:avLst/>
          </a:prstGeom>
        </p:spPr>
      </p:pic>
    </p:spTree>
    <p:extLst>
      <p:ext uri="{BB962C8B-B14F-4D97-AF65-F5344CB8AC3E}">
        <p14:creationId xmlns:p14="http://schemas.microsoft.com/office/powerpoint/2010/main" val="8720444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7217" name="Picture 3" descr="TAB_col_background.png">
            <a:extLst>
              <a:ext uri="{FF2B5EF4-FFF2-40B4-BE49-F238E27FC236}">
                <a16:creationId xmlns:a16="http://schemas.microsoft.com/office/drawing/2014/main" id="{1559F630-C15B-AD4E-9E69-75CCF58109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C6948AE0-71DD-6348-A207-286ACD200A62}"/>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6" name="Rectangle 5">
            <a:extLst>
              <a:ext uri="{FF2B5EF4-FFF2-40B4-BE49-F238E27FC236}">
                <a16:creationId xmlns:a16="http://schemas.microsoft.com/office/drawing/2014/main" id="{0A5B4006-0CFD-1443-8136-FA943589515A}"/>
              </a:ext>
            </a:extLst>
          </p:cNvPr>
          <p:cNvSpPr>
            <a:spLocks noChangeArrowheads="1"/>
          </p:cNvSpPr>
          <p:nvPr/>
        </p:nvSpPr>
        <p:spPr bwMode="auto">
          <a:xfrm>
            <a:off x="762000" y="571501"/>
            <a:ext cx="3184261" cy="2559844"/>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eaLnBrk="1" fontAlgn="auto" hangingPunct="1">
              <a:spcBef>
                <a:spcPts val="0"/>
              </a:spcBef>
              <a:spcAft>
                <a:spcPts val="0"/>
              </a:spcAft>
              <a:defRPr/>
            </a:pPr>
            <a:r>
              <a:rPr lang="en-US" sz="3667" dirty="0">
                <a:solidFill>
                  <a:srgbClr val="FFFF00"/>
                </a:solidFill>
                <a:latin typeface="Arial Rounded MT Bold"/>
              </a:rPr>
              <a:t>UK Weather</a:t>
            </a:r>
          </a:p>
          <a:p>
            <a:pPr algn="ctr" defTabSz="761970" eaLnBrk="1" fontAlgn="auto" hangingPunct="1">
              <a:spcBef>
                <a:spcPts val="0"/>
              </a:spcBef>
              <a:spcAft>
                <a:spcPts val="0"/>
              </a:spcAft>
              <a:defRPr/>
            </a:pPr>
            <a:endParaRPr lang="en-US" sz="1500" dirty="0">
              <a:solidFill>
                <a:prstClr val="white"/>
              </a:solidFill>
              <a:latin typeface="Arial Rounded MT Bold"/>
            </a:endParaRPr>
          </a:p>
        </p:txBody>
      </p:sp>
      <p:pic>
        <p:nvPicPr>
          <p:cNvPr id="3" name="Picture 2">
            <a:extLst>
              <a:ext uri="{FF2B5EF4-FFF2-40B4-BE49-F238E27FC236}">
                <a16:creationId xmlns:a16="http://schemas.microsoft.com/office/drawing/2014/main" id="{396D7295-7D84-8D47-90C8-77EA03468861}"/>
              </a:ext>
            </a:extLst>
          </p:cNvPr>
          <p:cNvPicPr>
            <a:picLocks noChangeAspect="1"/>
          </p:cNvPicPr>
          <p:nvPr/>
        </p:nvPicPr>
        <p:blipFill>
          <a:blip r:embed="rId3"/>
          <a:stretch>
            <a:fillRect/>
          </a:stretch>
        </p:blipFill>
        <p:spPr>
          <a:xfrm>
            <a:off x="4010255" y="190500"/>
            <a:ext cx="4192245" cy="4127500"/>
          </a:xfrm>
          <a:prstGeom prst="rect">
            <a:avLst/>
          </a:prstGeom>
        </p:spPr>
      </p:pic>
    </p:spTree>
    <p:extLst>
      <p:ext uri="{BB962C8B-B14F-4D97-AF65-F5344CB8AC3E}">
        <p14:creationId xmlns:p14="http://schemas.microsoft.com/office/powerpoint/2010/main" val="18262198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8241" name="Picture 3" descr="TAB_col_background.png">
            <a:extLst>
              <a:ext uri="{FF2B5EF4-FFF2-40B4-BE49-F238E27FC236}">
                <a16:creationId xmlns:a16="http://schemas.microsoft.com/office/drawing/2014/main" id="{FA72E85A-C806-CD4D-81BC-16112FE42B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A80697B8-20D9-754B-94B6-D7D288669B15}"/>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7" name="Rectangle 6">
            <a:extLst>
              <a:ext uri="{FF2B5EF4-FFF2-40B4-BE49-F238E27FC236}">
                <a16:creationId xmlns:a16="http://schemas.microsoft.com/office/drawing/2014/main" id="{6D87B0FD-18A7-B943-BE9F-CCB77A6C42E3}"/>
              </a:ext>
            </a:extLst>
          </p:cNvPr>
          <p:cNvSpPr>
            <a:spLocks noChangeArrowheads="1"/>
          </p:cNvSpPr>
          <p:nvPr/>
        </p:nvSpPr>
        <p:spPr bwMode="auto">
          <a:xfrm>
            <a:off x="762000" y="2997729"/>
            <a:ext cx="3386667" cy="2689490"/>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a:defRPr/>
            </a:pPr>
            <a:r>
              <a:rPr lang="en-US" sz="2667" dirty="0">
                <a:solidFill>
                  <a:prstClr val="white"/>
                </a:solidFill>
                <a:latin typeface="Arial Rounded MT Bold"/>
              </a:rPr>
              <a:t>22-h forecasted </a:t>
            </a:r>
            <a:r>
              <a:rPr lang="en-US" sz="2667" dirty="0">
                <a:solidFill>
                  <a:srgbClr val="FFFF00"/>
                </a:solidFill>
                <a:latin typeface="Arial Rounded MT Bold"/>
              </a:rPr>
              <a:t>SO</a:t>
            </a:r>
            <a:r>
              <a:rPr lang="en-US" sz="2667" baseline="-25000" dirty="0">
                <a:solidFill>
                  <a:srgbClr val="FFFF00"/>
                </a:solidFill>
                <a:latin typeface="Arial Rounded MT Bold"/>
              </a:rPr>
              <a:t>2</a:t>
            </a:r>
            <a:r>
              <a:rPr lang="en-US" sz="2667" dirty="0">
                <a:solidFill>
                  <a:srgbClr val="FFFF00"/>
                </a:solidFill>
                <a:latin typeface="Arial Rounded MT Bold"/>
              </a:rPr>
              <a:t> mixing ratio</a:t>
            </a:r>
            <a:r>
              <a:rPr lang="en-US" sz="2667" dirty="0">
                <a:solidFill>
                  <a:prstClr val="white"/>
                </a:solidFill>
                <a:latin typeface="Arial Rounded MT Bold"/>
              </a:rPr>
              <a:t> at the ground</a:t>
            </a:r>
          </a:p>
          <a:p>
            <a:pPr algn="ctr" defTabSz="761970">
              <a:defRPr/>
            </a:pPr>
            <a:r>
              <a:rPr lang="en-US" sz="2667" dirty="0">
                <a:solidFill>
                  <a:prstClr val="white"/>
                </a:solidFill>
                <a:latin typeface="Arial Rounded MT Bold"/>
              </a:rPr>
              <a:t>valid at </a:t>
            </a:r>
          </a:p>
          <a:p>
            <a:pPr algn="ctr" defTabSz="761970">
              <a:defRPr/>
            </a:pPr>
            <a:r>
              <a:rPr lang="en-US" sz="2667" dirty="0">
                <a:solidFill>
                  <a:prstClr val="white"/>
                </a:solidFill>
                <a:latin typeface="Arial Rounded MT Bold"/>
              </a:rPr>
              <a:t>1600 GMT today</a:t>
            </a:r>
          </a:p>
        </p:txBody>
      </p:sp>
      <p:sp>
        <p:nvSpPr>
          <p:cNvPr id="6" name="Rectangle 5">
            <a:extLst>
              <a:ext uri="{FF2B5EF4-FFF2-40B4-BE49-F238E27FC236}">
                <a16:creationId xmlns:a16="http://schemas.microsoft.com/office/drawing/2014/main" id="{AE21F8B0-0400-D242-970E-C8DA2A5AEBEE}"/>
              </a:ext>
            </a:extLst>
          </p:cNvPr>
          <p:cNvSpPr>
            <a:spLocks noChangeArrowheads="1"/>
          </p:cNvSpPr>
          <p:nvPr/>
        </p:nvSpPr>
        <p:spPr bwMode="auto">
          <a:xfrm>
            <a:off x="762000" y="857250"/>
            <a:ext cx="3422386" cy="1916907"/>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eaLnBrk="1" fontAlgn="auto" hangingPunct="1">
              <a:spcBef>
                <a:spcPts val="0"/>
              </a:spcBef>
              <a:spcAft>
                <a:spcPts val="0"/>
              </a:spcAft>
              <a:defRPr/>
            </a:pPr>
            <a:r>
              <a:rPr lang="en-US" sz="3667" dirty="0">
                <a:solidFill>
                  <a:srgbClr val="FFFF00"/>
                </a:solidFill>
                <a:latin typeface="Arial Rounded MT Bold"/>
              </a:rPr>
              <a:t>UK Air Quality</a:t>
            </a:r>
            <a:endParaRPr lang="en-US" sz="2000" dirty="0">
              <a:solidFill>
                <a:prstClr val="white"/>
              </a:solidFill>
              <a:latin typeface="Arial Rounded MT Bold"/>
            </a:endParaRPr>
          </a:p>
        </p:txBody>
      </p:sp>
      <p:pic>
        <p:nvPicPr>
          <p:cNvPr id="3" name="Picture 2">
            <a:extLst>
              <a:ext uri="{FF2B5EF4-FFF2-40B4-BE49-F238E27FC236}">
                <a16:creationId xmlns:a16="http://schemas.microsoft.com/office/drawing/2014/main" id="{EC885906-E28F-9649-87A3-2452D2BBCAC5}"/>
              </a:ext>
            </a:extLst>
          </p:cNvPr>
          <p:cNvPicPr>
            <a:picLocks noChangeAspect="1"/>
          </p:cNvPicPr>
          <p:nvPr/>
        </p:nvPicPr>
        <p:blipFill>
          <a:blip r:embed="rId3"/>
          <a:stretch>
            <a:fillRect/>
          </a:stretch>
        </p:blipFill>
        <p:spPr>
          <a:xfrm>
            <a:off x="4312872" y="7744"/>
            <a:ext cx="4069128" cy="5715000"/>
          </a:xfrm>
          <a:prstGeom prst="rect">
            <a:avLst/>
          </a:prstGeom>
        </p:spPr>
      </p:pic>
    </p:spTree>
    <p:extLst>
      <p:ext uri="{BB962C8B-B14F-4D97-AF65-F5344CB8AC3E}">
        <p14:creationId xmlns:p14="http://schemas.microsoft.com/office/powerpoint/2010/main" val="41946285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F482-1915-944C-BE8D-5838A942458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81F44EF-2A98-664F-8AF3-33C757693861}"/>
              </a:ext>
            </a:extLst>
          </p:cNvPr>
          <p:cNvPicPr>
            <a:picLocks noGrp="1" noChangeAspect="1"/>
          </p:cNvPicPr>
          <p:nvPr>
            <p:ph idx="1"/>
          </p:nvPr>
        </p:nvPicPr>
        <p:blipFill>
          <a:blip r:embed="rId3"/>
          <a:stretch>
            <a:fillRect/>
          </a:stretch>
        </p:blipFill>
        <p:spPr>
          <a:xfrm>
            <a:off x="780585" y="127000"/>
            <a:ext cx="7556499" cy="4445000"/>
          </a:xfrm>
        </p:spPr>
      </p:pic>
    </p:spTree>
    <p:extLst>
      <p:ext uri="{BB962C8B-B14F-4D97-AF65-F5344CB8AC3E}">
        <p14:creationId xmlns:p14="http://schemas.microsoft.com/office/powerpoint/2010/main" val="32320590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925E86-33A6-DA49-A541-02D6FDC2D665}"/>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6" name="Rectangle 5">
            <a:extLst>
              <a:ext uri="{FF2B5EF4-FFF2-40B4-BE49-F238E27FC236}">
                <a16:creationId xmlns:a16="http://schemas.microsoft.com/office/drawing/2014/main" id="{43CA7EEF-E39D-7F46-9164-B55321E50490}"/>
              </a:ext>
            </a:extLst>
          </p:cNvPr>
          <p:cNvSpPr>
            <a:spLocks noChangeArrowheads="1"/>
          </p:cNvSpPr>
          <p:nvPr/>
        </p:nvSpPr>
        <p:spPr bwMode="auto">
          <a:xfrm>
            <a:off x="2492375" y="10584"/>
            <a:ext cx="4381500" cy="547688"/>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eaLnBrk="1" hangingPunct="1"/>
            <a:r>
              <a:rPr lang="en-US" altLang="en-US" sz="1667">
                <a:solidFill>
                  <a:srgbClr val="FFFFFF"/>
                </a:solidFill>
                <a:latin typeface="Arial Rounded MT Bold" panose="020F0704030504030204" pitchFamily="34" charset="77"/>
              </a:rPr>
              <a:t>Today’s Forecast:  </a:t>
            </a:r>
          </a:p>
          <a:p>
            <a:pPr algn="ctr" defTabSz="761970" eaLnBrk="1" hangingPunct="1"/>
            <a:r>
              <a:rPr lang="en-US" altLang="en-US" sz="1667">
                <a:solidFill>
                  <a:srgbClr val="FFFFFF"/>
                </a:solidFill>
                <a:latin typeface="Arial Rounded MT Bold" panose="020F0704030504030204" pitchFamily="34" charset="77"/>
              </a:rPr>
              <a:t>Meteogram Manchester</a:t>
            </a:r>
            <a:endParaRPr lang="en-US" altLang="en-US" sz="1667" i="1">
              <a:solidFill>
                <a:srgbClr val="FFFFFF"/>
              </a:solidFill>
              <a:latin typeface="Arial Rounded MT Bold" panose="020F0704030504030204" pitchFamily="34" charset="77"/>
            </a:endParaRPr>
          </a:p>
        </p:txBody>
      </p:sp>
      <p:pic>
        <p:nvPicPr>
          <p:cNvPr id="7" name="Picture 6">
            <a:extLst>
              <a:ext uri="{FF2B5EF4-FFF2-40B4-BE49-F238E27FC236}">
                <a16:creationId xmlns:a16="http://schemas.microsoft.com/office/drawing/2014/main" id="{4CB0F332-3F14-A049-AA93-85EE9C8257D3}"/>
              </a:ext>
            </a:extLst>
          </p:cNvPr>
          <p:cNvPicPr>
            <a:picLocks noChangeAspect="1"/>
          </p:cNvPicPr>
          <p:nvPr/>
        </p:nvPicPr>
        <p:blipFill>
          <a:blip r:embed="rId2"/>
          <a:stretch>
            <a:fillRect/>
          </a:stretch>
        </p:blipFill>
        <p:spPr>
          <a:xfrm>
            <a:off x="762000" y="684481"/>
            <a:ext cx="7620000" cy="5030519"/>
          </a:xfrm>
          <a:prstGeom prst="rect">
            <a:avLst/>
          </a:prstGeom>
        </p:spPr>
      </p:pic>
    </p:spTree>
    <p:extLst>
      <p:ext uri="{BB962C8B-B14F-4D97-AF65-F5344CB8AC3E}">
        <p14:creationId xmlns:p14="http://schemas.microsoft.com/office/powerpoint/2010/main" val="28878183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FFD59F-CDFC-B44C-BD1D-C3C2BD53B2AE}"/>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6" name="Rectangle 5">
            <a:extLst>
              <a:ext uri="{FF2B5EF4-FFF2-40B4-BE49-F238E27FC236}">
                <a16:creationId xmlns:a16="http://schemas.microsoft.com/office/drawing/2014/main" id="{F491B7C1-F429-8543-AE2B-C8286AACE443}"/>
              </a:ext>
            </a:extLst>
          </p:cNvPr>
          <p:cNvSpPr>
            <a:spLocks noChangeArrowheads="1"/>
          </p:cNvSpPr>
          <p:nvPr/>
        </p:nvSpPr>
        <p:spPr bwMode="auto">
          <a:xfrm>
            <a:off x="5898886" y="2282032"/>
            <a:ext cx="2488406" cy="1459177"/>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eaLnBrk="1" hangingPunct="1"/>
            <a:r>
              <a:rPr lang="en-US" altLang="en-US" sz="2000">
                <a:solidFill>
                  <a:srgbClr val="FFFFFF"/>
                </a:solidFill>
                <a:latin typeface="Arial Rounded MT Bold" panose="020F0704030504030204" pitchFamily="34" charset="77"/>
              </a:rPr>
              <a:t>Locations of </a:t>
            </a:r>
          </a:p>
          <a:p>
            <a:pPr algn="ctr" defTabSz="761970" eaLnBrk="1" hangingPunct="1"/>
            <a:r>
              <a:rPr lang="en-US" altLang="en-US" sz="2000">
                <a:solidFill>
                  <a:srgbClr val="FFFFFF"/>
                </a:solidFill>
                <a:latin typeface="Arial Rounded MT Bold" panose="020F0704030504030204" pitchFamily="34" charset="77"/>
              </a:rPr>
              <a:t>Skew-</a:t>
            </a:r>
            <a:r>
              <a:rPr lang="en-US" altLang="en-US" sz="2000" i="1">
                <a:solidFill>
                  <a:srgbClr val="FFFFFF"/>
                </a:solidFill>
                <a:latin typeface="Arial Rounded MT Bold" panose="020F0704030504030204" pitchFamily="34" charset="77"/>
              </a:rPr>
              <a:t>T</a:t>
            </a:r>
            <a:r>
              <a:rPr lang="en-US" altLang="en-US" sz="2000">
                <a:solidFill>
                  <a:srgbClr val="FFFFFF"/>
                </a:solidFill>
                <a:latin typeface="Arial Rounded MT Bold" panose="020F0704030504030204" pitchFamily="34" charset="77"/>
              </a:rPr>
              <a:t>–log</a:t>
            </a:r>
            <a:r>
              <a:rPr lang="en-US" altLang="en-US" sz="2000" i="1">
                <a:solidFill>
                  <a:srgbClr val="FFFFFF"/>
                </a:solidFill>
                <a:latin typeface="Arial Rounded MT Bold" panose="020F0704030504030204" pitchFamily="34" charset="77"/>
              </a:rPr>
              <a:t>p</a:t>
            </a:r>
            <a:r>
              <a:rPr lang="en-US" altLang="en-US" sz="2000">
                <a:solidFill>
                  <a:srgbClr val="FFFFFF"/>
                </a:solidFill>
                <a:latin typeface="Arial Rounded MT Bold" panose="020F0704030504030204" pitchFamily="34" charset="77"/>
              </a:rPr>
              <a:t> </a:t>
            </a:r>
          </a:p>
          <a:p>
            <a:pPr algn="ctr" defTabSz="761970" eaLnBrk="1" hangingPunct="1"/>
            <a:r>
              <a:rPr lang="en-US" altLang="en-US" sz="2000">
                <a:solidFill>
                  <a:srgbClr val="FFFFFF"/>
                </a:solidFill>
                <a:latin typeface="Arial Rounded MT Bold" panose="020F0704030504030204" pitchFamily="34" charset="77"/>
              </a:rPr>
              <a:t>diagrams</a:t>
            </a:r>
          </a:p>
          <a:p>
            <a:pPr algn="ctr" defTabSz="761970" eaLnBrk="1" hangingPunct="1"/>
            <a:r>
              <a:rPr lang="en-US" altLang="en-US" sz="2000">
                <a:solidFill>
                  <a:srgbClr val="FFFFFF"/>
                </a:solidFill>
                <a:latin typeface="Arial Rounded MT Bold" panose="020F0704030504030204" pitchFamily="34" charset="77"/>
              </a:rPr>
              <a:t>and meteograms</a:t>
            </a:r>
          </a:p>
        </p:txBody>
      </p:sp>
      <p:pic>
        <p:nvPicPr>
          <p:cNvPr id="140291" name="Picture 7" descr="Manunicast.png">
            <a:extLst>
              <a:ext uri="{FF2B5EF4-FFF2-40B4-BE49-F238E27FC236}">
                <a16:creationId xmlns:a16="http://schemas.microsoft.com/office/drawing/2014/main" id="{DF6FD86C-D1BA-4846-8219-FDEC601D5A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98105" y="18521"/>
            <a:ext cx="2383896"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2" name="Picture 1" descr="station_loc_annotate_crop_small.png">
            <a:extLst>
              <a:ext uri="{FF2B5EF4-FFF2-40B4-BE49-F238E27FC236}">
                <a16:creationId xmlns:a16="http://schemas.microsoft.com/office/drawing/2014/main" id="{AC807812-C971-954B-817C-C142532A8A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522949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8422059"/>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1313" name="Picture 3" descr="TAB_col_background.png">
            <a:extLst>
              <a:ext uri="{FF2B5EF4-FFF2-40B4-BE49-F238E27FC236}">
                <a16:creationId xmlns:a16="http://schemas.microsoft.com/office/drawing/2014/main" id="{5EE09B60-273C-6F49-9169-D52F456A14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30699" y="4896116"/>
            <a:ext cx="1867958" cy="79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09A6C726-A754-0E43-BF4C-31C1B0EEA557}"/>
              </a:ext>
            </a:extLst>
          </p:cNvPr>
          <p:cNvSpPr>
            <a:spLocks noChangeArrowheads="1"/>
          </p:cNvSpPr>
          <p:nvPr/>
        </p:nvSpPr>
        <p:spPr bwMode="auto">
          <a:xfrm>
            <a:off x="762000" y="0"/>
            <a:ext cx="7620000" cy="5704417"/>
          </a:xfrm>
          <a:prstGeom prst="rect">
            <a:avLst/>
          </a:prstGeom>
          <a:solidFill>
            <a:srgbClr val="007198"/>
          </a:solidFill>
          <a:ln w="12700">
            <a:solidFill>
              <a:srgbClr val="043579"/>
            </a:solidFill>
            <a:miter lim="800000"/>
            <a:headEnd/>
            <a:tailEnd/>
          </a:ln>
          <a:effectLst>
            <a:outerShdw blurRad="88900" dist="63500" dir="3000007" algn="br" rotWithShape="0">
              <a:srgbClr val="808080">
                <a:alpha val="34998"/>
              </a:srgbClr>
            </a:outerShdw>
          </a:effectLst>
        </p:spPr>
        <p:txBody>
          <a:bodyPr anchor="ctr"/>
          <a:lstStyle/>
          <a:p>
            <a:pPr algn="ctr" defTabSz="761970" eaLnBrk="1" fontAlgn="auto" hangingPunct="1">
              <a:spcBef>
                <a:spcPts val="0"/>
              </a:spcBef>
              <a:spcAft>
                <a:spcPts val="0"/>
              </a:spcAft>
              <a:defRPr/>
            </a:pPr>
            <a:endParaRPr lang="en-US" sz="1500" dirty="0">
              <a:solidFill>
                <a:prstClr val="white"/>
              </a:solidFill>
              <a:latin typeface="Arial Rounded MT Bold"/>
            </a:endParaRPr>
          </a:p>
        </p:txBody>
      </p:sp>
      <p:sp>
        <p:nvSpPr>
          <p:cNvPr id="6" name="Rectangle 5">
            <a:extLst>
              <a:ext uri="{FF2B5EF4-FFF2-40B4-BE49-F238E27FC236}">
                <a16:creationId xmlns:a16="http://schemas.microsoft.com/office/drawing/2014/main" id="{D691AD92-2F60-8643-9C21-B10003B4191C}"/>
              </a:ext>
            </a:extLst>
          </p:cNvPr>
          <p:cNvSpPr>
            <a:spLocks noChangeArrowheads="1"/>
          </p:cNvSpPr>
          <p:nvPr/>
        </p:nvSpPr>
        <p:spPr bwMode="auto">
          <a:xfrm>
            <a:off x="3909219" y="1062302"/>
            <a:ext cx="4335198" cy="824177"/>
          </a:xfrm>
          <a:prstGeom prst="rect">
            <a:avLst/>
          </a:prstGeom>
          <a:gradFill rotWithShape="1">
            <a:gsLst>
              <a:gs pos="0">
                <a:srgbClr val="003289"/>
              </a:gs>
              <a:gs pos="20000">
                <a:srgbClr val="003286"/>
              </a:gs>
              <a:gs pos="100000">
                <a:srgbClr val="001A4E"/>
              </a:gs>
            </a:gsLst>
            <a:lin ang="3600000" scaled="1"/>
          </a:gradFill>
          <a:ln>
            <a:noFill/>
          </a:ln>
          <a:effectLst>
            <a:outerShdw blurRad="88900" dist="63500" dir="3000007" algn="br" rotWithShape="0">
              <a:srgbClr val="808080">
                <a:alpha val="34998"/>
              </a:srgbClr>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lstStyle/>
          <a:p>
            <a:pPr algn="ctr" defTabSz="761970" eaLnBrk="1" fontAlgn="auto" hangingPunct="1">
              <a:spcBef>
                <a:spcPts val="0"/>
              </a:spcBef>
              <a:spcAft>
                <a:spcPts val="0"/>
              </a:spcAft>
              <a:defRPr/>
            </a:pPr>
            <a:r>
              <a:rPr lang="en-US" sz="1500" dirty="0">
                <a:solidFill>
                  <a:prstClr val="white"/>
                </a:solidFill>
                <a:latin typeface="Arial Rounded MT Bold"/>
              </a:rPr>
              <a:t>Educational web site developed within the </a:t>
            </a:r>
          </a:p>
          <a:p>
            <a:pPr algn="ctr" defTabSz="761970" eaLnBrk="1" fontAlgn="auto" hangingPunct="1">
              <a:spcBef>
                <a:spcPts val="0"/>
              </a:spcBef>
              <a:spcAft>
                <a:spcPts val="0"/>
              </a:spcAft>
              <a:defRPr/>
            </a:pPr>
            <a:r>
              <a:rPr lang="en-US" sz="1500" dirty="0">
                <a:solidFill>
                  <a:prstClr val="white"/>
                </a:solidFill>
                <a:latin typeface="Arial Rounded MT Bold"/>
              </a:rPr>
              <a:t>School of Earth, Atmospheric and Environmental Sciences</a:t>
            </a:r>
          </a:p>
        </p:txBody>
      </p:sp>
      <p:pic>
        <p:nvPicPr>
          <p:cNvPr id="141316" name="Picture 6" descr="Manunicast.png">
            <a:extLst>
              <a:ext uri="{FF2B5EF4-FFF2-40B4-BE49-F238E27FC236}">
                <a16:creationId xmlns:a16="http://schemas.microsoft.com/office/drawing/2014/main" id="{4F067657-0934-174E-8E07-3AA0CD493B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3001698"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319D58FA-FA7E-614A-8C59-924865CAEF95}"/>
              </a:ext>
            </a:extLst>
          </p:cNvPr>
          <p:cNvSpPr txBox="1">
            <a:spLocks/>
          </p:cNvSpPr>
          <p:nvPr/>
        </p:nvSpPr>
        <p:spPr>
          <a:xfrm>
            <a:off x="2074334" y="121709"/>
            <a:ext cx="6205803" cy="955146"/>
          </a:xfrm>
          <a:prstGeom prst="rect">
            <a:avLst/>
          </a:prstGeom>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761970" eaLnBrk="1" hangingPunct="1">
              <a:lnSpc>
                <a:spcPts val="4666"/>
              </a:lnSpc>
            </a:pPr>
            <a:r>
              <a:rPr lang="en-US" altLang="en-US" sz="4000">
                <a:solidFill>
                  <a:srgbClr val="FFFFFF"/>
                </a:solidFill>
                <a:effectLst>
                  <a:outerShdw blurRad="38100" dist="38100" dir="2700000" algn="tl">
                    <a:srgbClr val="C0C0C0"/>
                  </a:outerShdw>
                </a:effectLst>
                <a:latin typeface="Arial Rounded MT Bold" panose="020F0704030504030204" pitchFamily="34" charset="77"/>
              </a:rPr>
              <a:t>ManUniCast.com</a:t>
            </a:r>
          </a:p>
        </p:txBody>
      </p:sp>
      <p:pic>
        <p:nvPicPr>
          <p:cNvPr id="141318" name="Picture 15" descr="refl_1km_2013-11-03_1300_d02.png">
            <a:extLst>
              <a:ext uri="{FF2B5EF4-FFF2-40B4-BE49-F238E27FC236}">
                <a16:creationId xmlns:a16="http://schemas.microsoft.com/office/drawing/2014/main" id="{3EB01EA5-80A6-1848-B34D-0D0A280CAFD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rot="-242893">
            <a:off x="2440782" y="2043907"/>
            <a:ext cx="2645833" cy="349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19" name="Picture 2" descr="IPhone.png">
            <a:extLst>
              <a:ext uri="{FF2B5EF4-FFF2-40B4-BE49-F238E27FC236}">
                <a16:creationId xmlns:a16="http://schemas.microsoft.com/office/drawing/2014/main" id="{C8E12CCD-DE9A-7A4A-B375-FE486D8AFE6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783018">
            <a:off x="600604" y="1915584"/>
            <a:ext cx="2286000" cy="4455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0" name="Picture 13" descr="wind10m_vector_O3_2013-11-08_0800_d03.png">
            <a:extLst>
              <a:ext uri="{FF2B5EF4-FFF2-40B4-BE49-F238E27FC236}">
                <a16:creationId xmlns:a16="http://schemas.microsoft.com/office/drawing/2014/main" id="{FD924AB2-414C-0346-96B5-55F7E8FD1E9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rot="336904">
            <a:off x="4594490" y="2104761"/>
            <a:ext cx="2622021" cy="351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1" name="Picture 14" descr="slp_td2_2013-11-07_0600_d01.png">
            <a:extLst>
              <a:ext uri="{FF2B5EF4-FFF2-40B4-BE49-F238E27FC236}">
                <a16:creationId xmlns:a16="http://schemas.microsoft.com/office/drawing/2014/main" id="{8FC6F356-F716-C849-A981-3F6A28B8E0A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rot="-175733">
            <a:off x="5987521" y="2260865"/>
            <a:ext cx="3488532" cy="3275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2" name="Picture 12" descr="TAB_col_background.png">
            <a:extLst>
              <a:ext uri="{FF2B5EF4-FFF2-40B4-BE49-F238E27FC236}">
                <a16:creationId xmlns:a16="http://schemas.microsoft.com/office/drawing/2014/main" id="{685A899C-AC22-FD4F-8DD2-7B3322A9CD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93479" y="5150116"/>
            <a:ext cx="1270000" cy="53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3" name="Picture 10" descr="Available_on_the_App_Store_(black).png">
            <a:extLst>
              <a:ext uri="{FF2B5EF4-FFF2-40B4-BE49-F238E27FC236}">
                <a16:creationId xmlns:a16="http://schemas.microsoft.com/office/drawing/2014/main" id="{C4A15431-9798-3949-94C5-86E697E042F0}"/>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2156" y="4843199"/>
            <a:ext cx="3111501" cy="92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7734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BCA1EE4A-5F07-C040-9BC1-A2C425E83B47}"/>
              </a:ext>
            </a:extLst>
          </p:cNvPr>
          <p:cNvSpPr>
            <a:spLocks noGrp="1" noChangeArrowheads="1"/>
          </p:cNvSpPr>
          <p:nvPr>
            <p:ph type="title"/>
          </p:nvPr>
        </p:nvSpPr>
        <p:spPr>
          <a:xfrm>
            <a:off x="1270000" y="317500"/>
            <a:ext cx="6477000" cy="508000"/>
          </a:xfrm>
        </p:spPr>
        <p:txBody>
          <a:bodyPr/>
          <a:lstStyle/>
          <a:p>
            <a:pPr eaLnBrk="1" hangingPunct="1"/>
            <a:r>
              <a:rPr lang="en-US" altLang="en-US">
                <a:solidFill>
                  <a:srgbClr val="FFE614"/>
                </a:solidFill>
                <a:ea typeface="ＭＳ Ｐゴシック" panose="020B0600070205080204" pitchFamily="34" charset="-128"/>
              </a:rPr>
              <a:t>Themes for Today</a:t>
            </a:r>
          </a:p>
        </p:txBody>
      </p:sp>
      <p:sp>
        <p:nvSpPr>
          <p:cNvPr id="142338" name="Rectangle 3">
            <a:extLst>
              <a:ext uri="{FF2B5EF4-FFF2-40B4-BE49-F238E27FC236}">
                <a16:creationId xmlns:a16="http://schemas.microsoft.com/office/drawing/2014/main" id="{9598E384-9404-0A4B-BEEB-3BFDF0894640}"/>
              </a:ext>
            </a:extLst>
          </p:cNvPr>
          <p:cNvSpPr>
            <a:spLocks noGrp="1" noChangeArrowheads="1"/>
          </p:cNvSpPr>
          <p:nvPr>
            <p:ph type="body" idx="1"/>
          </p:nvPr>
        </p:nvSpPr>
        <p:spPr>
          <a:xfrm>
            <a:off x="1143000" y="1143000"/>
            <a:ext cx="6858000" cy="4127500"/>
          </a:xfrm>
        </p:spPr>
        <p:txBody>
          <a:bodyPr/>
          <a:lstStyle/>
          <a:p>
            <a:pPr eaLnBrk="1" hangingPunct="1">
              <a:lnSpc>
                <a:spcPct val="90000"/>
              </a:lnSpc>
            </a:pPr>
            <a:r>
              <a:rPr lang="en-US" altLang="en-US" sz="2333">
                <a:ea typeface="ＭＳ Ｐゴシック" panose="020B0600070205080204" pitchFamily="34" charset="-128"/>
              </a:rPr>
              <a:t>In principle, weather forecasting is easy.</a:t>
            </a:r>
          </a:p>
          <a:p>
            <a:pPr lvl="1" eaLnBrk="1" hangingPunct="1">
              <a:lnSpc>
                <a:spcPct val="90000"/>
              </a:lnSpc>
            </a:pPr>
            <a:r>
              <a:rPr lang="en-US" altLang="en-US" sz="2000">
                <a:ea typeface="ＭＳ Ｐゴシック" panose="020B0600070205080204" pitchFamily="34" charset="-128"/>
              </a:rPr>
              <a:t>Initial state of atmosphere (observations)</a:t>
            </a:r>
          </a:p>
          <a:p>
            <a:pPr lvl="1" eaLnBrk="1" hangingPunct="1">
              <a:lnSpc>
                <a:spcPct val="90000"/>
              </a:lnSpc>
            </a:pPr>
            <a:r>
              <a:rPr lang="en-US" altLang="en-US" sz="2000">
                <a:ea typeface="ＭＳ Ｐゴシック" panose="020B0600070205080204" pitchFamily="34" charset="-128"/>
              </a:rPr>
              <a:t>Laws of atmosphere (physics)</a:t>
            </a:r>
          </a:p>
          <a:p>
            <a:pPr eaLnBrk="1" hangingPunct="1">
              <a:lnSpc>
                <a:spcPct val="90000"/>
              </a:lnSpc>
            </a:pPr>
            <a:endParaRPr lang="en-US" altLang="en-US" sz="2333">
              <a:ea typeface="ＭＳ Ｐゴシック" panose="020B0600070205080204" pitchFamily="34" charset="-128"/>
            </a:endParaRPr>
          </a:p>
        </p:txBody>
      </p:sp>
    </p:spTree>
    <p:extLst>
      <p:ext uri="{BB962C8B-B14F-4D97-AF65-F5344CB8AC3E}">
        <p14:creationId xmlns:p14="http://schemas.microsoft.com/office/powerpoint/2010/main" val="32062421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0D7F42D6-A541-6C4A-A112-AEDBA6F79548}"/>
              </a:ext>
            </a:extLst>
          </p:cNvPr>
          <p:cNvSpPr>
            <a:spLocks noGrp="1" noChangeArrowheads="1"/>
          </p:cNvSpPr>
          <p:nvPr>
            <p:ph type="title"/>
          </p:nvPr>
        </p:nvSpPr>
        <p:spPr>
          <a:xfrm>
            <a:off x="1270000" y="317500"/>
            <a:ext cx="6477000" cy="508000"/>
          </a:xfrm>
        </p:spPr>
        <p:txBody>
          <a:bodyPr/>
          <a:lstStyle/>
          <a:p>
            <a:pPr eaLnBrk="1" hangingPunct="1"/>
            <a:r>
              <a:rPr lang="en-US" altLang="en-US">
                <a:solidFill>
                  <a:srgbClr val="FFE614"/>
                </a:solidFill>
                <a:ea typeface="ＭＳ Ｐゴシック" panose="020B0600070205080204" pitchFamily="34" charset="-128"/>
              </a:rPr>
              <a:t>Themes for Today</a:t>
            </a:r>
          </a:p>
        </p:txBody>
      </p:sp>
      <p:sp>
        <p:nvSpPr>
          <p:cNvPr id="144386" name="Rectangle 3">
            <a:extLst>
              <a:ext uri="{FF2B5EF4-FFF2-40B4-BE49-F238E27FC236}">
                <a16:creationId xmlns:a16="http://schemas.microsoft.com/office/drawing/2014/main" id="{139FABD7-1E50-F54E-B456-2A129ED9B376}"/>
              </a:ext>
            </a:extLst>
          </p:cNvPr>
          <p:cNvSpPr>
            <a:spLocks noGrp="1" noChangeArrowheads="1"/>
          </p:cNvSpPr>
          <p:nvPr>
            <p:ph type="body" idx="1"/>
          </p:nvPr>
        </p:nvSpPr>
        <p:spPr>
          <a:xfrm>
            <a:off x="1143000" y="1143000"/>
            <a:ext cx="6858000" cy="4127500"/>
          </a:xfrm>
        </p:spPr>
        <p:txBody>
          <a:bodyPr/>
          <a:lstStyle/>
          <a:p>
            <a:pPr eaLnBrk="1" hangingPunct="1">
              <a:lnSpc>
                <a:spcPct val="90000"/>
              </a:lnSpc>
            </a:pPr>
            <a:r>
              <a:rPr lang="en-US" altLang="en-US" sz="2333">
                <a:ea typeface="ＭＳ Ｐゴシック" panose="020B0600070205080204" pitchFamily="34" charset="-128"/>
              </a:rPr>
              <a:t>In principle, weather forecasting is easy.</a:t>
            </a:r>
          </a:p>
          <a:p>
            <a:pPr lvl="1" eaLnBrk="1" hangingPunct="1">
              <a:lnSpc>
                <a:spcPct val="90000"/>
              </a:lnSpc>
            </a:pPr>
            <a:r>
              <a:rPr lang="en-US" altLang="en-US" sz="2000">
                <a:ea typeface="ＭＳ Ｐゴシック" panose="020B0600070205080204" pitchFamily="34" charset="-128"/>
              </a:rPr>
              <a:t>Initial state of atmosphere (observations)</a:t>
            </a:r>
          </a:p>
          <a:p>
            <a:pPr lvl="1" eaLnBrk="1" hangingPunct="1">
              <a:lnSpc>
                <a:spcPct val="90000"/>
              </a:lnSpc>
            </a:pPr>
            <a:r>
              <a:rPr lang="en-US" altLang="en-US" sz="2000">
                <a:ea typeface="ＭＳ Ｐゴシック" panose="020B0600070205080204" pitchFamily="34" charset="-128"/>
              </a:rPr>
              <a:t>Laws of atmosphere (physics)</a:t>
            </a:r>
          </a:p>
          <a:p>
            <a:pPr eaLnBrk="1" hangingPunct="1">
              <a:lnSpc>
                <a:spcPct val="90000"/>
              </a:lnSpc>
            </a:pPr>
            <a:r>
              <a:rPr lang="en-US" altLang="en-US" sz="2333">
                <a:ea typeface="ＭＳ Ｐゴシック" panose="020B0600070205080204" pitchFamily="34" charset="-128"/>
              </a:rPr>
              <a:t>In practice, it is more difficult.</a:t>
            </a:r>
          </a:p>
          <a:p>
            <a:pPr lvl="1" eaLnBrk="1" hangingPunct="1">
              <a:lnSpc>
                <a:spcPct val="90000"/>
              </a:lnSpc>
            </a:pPr>
            <a:r>
              <a:rPr lang="en-US" altLang="en-US" sz="2000">
                <a:ea typeface="ＭＳ Ｐゴシック" panose="020B0600070205080204" pitchFamily="34" charset="-128"/>
              </a:rPr>
              <a:t>Errors in initial state</a:t>
            </a:r>
          </a:p>
          <a:p>
            <a:pPr lvl="1" eaLnBrk="1" hangingPunct="1">
              <a:lnSpc>
                <a:spcPct val="90000"/>
              </a:lnSpc>
            </a:pPr>
            <a:r>
              <a:rPr lang="en-US" altLang="en-US" sz="2000">
                <a:ea typeface="ＭＳ Ｐゴシック" panose="020B0600070205080204" pitchFamily="34" charset="-128"/>
              </a:rPr>
              <a:t>Approximations</a:t>
            </a:r>
          </a:p>
          <a:p>
            <a:pPr lvl="1" eaLnBrk="1" hangingPunct="1">
              <a:lnSpc>
                <a:spcPct val="90000"/>
              </a:lnSpc>
            </a:pPr>
            <a:r>
              <a:rPr lang="en-US" altLang="en-US" sz="2000">
                <a:ea typeface="ＭＳ Ｐゴシック" panose="020B0600070205080204" pitchFamily="34" charset="-128"/>
              </a:rPr>
              <a:t>Chaos</a:t>
            </a:r>
          </a:p>
          <a:p>
            <a:pPr lvl="1" eaLnBrk="1" hangingPunct="1">
              <a:lnSpc>
                <a:spcPct val="90000"/>
              </a:lnSpc>
              <a:buFontTx/>
              <a:buNone/>
            </a:pPr>
            <a:endParaRPr lang="en-US" altLang="en-US" sz="2000">
              <a:ea typeface="ＭＳ Ｐゴシック" panose="020B0600070205080204" pitchFamily="34" charset="-128"/>
            </a:endParaRPr>
          </a:p>
        </p:txBody>
      </p:sp>
    </p:spTree>
    <p:extLst>
      <p:ext uri="{BB962C8B-B14F-4D97-AF65-F5344CB8AC3E}">
        <p14:creationId xmlns:p14="http://schemas.microsoft.com/office/powerpoint/2010/main" val="19333938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3DC6C54D-B43C-7A4B-A525-2DB88E35DF5E}"/>
              </a:ext>
            </a:extLst>
          </p:cNvPr>
          <p:cNvSpPr>
            <a:spLocks noGrp="1" noChangeArrowheads="1"/>
          </p:cNvSpPr>
          <p:nvPr>
            <p:ph type="title"/>
          </p:nvPr>
        </p:nvSpPr>
        <p:spPr>
          <a:xfrm>
            <a:off x="1270000" y="317500"/>
            <a:ext cx="6477000" cy="508000"/>
          </a:xfrm>
        </p:spPr>
        <p:txBody>
          <a:bodyPr/>
          <a:lstStyle/>
          <a:p>
            <a:pPr eaLnBrk="1" hangingPunct="1"/>
            <a:r>
              <a:rPr lang="en-US" altLang="en-US">
                <a:solidFill>
                  <a:srgbClr val="FFE614"/>
                </a:solidFill>
                <a:ea typeface="ＭＳ Ｐゴシック" panose="020B0600070205080204" pitchFamily="34" charset="-128"/>
              </a:rPr>
              <a:t>Themes for Today</a:t>
            </a:r>
          </a:p>
        </p:txBody>
      </p:sp>
      <p:sp>
        <p:nvSpPr>
          <p:cNvPr id="146434" name="Rectangle 3">
            <a:extLst>
              <a:ext uri="{FF2B5EF4-FFF2-40B4-BE49-F238E27FC236}">
                <a16:creationId xmlns:a16="http://schemas.microsoft.com/office/drawing/2014/main" id="{B967C873-A0A3-184F-9D7B-5B0A0A78C630}"/>
              </a:ext>
            </a:extLst>
          </p:cNvPr>
          <p:cNvSpPr>
            <a:spLocks noGrp="1" noChangeArrowheads="1"/>
          </p:cNvSpPr>
          <p:nvPr>
            <p:ph type="body" idx="1"/>
          </p:nvPr>
        </p:nvSpPr>
        <p:spPr>
          <a:xfrm>
            <a:off x="1143000" y="1143000"/>
            <a:ext cx="6858000" cy="4127500"/>
          </a:xfrm>
        </p:spPr>
        <p:txBody>
          <a:bodyPr/>
          <a:lstStyle/>
          <a:p>
            <a:pPr eaLnBrk="1" hangingPunct="1">
              <a:lnSpc>
                <a:spcPct val="90000"/>
              </a:lnSpc>
            </a:pPr>
            <a:r>
              <a:rPr lang="en-US" altLang="en-US" sz="2333">
                <a:ea typeface="ＭＳ Ｐゴシック" panose="020B0600070205080204" pitchFamily="34" charset="-128"/>
              </a:rPr>
              <a:t>In principle, weather forecasting is easy.</a:t>
            </a:r>
          </a:p>
          <a:p>
            <a:pPr lvl="1" eaLnBrk="1" hangingPunct="1">
              <a:lnSpc>
                <a:spcPct val="90000"/>
              </a:lnSpc>
            </a:pPr>
            <a:r>
              <a:rPr lang="en-US" altLang="en-US" sz="2000">
                <a:ea typeface="ＭＳ Ｐゴシック" panose="020B0600070205080204" pitchFamily="34" charset="-128"/>
              </a:rPr>
              <a:t>Initial state of atmosphere (observations)</a:t>
            </a:r>
          </a:p>
          <a:p>
            <a:pPr lvl="1" eaLnBrk="1" hangingPunct="1">
              <a:lnSpc>
                <a:spcPct val="90000"/>
              </a:lnSpc>
            </a:pPr>
            <a:r>
              <a:rPr lang="en-US" altLang="en-US" sz="2000">
                <a:ea typeface="ＭＳ Ｐゴシック" panose="020B0600070205080204" pitchFamily="34" charset="-128"/>
              </a:rPr>
              <a:t>Laws of atmosphere (physics)</a:t>
            </a:r>
          </a:p>
          <a:p>
            <a:pPr eaLnBrk="1" hangingPunct="1">
              <a:lnSpc>
                <a:spcPct val="90000"/>
              </a:lnSpc>
            </a:pPr>
            <a:r>
              <a:rPr lang="en-US" altLang="en-US" sz="2333">
                <a:ea typeface="ＭＳ Ｐゴシック" panose="020B0600070205080204" pitchFamily="34" charset="-128"/>
              </a:rPr>
              <a:t>In practice, it is more difficult.</a:t>
            </a:r>
          </a:p>
          <a:p>
            <a:pPr lvl="1" eaLnBrk="1" hangingPunct="1">
              <a:lnSpc>
                <a:spcPct val="90000"/>
              </a:lnSpc>
            </a:pPr>
            <a:r>
              <a:rPr lang="en-US" altLang="en-US" sz="2000">
                <a:ea typeface="ＭＳ Ｐゴシック" panose="020B0600070205080204" pitchFamily="34" charset="-128"/>
              </a:rPr>
              <a:t>Errors in initial state</a:t>
            </a:r>
          </a:p>
          <a:p>
            <a:pPr lvl="1" eaLnBrk="1" hangingPunct="1">
              <a:lnSpc>
                <a:spcPct val="90000"/>
              </a:lnSpc>
            </a:pPr>
            <a:r>
              <a:rPr lang="en-US" altLang="en-US" sz="2000">
                <a:ea typeface="ＭＳ Ｐゴシック" panose="020B0600070205080204" pitchFamily="34" charset="-128"/>
              </a:rPr>
              <a:t>Approximations</a:t>
            </a:r>
          </a:p>
          <a:p>
            <a:pPr lvl="1" eaLnBrk="1" hangingPunct="1">
              <a:lnSpc>
                <a:spcPct val="90000"/>
              </a:lnSpc>
            </a:pPr>
            <a:r>
              <a:rPr lang="en-US" altLang="en-US" sz="2000">
                <a:ea typeface="ＭＳ Ｐゴシック" panose="020B0600070205080204" pitchFamily="34" charset="-128"/>
              </a:rPr>
              <a:t>Chaos</a:t>
            </a:r>
          </a:p>
          <a:p>
            <a:pPr eaLnBrk="1" hangingPunct="1">
              <a:lnSpc>
                <a:spcPct val="90000"/>
              </a:lnSpc>
            </a:pPr>
            <a:r>
              <a:rPr lang="en-US" altLang="en-US" sz="2333">
                <a:ea typeface="ＭＳ Ｐゴシック" panose="020B0600070205080204" pitchFamily="34" charset="-128"/>
              </a:rPr>
              <a:t>Given the extent of the unknown initial state and the approximations used to solve the equations, that we succeed so well in weather forecasting is </a:t>
            </a:r>
            <a:r>
              <a:rPr lang="en-US" altLang="en-US" sz="2333" i="1">
                <a:solidFill>
                  <a:schemeClr val="tx2"/>
                </a:solidFill>
                <a:ea typeface="ＭＳ Ｐゴシック" panose="020B0600070205080204" pitchFamily="34" charset="-128"/>
              </a:rPr>
              <a:t>an amazing human accomplishment.</a:t>
            </a:r>
          </a:p>
        </p:txBody>
      </p:sp>
      <p:sp>
        <p:nvSpPr>
          <p:cNvPr id="146435" name="TextBox 1">
            <a:extLst>
              <a:ext uri="{FF2B5EF4-FFF2-40B4-BE49-F238E27FC236}">
                <a16:creationId xmlns:a16="http://schemas.microsoft.com/office/drawing/2014/main" id="{A9CB6A8B-4C1D-A64A-97CD-376F87076ACD}"/>
              </a:ext>
            </a:extLst>
          </p:cNvPr>
          <p:cNvSpPr txBox="1">
            <a:spLocks noChangeArrowheads="1"/>
          </p:cNvSpPr>
          <p:nvPr/>
        </p:nvSpPr>
        <p:spPr bwMode="auto">
          <a:xfrm>
            <a:off x="3429000" y="5207000"/>
            <a:ext cx="20505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EEA7FF"/>
                </a:solidFill>
              </a:rPr>
              <a:t>manunicast.com</a:t>
            </a:r>
          </a:p>
        </p:txBody>
      </p:sp>
    </p:spTree>
    <p:extLst>
      <p:ext uri="{BB962C8B-B14F-4D97-AF65-F5344CB8AC3E}">
        <p14:creationId xmlns:p14="http://schemas.microsoft.com/office/powerpoint/2010/main" val="13636490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8481" name="Picture 1" descr="PMSL_VerifVsAnl.png">
            <a:extLst>
              <a:ext uri="{FF2B5EF4-FFF2-40B4-BE49-F238E27FC236}">
                <a16:creationId xmlns:a16="http://schemas.microsoft.com/office/drawing/2014/main" id="{CE8589A1-6205-BB41-BC26-0B9DBA47F8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
            <a:ext cx="9054042" cy="500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2" name="Rectangle 2">
            <a:extLst>
              <a:ext uri="{FF2B5EF4-FFF2-40B4-BE49-F238E27FC236}">
                <a16:creationId xmlns:a16="http://schemas.microsoft.com/office/drawing/2014/main" id="{1C0F9168-5186-5640-8A6E-801B404C6AD8}"/>
              </a:ext>
            </a:extLst>
          </p:cNvPr>
          <p:cNvSpPr>
            <a:spLocks noChangeArrowheads="1"/>
          </p:cNvSpPr>
          <p:nvPr/>
        </p:nvSpPr>
        <p:spPr bwMode="auto">
          <a:xfrm>
            <a:off x="762000" y="0"/>
            <a:ext cx="7620000" cy="1714500"/>
          </a:xfrm>
          <a:prstGeom prst="rect">
            <a:avLst/>
          </a:prstGeom>
          <a:solidFill>
            <a:srgbClr val="000063"/>
          </a:solidFill>
          <a:ln w="9525">
            <a:solidFill>
              <a:srgbClr val="000063"/>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48483" name="Text Box 1028">
            <a:extLst>
              <a:ext uri="{FF2B5EF4-FFF2-40B4-BE49-F238E27FC236}">
                <a16:creationId xmlns:a16="http://schemas.microsoft.com/office/drawing/2014/main" id="{ACA8B2D3-127A-4F4D-B2C3-13397952EA79}"/>
              </a:ext>
            </a:extLst>
          </p:cNvPr>
          <p:cNvSpPr txBox="1">
            <a:spLocks noChangeArrowheads="1"/>
          </p:cNvSpPr>
          <p:nvPr/>
        </p:nvSpPr>
        <p:spPr bwMode="auto">
          <a:xfrm>
            <a:off x="1079500" y="317501"/>
            <a:ext cx="6985000" cy="913199"/>
          </a:xfrm>
          <a:prstGeom prst="rect">
            <a:avLst/>
          </a:prstGeom>
          <a:solidFill>
            <a:srgbClr val="FFFFFF"/>
          </a:solidFill>
          <a:ln w="9525">
            <a:solidFill>
              <a:srgbClr val="000000"/>
            </a:solidFill>
            <a:miter lim="800000"/>
            <a:headEnd/>
            <a:tailEnd/>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spcBef>
                <a:spcPct val="50000"/>
              </a:spcBef>
            </a:pPr>
            <a:r>
              <a:rPr lang="en-GB" altLang="en-US" sz="2667">
                <a:solidFill>
                  <a:srgbClr val="000099"/>
                </a:solidFill>
              </a:rPr>
              <a:t>Root-mean-square surface pressure error (mb) over the Northeast Atlantic Ocean</a:t>
            </a:r>
          </a:p>
        </p:txBody>
      </p:sp>
      <p:sp>
        <p:nvSpPr>
          <p:cNvPr id="148484" name="Rectangle 1031">
            <a:extLst>
              <a:ext uri="{FF2B5EF4-FFF2-40B4-BE49-F238E27FC236}">
                <a16:creationId xmlns:a16="http://schemas.microsoft.com/office/drawing/2014/main" id="{5725BDA3-E4F0-1E47-98C6-64C342801F19}"/>
              </a:ext>
            </a:extLst>
          </p:cNvPr>
          <p:cNvSpPr>
            <a:spLocks noChangeArrowheads="1"/>
          </p:cNvSpPr>
          <p:nvPr/>
        </p:nvSpPr>
        <p:spPr bwMode="auto">
          <a:xfrm>
            <a:off x="7112000" y="53340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1000">
                <a:solidFill>
                  <a:srgbClr val="FFFFFF"/>
                </a:solidFill>
              </a:rPr>
              <a:t>© Crown copyright</a:t>
            </a:r>
          </a:p>
          <a:p>
            <a:pPr defTabSz="761970"/>
            <a:r>
              <a:rPr lang="en-GB" altLang="en-US" sz="1000">
                <a:solidFill>
                  <a:srgbClr val="FFFFFF"/>
                </a:solidFill>
              </a:rPr>
              <a:t>      Met Office</a:t>
            </a:r>
            <a:endParaRPr lang="en-GB" altLang="en-US" sz="1333">
              <a:solidFill>
                <a:srgbClr val="FFFFFF"/>
              </a:solidFill>
              <a:latin typeface="Times" pitchFamily="2" charset="0"/>
            </a:endParaRPr>
          </a:p>
        </p:txBody>
      </p:sp>
      <p:sp>
        <p:nvSpPr>
          <p:cNvPr id="148485" name="Rectangle 1037">
            <a:extLst>
              <a:ext uri="{FF2B5EF4-FFF2-40B4-BE49-F238E27FC236}">
                <a16:creationId xmlns:a16="http://schemas.microsoft.com/office/drawing/2014/main" id="{86AC8F3D-6E72-AB4F-9763-CDFA60BFE607}"/>
              </a:ext>
            </a:extLst>
          </p:cNvPr>
          <p:cNvSpPr>
            <a:spLocks noChangeArrowheads="1"/>
          </p:cNvSpPr>
          <p:nvPr/>
        </p:nvSpPr>
        <p:spPr bwMode="auto">
          <a:xfrm>
            <a:off x="762000" y="2413000"/>
            <a:ext cx="254000" cy="6350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48486" name="Rectangle 1029">
            <a:extLst>
              <a:ext uri="{FF2B5EF4-FFF2-40B4-BE49-F238E27FC236}">
                <a16:creationId xmlns:a16="http://schemas.microsoft.com/office/drawing/2014/main" id="{0CAE301A-1597-D449-A60C-1F8772F6E34A}"/>
              </a:ext>
            </a:extLst>
          </p:cNvPr>
          <p:cNvSpPr>
            <a:spLocks noChangeArrowheads="1"/>
          </p:cNvSpPr>
          <p:nvPr/>
        </p:nvSpPr>
        <p:spPr bwMode="auto">
          <a:xfrm>
            <a:off x="5778500" y="2362729"/>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592009"/>
                </a:solidFill>
              </a:rPr>
              <a:t>5 days</a:t>
            </a:r>
            <a:endParaRPr lang="en-GB" altLang="en-US" sz="2000">
              <a:solidFill>
                <a:srgbClr val="592009"/>
              </a:solidFill>
              <a:latin typeface="Times" pitchFamily="2" charset="0"/>
            </a:endParaRPr>
          </a:p>
        </p:txBody>
      </p:sp>
      <p:sp>
        <p:nvSpPr>
          <p:cNvPr id="148487" name="Rectangle 1032">
            <a:extLst>
              <a:ext uri="{FF2B5EF4-FFF2-40B4-BE49-F238E27FC236}">
                <a16:creationId xmlns:a16="http://schemas.microsoft.com/office/drawing/2014/main" id="{59F077C2-B72F-F642-8111-5F17CB62D0D0}"/>
              </a:ext>
            </a:extLst>
          </p:cNvPr>
          <p:cNvSpPr>
            <a:spLocks noChangeArrowheads="1"/>
          </p:cNvSpPr>
          <p:nvPr/>
        </p:nvSpPr>
        <p:spPr bwMode="auto">
          <a:xfrm>
            <a:off x="5588000" y="2897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6D2F77"/>
                </a:solidFill>
              </a:rPr>
              <a:t>4 days</a:t>
            </a:r>
            <a:endParaRPr lang="en-GB" altLang="en-US" sz="2000">
              <a:solidFill>
                <a:srgbClr val="6D2F77"/>
              </a:solidFill>
              <a:latin typeface="Times" pitchFamily="2" charset="0"/>
            </a:endParaRPr>
          </a:p>
        </p:txBody>
      </p:sp>
      <p:sp>
        <p:nvSpPr>
          <p:cNvPr id="148488" name="Rectangle 1033">
            <a:extLst>
              <a:ext uri="{FF2B5EF4-FFF2-40B4-BE49-F238E27FC236}">
                <a16:creationId xmlns:a16="http://schemas.microsoft.com/office/drawing/2014/main" id="{3C38D8B3-DE67-1C4A-8C0B-41A0040644D2}"/>
              </a:ext>
            </a:extLst>
          </p:cNvPr>
          <p:cNvSpPr>
            <a:spLocks noChangeArrowheads="1"/>
          </p:cNvSpPr>
          <p:nvPr/>
        </p:nvSpPr>
        <p:spPr bwMode="auto">
          <a:xfrm>
            <a:off x="2762250" y="2008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FF0810"/>
                </a:solidFill>
              </a:rPr>
              <a:t>3 days</a:t>
            </a:r>
            <a:endParaRPr lang="en-GB" altLang="en-US" sz="2000">
              <a:solidFill>
                <a:srgbClr val="FF0810"/>
              </a:solidFill>
              <a:latin typeface="Times" pitchFamily="2" charset="0"/>
            </a:endParaRPr>
          </a:p>
        </p:txBody>
      </p:sp>
      <p:sp>
        <p:nvSpPr>
          <p:cNvPr id="148489" name="Rectangle 1034">
            <a:extLst>
              <a:ext uri="{FF2B5EF4-FFF2-40B4-BE49-F238E27FC236}">
                <a16:creationId xmlns:a16="http://schemas.microsoft.com/office/drawing/2014/main" id="{CC17F50F-34FC-DA4D-A698-BBF9A7C41E85}"/>
              </a:ext>
            </a:extLst>
          </p:cNvPr>
          <p:cNvSpPr>
            <a:spLocks noChangeArrowheads="1"/>
          </p:cNvSpPr>
          <p:nvPr/>
        </p:nvSpPr>
        <p:spPr bwMode="auto">
          <a:xfrm>
            <a:off x="1397000" y="26035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66A08"/>
                </a:solidFill>
              </a:rPr>
              <a:t>2 days</a:t>
            </a:r>
            <a:endParaRPr lang="en-GB" altLang="en-US" sz="2000">
              <a:solidFill>
                <a:srgbClr val="066A08"/>
              </a:solidFill>
              <a:latin typeface="Times" pitchFamily="2" charset="0"/>
            </a:endParaRPr>
          </a:p>
        </p:txBody>
      </p:sp>
      <p:sp>
        <p:nvSpPr>
          <p:cNvPr id="148490" name="Rectangle 1035">
            <a:extLst>
              <a:ext uri="{FF2B5EF4-FFF2-40B4-BE49-F238E27FC236}">
                <a16:creationId xmlns:a16="http://schemas.microsoft.com/office/drawing/2014/main" id="{50396443-6063-C74B-9A3E-32DE6CC842B6}"/>
              </a:ext>
            </a:extLst>
          </p:cNvPr>
          <p:cNvSpPr>
            <a:spLocks noChangeArrowheads="1"/>
          </p:cNvSpPr>
          <p:nvPr/>
        </p:nvSpPr>
        <p:spPr bwMode="auto">
          <a:xfrm>
            <a:off x="1397000" y="34686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00099"/>
                </a:solidFill>
              </a:rPr>
              <a:t>1 day</a:t>
            </a:r>
            <a:endParaRPr lang="en-GB" altLang="en-US" sz="2000">
              <a:solidFill>
                <a:srgbClr val="000099"/>
              </a:solidFill>
              <a:latin typeface="Times" pitchFamily="2" charset="0"/>
            </a:endParaRPr>
          </a:p>
        </p:txBody>
      </p:sp>
    </p:spTree>
    <p:extLst>
      <p:ext uri="{BB962C8B-B14F-4D97-AF65-F5344CB8AC3E}">
        <p14:creationId xmlns:p14="http://schemas.microsoft.com/office/powerpoint/2010/main" val="599975133"/>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0529" name="Picture 1" descr="PMSL_VerifVsAnl.png">
            <a:extLst>
              <a:ext uri="{FF2B5EF4-FFF2-40B4-BE49-F238E27FC236}">
                <a16:creationId xmlns:a16="http://schemas.microsoft.com/office/drawing/2014/main" id="{A4B13597-A9D1-F647-8E40-8EED6CBB4C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
            <a:ext cx="9054042" cy="500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0" name="Rectangle 2">
            <a:extLst>
              <a:ext uri="{FF2B5EF4-FFF2-40B4-BE49-F238E27FC236}">
                <a16:creationId xmlns:a16="http://schemas.microsoft.com/office/drawing/2014/main" id="{C059F180-1349-E74B-AF23-AE2CD5F9D3C9}"/>
              </a:ext>
            </a:extLst>
          </p:cNvPr>
          <p:cNvSpPr>
            <a:spLocks noChangeArrowheads="1"/>
          </p:cNvSpPr>
          <p:nvPr/>
        </p:nvSpPr>
        <p:spPr bwMode="auto">
          <a:xfrm>
            <a:off x="762000" y="0"/>
            <a:ext cx="7620000" cy="1714500"/>
          </a:xfrm>
          <a:prstGeom prst="rect">
            <a:avLst/>
          </a:prstGeom>
          <a:solidFill>
            <a:srgbClr val="000063"/>
          </a:solidFill>
          <a:ln w="9525">
            <a:solidFill>
              <a:srgbClr val="000063"/>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0531" name="Text Box 1028">
            <a:extLst>
              <a:ext uri="{FF2B5EF4-FFF2-40B4-BE49-F238E27FC236}">
                <a16:creationId xmlns:a16="http://schemas.microsoft.com/office/drawing/2014/main" id="{5305D0D7-E976-164A-A53B-4CC5CC9A8334}"/>
              </a:ext>
            </a:extLst>
          </p:cNvPr>
          <p:cNvSpPr txBox="1">
            <a:spLocks noChangeArrowheads="1"/>
          </p:cNvSpPr>
          <p:nvPr/>
        </p:nvSpPr>
        <p:spPr bwMode="auto">
          <a:xfrm>
            <a:off x="1079500" y="317501"/>
            <a:ext cx="6985000" cy="913199"/>
          </a:xfrm>
          <a:prstGeom prst="rect">
            <a:avLst/>
          </a:prstGeom>
          <a:solidFill>
            <a:srgbClr val="FFFFFF"/>
          </a:solidFill>
          <a:ln w="9525">
            <a:solidFill>
              <a:srgbClr val="000000"/>
            </a:solidFill>
            <a:miter lim="800000"/>
            <a:headEnd/>
            <a:tailEnd/>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spcBef>
                <a:spcPct val="50000"/>
              </a:spcBef>
            </a:pPr>
            <a:r>
              <a:rPr lang="en-GB" altLang="en-US" sz="2667">
                <a:solidFill>
                  <a:srgbClr val="000099"/>
                </a:solidFill>
              </a:rPr>
              <a:t>Root-mean-square surface pressure error (mb) over the Northeast Atlantic Ocean</a:t>
            </a:r>
          </a:p>
        </p:txBody>
      </p:sp>
      <p:sp>
        <p:nvSpPr>
          <p:cNvPr id="150532" name="Rectangle 1031">
            <a:extLst>
              <a:ext uri="{FF2B5EF4-FFF2-40B4-BE49-F238E27FC236}">
                <a16:creationId xmlns:a16="http://schemas.microsoft.com/office/drawing/2014/main" id="{757B7F6A-2568-E349-B312-3786A42FB68F}"/>
              </a:ext>
            </a:extLst>
          </p:cNvPr>
          <p:cNvSpPr>
            <a:spLocks noChangeArrowheads="1"/>
          </p:cNvSpPr>
          <p:nvPr/>
        </p:nvSpPr>
        <p:spPr bwMode="auto">
          <a:xfrm>
            <a:off x="7112000" y="53340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1000">
                <a:solidFill>
                  <a:srgbClr val="FFFFFF"/>
                </a:solidFill>
              </a:rPr>
              <a:t>© Crown copyright</a:t>
            </a:r>
          </a:p>
          <a:p>
            <a:pPr defTabSz="761970"/>
            <a:r>
              <a:rPr lang="en-GB" altLang="en-US" sz="1000">
                <a:solidFill>
                  <a:srgbClr val="FFFFFF"/>
                </a:solidFill>
              </a:rPr>
              <a:t>      Met Office</a:t>
            </a:r>
            <a:endParaRPr lang="en-GB" altLang="en-US" sz="1333">
              <a:solidFill>
                <a:srgbClr val="FFFFFF"/>
              </a:solidFill>
              <a:latin typeface="Times" pitchFamily="2" charset="0"/>
            </a:endParaRPr>
          </a:p>
        </p:txBody>
      </p:sp>
      <p:sp>
        <p:nvSpPr>
          <p:cNvPr id="150533" name="Rectangle 1037">
            <a:extLst>
              <a:ext uri="{FF2B5EF4-FFF2-40B4-BE49-F238E27FC236}">
                <a16:creationId xmlns:a16="http://schemas.microsoft.com/office/drawing/2014/main" id="{317876C5-A644-B446-A132-05A91B97225E}"/>
              </a:ext>
            </a:extLst>
          </p:cNvPr>
          <p:cNvSpPr>
            <a:spLocks noChangeArrowheads="1"/>
          </p:cNvSpPr>
          <p:nvPr/>
        </p:nvSpPr>
        <p:spPr bwMode="auto">
          <a:xfrm>
            <a:off x="762000" y="2413000"/>
            <a:ext cx="254000" cy="6350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0534" name="Rectangle 1029">
            <a:extLst>
              <a:ext uri="{FF2B5EF4-FFF2-40B4-BE49-F238E27FC236}">
                <a16:creationId xmlns:a16="http://schemas.microsoft.com/office/drawing/2014/main" id="{717829D7-AF31-3045-82F0-6FF4AB6365E5}"/>
              </a:ext>
            </a:extLst>
          </p:cNvPr>
          <p:cNvSpPr>
            <a:spLocks noChangeArrowheads="1"/>
          </p:cNvSpPr>
          <p:nvPr/>
        </p:nvSpPr>
        <p:spPr bwMode="auto">
          <a:xfrm>
            <a:off x="5778500" y="2362729"/>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592009"/>
                </a:solidFill>
              </a:rPr>
              <a:t>5 days</a:t>
            </a:r>
            <a:endParaRPr lang="en-GB" altLang="en-US" sz="2000">
              <a:solidFill>
                <a:srgbClr val="592009"/>
              </a:solidFill>
              <a:latin typeface="Times" pitchFamily="2" charset="0"/>
            </a:endParaRPr>
          </a:p>
        </p:txBody>
      </p:sp>
      <p:sp>
        <p:nvSpPr>
          <p:cNvPr id="150535" name="Rectangle 1032">
            <a:extLst>
              <a:ext uri="{FF2B5EF4-FFF2-40B4-BE49-F238E27FC236}">
                <a16:creationId xmlns:a16="http://schemas.microsoft.com/office/drawing/2014/main" id="{C49A7BAC-842A-9E43-9004-7D9F6BF03F84}"/>
              </a:ext>
            </a:extLst>
          </p:cNvPr>
          <p:cNvSpPr>
            <a:spLocks noChangeArrowheads="1"/>
          </p:cNvSpPr>
          <p:nvPr/>
        </p:nvSpPr>
        <p:spPr bwMode="auto">
          <a:xfrm>
            <a:off x="5588000" y="2897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6D2F77"/>
                </a:solidFill>
              </a:rPr>
              <a:t>4 days</a:t>
            </a:r>
            <a:endParaRPr lang="en-GB" altLang="en-US" sz="2000">
              <a:solidFill>
                <a:srgbClr val="6D2F77"/>
              </a:solidFill>
              <a:latin typeface="Times" pitchFamily="2" charset="0"/>
            </a:endParaRPr>
          </a:p>
        </p:txBody>
      </p:sp>
      <p:sp>
        <p:nvSpPr>
          <p:cNvPr id="150536" name="Rectangle 1033">
            <a:extLst>
              <a:ext uri="{FF2B5EF4-FFF2-40B4-BE49-F238E27FC236}">
                <a16:creationId xmlns:a16="http://schemas.microsoft.com/office/drawing/2014/main" id="{D7E7E2DD-B509-0244-BE11-DF990C5BA28E}"/>
              </a:ext>
            </a:extLst>
          </p:cNvPr>
          <p:cNvSpPr>
            <a:spLocks noChangeArrowheads="1"/>
          </p:cNvSpPr>
          <p:nvPr/>
        </p:nvSpPr>
        <p:spPr bwMode="auto">
          <a:xfrm>
            <a:off x="2762250" y="2008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FF0810"/>
                </a:solidFill>
              </a:rPr>
              <a:t>3 days</a:t>
            </a:r>
            <a:endParaRPr lang="en-GB" altLang="en-US" sz="2000">
              <a:solidFill>
                <a:srgbClr val="FF0810"/>
              </a:solidFill>
              <a:latin typeface="Times" pitchFamily="2" charset="0"/>
            </a:endParaRPr>
          </a:p>
        </p:txBody>
      </p:sp>
      <p:sp>
        <p:nvSpPr>
          <p:cNvPr id="150537" name="Rectangle 1034">
            <a:extLst>
              <a:ext uri="{FF2B5EF4-FFF2-40B4-BE49-F238E27FC236}">
                <a16:creationId xmlns:a16="http://schemas.microsoft.com/office/drawing/2014/main" id="{6FCD7E01-E125-8042-AC41-47E1F2FE851A}"/>
              </a:ext>
            </a:extLst>
          </p:cNvPr>
          <p:cNvSpPr>
            <a:spLocks noChangeArrowheads="1"/>
          </p:cNvSpPr>
          <p:nvPr/>
        </p:nvSpPr>
        <p:spPr bwMode="auto">
          <a:xfrm>
            <a:off x="1397000" y="26035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66A08"/>
                </a:solidFill>
              </a:rPr>
              <a:t>2 days</a:t>
            </a:r>
            <a:endParaRPr lang="en-GB" altLang="en-US" sz="2000">
              <a:solidFill>
                <a:srgbClr val="066A08"/>
              </a:solidFill>
              <a:latin typeface="Times" pitchFamily="2" charset="0"/>
            </a:endParaRPr>
          </a:p>
        </p:txBody>
      </p:sp>
      <p:sp>
        <p:nvSpPr>
          <p:cNvPr id="150538" name="Rectangle 1035">
            <a:extLst>
              <a:ext uri="{FF2B5EF4-FFF2-40B4-BE49-F238E27FC236}">
                <a16:creationId xmlns:a16="http://schemas.microsoft.com/office/drawing/2014/main" id="{2F942C40-D59D-B74F-BB17-6FCB791D78E1}"/>
              </a:ext>
            </a:extLst>
          </p:cNvPr>
          <p:cNvSpPr>
            <a:spLocks noChangeArrowheads="1"/>
          </p:cNvSpPr>
          <p:nvPr/>
        </p:nvSpPr>
        <p:spPr bwMode="auto">
          <a:xfrm>
            <a:off x="1397000" y="34686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00099"/>
                </a:solidFill>
              </a:rPr>
              <a:t>1 day</a:t>
            </a:r>
            <a:endParaRPr lang="en-GB" altLang="en-US" sz="2000">
              <a:solidFill>
                <a:srgbClr val="000099"/>
              </a:solidFill>
              <a:latin typeface="Times" pitchFamily="2" charset="0"/>
            </a:endParaRPr>
          </a:p>
        </p:txBody>
      </p:sp>
      <p:sp>
        <p:nvSpPr>
          <p:cNvPr id="150539" name="Line 1037">
            <a:extLst>
              <a:ext uri="{FF2B5EF4-FFF2-40B4-BE49-F238E27FC236}">
                <a16:creationId xmlns:a16="http://schemas.microsoft.com/office/drawing/2014/main" id="{BBE17300-DFE8-B740-85E7-E86617EC6939}"/>
              </a:ext>
            </a:extLst>
          </p:cNvPr>
          <p:cNvSpPr>
            <a:spLocks noChangeShapeType="1"/>
          </p:cNvSpPr>
          <p:nvPr/>
        </p:nvSpPr>
        <p:spPr bwMode="auto">
          <a:xfrm flipH="1">
            <a:off x="6731000" y="3302000"/>
            <a:ext cx="1460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50540" name="Text Box 1038">
            <a:extLst>
              <a:ext uri="{FF2B5EF4-FFF2-40B4-BE49-F238E27FC236}">
                <a16:creationId xmlns:a16="http://schemas.microsoft.com/office/drawing/2014/main" id="{268D6C9C-C546-8841-899F-76523C4CFE8B}"/>
              </a:ext>
            </a:extLst>
          </p:cNvPr>
          <p:cNvSpPr txBox="1">
            <a:spLocks noChangeArrowheads="1"/>
          </p:cNvSpPr>
          <p:nvPr/>
        </p:nvSpPr>
        <p:spPr bwMode="auto">
          <a:xfrm>
            <a:off x="6985000" y="3238500"/>
            <a:ext cx="10246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9 years</a:t>
            </a:r>
          </a:p>
        </p:txBody>
      </p:sp>
    </p:spTree>
    <p:extLst>
      <p:ext uri="{BB962C8B-B14F-4D97-AF65-F5344CB8AC3E}">
        <p14:creationId xmlns:p14="http://schemas.microsoft.com/office/powerpoint/2010/main" val="383592108"/>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2577" name="Picture 1" descr="PMSL_VerifVsAnl.png">
            <a:extLst>
              <a:ext uri="{FF2B5EF4-FFF2-40B4-BE49-F238E27FC236}">
                <a16:creationId xmlns:a16="http://schemas.microsoft.com/office/drawing/2014/main" id="{842BEE40-C907-184D-9B81-8AA42486FC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
            <a:ext cx="9054042" cy="500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8" name="Rectangle 2">
            <a:extLst>
              <a:ext uri="{FF2B5EF4-FFF2-40B4-BE49-F238E27FC236}">
                <a16:creationId xmlns:a16="http://schemas.microsoft.com/office/drawing/2014/main" id="{4D73E97B-EFFB-594D-A9B4-4BCB1C57FC49}"/>
              </a:ext>
            </a:extLst>
          </p:cNvPr>
          <p:cNvSpPr>
            <a:spLocks noChangeArrowheads="1"/>
          </p:cNvSpPr>
          <p:nvPr/>
        </p:nvSpPr>
        <p:spPr bwMode="auto">
          <a:xfrm>
            <a:off x="762000" y="0"/>
            <a:ext cx="7620000" cy="1714500"/>
          </a:xfrm>
          <a:prstGeom prst="rect">
            <a:avLst/>
          </a:prstGeom>
          <a:solidFill>
            <a:srgbClr val="000063"/>
          </a:solidFill>
          <a:ln w="9525">
            <a:solidFill>
              <a:srgbClr val="000063"/>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2579" name="Text Box 1028">
            <a:extLst>
              <a:ext uri="{FF2B5EF4-FFF2-40B4-BE49-F238E27FC236}">
                <a16:creationId xmlns:a16="http://schemas.microsoft.com/office/drawing/2014/main" id="{0AC6B6ED-CD3A-E343-8FF0-EAD208943BCE}"/>
              </a:ext>
            </a:extLst>
          </p:cNvPr>
          <p:cNvSpPr txBox="1">
            <a:spLocks noChangeArrowheads="1"/>
          </p:cNvSpPr>
          <p:nvPr/>
        </p:nvSpPr>
        <p:spPr bwMode="auto">
          <a:xfrm>
            <a:off x="1079500" y="317501"/>
            <a:ext cx="6985000" cy="913199"/>
          </a:xfrm>
          <a:prstGeom prst="rect">
            <a:avLst/>
          </a:prstGeom>
          <a:solidFill>
            <a:srgbClr val="FFFFFF"/>
          </a:solidFill>
          <a:ln w="9525">
            <a:solidFill>
              <a:srgbClr val="000000"/>
            </a:solidFill>
            <a:miter lim="800000"/>
            <a:headEnd/>
            <a:tailEnd/>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spcBef>
                <a:spcPct val="50000"/>
              </a:spcBef>
            </a:pPr>
            <a:r>
              <a:rPr lang="en-GB" altLang="en-US" sz="2667">
                <a:solidFill>
                  <a:srgbClr val="000099"/>
                </a:solidFill>
              </a:rPr>
              <a:t>Root-mean-square surface pressure error (mb) over the Northeast Atlantic Ocean</a:t>
            </a:r>
          </a:p>
        </p:txBody>
      </p:sp>
      <p:sp>
        <p:nvSpPr>
          <p:cNvPr id="152580" name="Rectangle 1031">
            <a:extLst>
              <a:ext uri="{FF2B5EF4-FFF2-40B4-BE49-F238E27FC236}">
                <a16:creationId xmlns:a16="http://schemas.microsoft.com/office/drawing/2014/main" id="{7A1BE8BA-6614-054C-BA82-A03069BF8B1B}"/>
              </a:ext>
            </a:extLst>
          </p:cNvPr>
          <p:cNvSpPr>
            <a:spLocks noChangeArrowheads="1"/>
          </p:cNvSpPr>
          <p:nvPr/>
        </p:nvSpPr>
        <p:spPr bwMode="auto">
          <a:xfrm>
            <a:off x="7112000" y="53340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1000">
                <a:solidFill>
                  <a:srgbClr val="FFFFFF"/>
                </a:solidFill>
              </a:rPr>
              <a:t>© Crown copyright</a:t>
            </a:r>
          </a:p>
          <a:p>
            <a:pPr defTabSz="761970"/>
            <a:r>
              <a:rPr lang="en-GB" altLang="en-US" sz="1000">
                <a:solidFill>
                  <a:srgbClr val="FFFFFF"/>
                </a:solidFill>
              </a:rPr>
              <a:t>      Met Office</a:t>
            </a:r>
            <a:endParaRPr lang="en-GB" altLang="en-US" sz="1333">
              <a:solidFill>
                <a:srgbClr val="FFFFFF"/>
              </a:solidFill>
              <a:latin typeface="Times" pitchFamily="2" charset="0"/>
            </a:endParaRPr>
          </a:p>
        </p:txBody>
      </p:sp>
      <p:sp>
        <p:nvSpPr>
          <p:cNvPr id="152581" name="Rectangle 1037">
            <a:extLst>
              <a:ext uri="{FF2B5EF4-FFF2-40B4-BE49-F238E27FC236}">
                <a16:creationId xmlns:a16="http://schemas.microsoft.com/office/drawing/2014/main" id="{3AE588F2-F783-6F45-A119-E3FE909BE445}"/>
              </a:ext>
            </a:extLst>
          </p:cNvPr>
          <p:cNvSpPr>
            <a:spLocks noChangeArrowheads="1"/>
          </p:cNvSpPr>
          <p:nvPr/>
        </p:nvSpPr>
        <p:spPr bwMode="auto">
          <a:xfrm>
            <a:off x="762000" y="2413000"/>
            <a:ext cx="254000" cy="6350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2582" name="Rectangle 1029">
            <a:extLst>
              <a:ext uri="{FF2B5EF4-FFF2-40B4-BE49-F238E27FC236}">
                <a16:creationId xmlns:a16="http://schemas.microsoft.com/office/drawing/2014/main" id="{ECC8A12B-D0F6-8E46-9E71-678518D8ED49}"/>
              </a:ext>
            </a:extLst>
          </p:cNvPr>
          <p:cNvSpPr>
            <a:spLocks noChangeArrowheads="1"/>
          </p:cNvSpPr>
          <p:nvPr/>
        </p:nvSpPr>
        <p:spPr bwMode="auto">
          <a:xfrm>
            <a:off x="5778500" y="2362729"/>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592009"/>
                </a:solidFill>
              </a:rPr>
              <a:t>5 days</a:t>
            </a:r>
            <a:endParaRPr lang="en-GB" altLang="en-US" sz="2000">
              <a:solidFill>
                <a:srgbClr val="592009"/>
              </a:solidFill>
              <a:latin typeface="Times" pitchFamily="2" charset="0"/>
            </a:endParaRPr>
          </a:p>
        </p:txBody>
      </p:sp>
      <p:sp>
        <p:nvSpPr>
          <p:cNvPr id="152583" name="Rectangle 1032">
            <a:extLst>
              <a:ext uri="{FF2B5EF4-FFF2-40B4-BE49-F238E27FC236}">
                <a16:creationId xmlns:a16="http://schemas.microsoft.com/office/drawing/2014/main" id="{A51B7485-129E-5649-9630-FFA64FD46B32}"/>
              </a:ext>
            </a:extLst>
          </p:cNvPr>
          <p:cNvSpPr>
            <a:spLocks noChangeArrowheads="1"/>
          </p:cNvSpPr>
          <p:nvPr/>
        </p:nvSpPr>
        <p:spPr bwMode="auto">
          <a:xfrm>
            <a:off x="5588000" y="2897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6D2F77"/>
                </a:solidFill>
              </a:rPr>
              <a:t>4 days</a:t>
            </a:r>
            <a:endParaRPr lang="en-GB" altLang="en-US" sz="2000">
              <a:solidFill>
                <a:srgbClr val="6D2F77"/>
              </a:solidFill>
              <a:latin typeface="Times" pitchFamily="2" charset="0"/>
            </a:endParaRPr>
          </a:p>
        </p:txBody>
      </p:sp>
      <p:sp>
        <p:nvSpPr>
          <p:cNvPr id="152584" name="Rectangle 1033">
            <a:extLst>
              <a:ext uri="{FF2B5EF4-FFF2-40B4-BE49-F238E27FC236}">
                <a16:creationId xmlns:a16="http://schemas.microsoft.com/office/drawing/2014/main" id="{2F508E78-1330-5C43-8CEA-2761FCD37D5C}"/>
              </a:ext>
            </a:extLst>
          </p:cNvPr>
          <p:cNvSpPr>
            <a:spLocks noChangeArrowheads="1"/>
          </p:cNvSpPr>
          <p:nvPr/>
        </p:nvSpPr>
        <p:spPr bwMode="auto">
          <a:xfrm>
            <a:off x="2762250" y="2008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FF0810"/>
                </a:solidFill>
              </a:rPr>
              <a:t>3 days</a:t>
            </a:r>
            <a:endParaRPr lang="en-GB" altLang="en-US" sz="2000">
              <a:solidFill>
                <a:srgbClr val="FF0810"/>
              </a:solidFill>
              <a:latin typeface="Times" pitchFamily="2" charset="0"/>
            </a:endParaRPr>
          </a:p>
        </p:txBody>
      </p:sp>
      <p:sp>
        <p:nvSpPr>
          <p:cNvPr id="152585" name="Rectangle 1034">
            <a:extLst>
              <a:ext uri="{FF2B5EF4-FFF2-40B4-BE49-F238E27FC236}">
                <a16:creationId xmlns:a16="http://schemas.microsoft.com/office/drawing/2014/main" id="{41FBD8A4-F0B5-F04C-B2B0-71A079A199C9}"/>
              </a:ext>
            </a:extLst>
          </p:cNvPr>
          <p:cNvSpPr>
            <a:spLocks noChangeArrowheads="1"/>
          </p:cNvSpPr>
          <p:nvPr/>
        </p:nvSpPr>
        <p:spPr bwMode="auto">
          <a:xfrm>
            <a:off x="1397000" y="26035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66A08"/>
                </a:solidFill>
              </a:rPr>
              <a:t>2 days</a:t>
            </a:r>
            <a:endParaRPr lang="en-GB" altLang="en-US" sz="2000">
              <a:solidFill>
                <a:srgbClr val="066A08"/>
              </a:solidFill>
              <a:latin typeface="Times" pitchFamily="2" charset="0"/>
            </a:endParaRPr>
          </a:p>
        </p:txBody>
      </p:sp>
      <p:sp>
        <p:nvSpPr>
          <p:cNvPr id="152586" name="Rectangle 1035">
            <a:extLst>
              <a:ext uri="{FF2B5EF4-FFF2-40B4-BE49-F238E27FC236}">
                <a16:creationId xmlns:a16="http://schemas.microsoft.com/office/drawing/2014/main" id="{D834A6F2-ABCD-024D-B78A-87D8A7511A3E}"/>
              </a:ext>
            </a:extLst>
          </p:cNvPr>
          <p:cNvSpPr>
            <a:spLocks noChangeArrowheads="1"/>
          </p:cNvSpPr>
          <p:nvPr/>
        </p:nvSpPr>
        <p:spPr bwMode="auto">
          <a:xfrm>
            <a:off x="1397000" y="34686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00099"/>
                </a:solidFill>
              </a:rPr>
              <a:t>1 day</a:t>
            </a:r>
            <a:endParaRPr lang="en-GB" altLang="en-US" sz="2000">
              <a:solidFill>
                <a:srgbClr val="000099"/>
              </a:solidFill>
              <a:latin typeface="Times" pitchFamily="2" charset="0"/>
            </a:endParaRPr>
          </a:p>
        </p:txBody>
      </p:sp>
      <p:sp>
        <p:nvSpPr>
          <p:cNvPr id="152587" name="Line 1037">
            <a:extLst>
              <a:ext uri="{FF2B5EF4-FFF2-40B4-BE49-F238E27FC236}">
                <a16:creationId xmlns:a16="http://schemas.microsoft.com/office/drawing/2014/main" id="{018E3BF8-5A0A-9248-BE3E-EC7ED3513E01}"/>
              </a:ext>
            </a:extLst>
          </p:cNvPr>
          <p:cNvSpPr>
            <a:spLocks noChangeShapeType="1"/>
          </p:cNvSpPr>
          <p:nvPr/>
        </p:nvSpPr>
        <p:spPr bwMode="auto">
          <a:xfrm flipH="1">
            <a:off x="6731000" y="3302000"/>
            <a:ext cx="1460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52588" name="Text Box 1038">
            <a:extLst>
              <a:ext uri="{FF2B5EF4-FFF2-40B4-BE49-F238E27FC236}">
                <a16:creationId xmlns:a16="http://schemas.microsoft.com/office/drawing/2014/main" id="{A11CE62C-EA37-2E4B-8BFC-5208B3E80125}"/>
              </a:ext>
            </a:extLst>
          </p:cNvPr>
          <p:cNvSpPr txBox="1">
            <a:spLocks noChangeArrowheads="1"/>
          </p:cNvSpPr>
          <p:nvPr/>
        </p:nvSpPr>
        <p:spPr bwMode="auto">
          <a:xfrm>
            <a:off x="6985000" y="3238500"/>
            <a:ext cx="10246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9 years</a:t>
            </a:r>
          </a:p>
        </p:txBody>
      </p:sp>
      <p:sp>
        <p:nvSpPr>
          <p:cNvPr id="152589" name="Line 15">
            <a:extLst>
              <a:ext uri="{FF2B5EF4-FFF2-40B4-BE49-F238E27FC236}">
                <a16:creationId xmlns:a16="http://schemas.microsoft.com/office/drawing/2014/main" id="{DA7E9DE2-060A-E640-9970-91733E1D8C8E}"/>
              </a:ext>
            </a:extLst>
          </p:cNvPr>
          <p:cNvSpPr>
            <a:spLocks noChangeShapeType="1"/>
          </p:cNvSpPr>
          <p:nvPr/>
        </p:nvSpPr>
        <p:spPr bwMode="auto">
          <a:xfrm flipH="1">
            <a:off x="6604000" y="3746500"/>
            <a:ext cx="1587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52590" name="Text Box 16">
            <a:extLst>
              <a:ext uri="{FF2B5EF4-FFF2-40B4-BE49-F238E27FC236}">
                <a16:creationId xmlns:a16="http://schemas.microsoft.com/office/drawing/2014/main" id="{936E6558-DE80-AF41-A29C-768B29A32D25}"/>
              </a:ext>
            </a:extLst>
          </p:cNvPr>
          <p:cNvSpPr txBox="1">
            <a:spLocks noChangeArrowheads="1"/>
          </p:cNvSpPr>
          <p:nvPr/>
        </p:nvSpPr>
        <p:spPr bwMode="auto">
          <a:xfrm>
            <a:off x="6873875" y="3683000"/>
            <a:ext cx="11673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10 years</a:t>
            </a:r>
          </a:p>
        </p:txBody>
      </p:sp>
      <p:sp>
        <p:nvSpPr>
          <p:cNvPr id="152591" name="Line 17">
            <a:extLst>
              <a:ext uri="{FF2B5EF4-FFF2-40B4-BE49-F238E27FC236}">
                <a16:creationId xmlns:a16="http://schemas.microsoft.com/office/drawing/2014/main" id="{E73503B0-D632-1E4A-940D-2F4F272CECEA}"/>
              </a:ext>
            </a:extLst>
          </p:cNvPr>
          <p:cNvSpPr>
            <a:spLocks noChangeShapeType="1"/>
          </p:cNvSpPr>
          <p:nvPr/>
        </p:nvSpPr>
        <p:spPr bwMode="auto">
          <a:xfrm flipH="1">
            <a:off x="6604000" y="4064000"/>
            <a:ext cx="1587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52592" name="Text Box 18">
            <a:extLst>
              <a:ext uri="{FF2B5EF4-FFF2-40B4-BE49-F238E27FC236}">
                <a16:creationId xmlns:a16="http://schemas.microsoft.com/office/drawing/2014/main" id="{8F801DDD-A526-7747-BCF8-36A5722019BE}"/>
              </a:ext>
            </a:extLst>
          </p:cNvPr>
          <p:cNvSpPr txBox="1">
            <a:spLocks noChangeArrowheads="1"/>
          </p:cNvSpPr>
          <p:nvPr/>
        </p:nvSpPr>
        <p:spPr bwMode="auto">
          <a:xfrm>
            <a:off x="6873875" y="4000500"/>
            <a:ext cx="11673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10 years</a:t>
            </a:r>
          </a:p>
        </p:txBody>
      </p:sp>
      <p:sp>
        <p:nvSpPr>
          <p:cNvPr id="152593" name="Text Box 19">
            <a:extLst>
              <a:ext uri="{FF2B5EF4-FFF2-40B4-BE49-F238E27FC236}">
                <a16:creationId xmlns:a16="http://schemas.microsoft.com/office/drawing/2014/main" id="{9F43FC64-56BC-C14F-80DD-A41FA569D2EA}"/>
              </a:ext>
            </a:extLst>
          </p:cNvPr>
          <p:cNvSpPr txBox="1">
            <a:spLocks noChangeArrowheads="1"/>
          </p:cNvSpPr>
          <p:nvPr/>
        </p:nvSpPr>
        <p:spPr bwMode="auto">
          <a:xfrm>
            <a:off x="6873875" y="4318000"/>
            <a:ext cx="11673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13 years</a:t>
            </a:r>
          </a:p>
        </p:txBody>
      </p:sp>
      <p:sp>
        <p:nvSpPr>
          <p:cNvPr id="152594" name="Line 20">
            <a:extLst>
              <a:ext uri="{FF2B5EF4-FFF2-40B4-BE49-F238E27FC236}">
                <a16:creationId xmlns:a16="http://schemas.microsoft.com/office/drawing/2014/main" id="{215AB1EE-1840-8F43-A6A6-CB46F7277F2E}"/>
              </a:ext>
            </a:extLst>
          </p:cNvPr>
          <p:cNvSpPr>
            <a:spLocks noChangeShapeType="1"/>
          </p:cNvSpPr>
          <p:nvPr/>
        </p:nvSpPr>
        <p:spPr bwMode="auto">
          <a:xfrm flipH="1">
            <a:off x="6096000" y="4318000"/>
            <a:ext cx="2095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Tree>
    <p:extLst>
      <p:ext uri="{BB962C8B-B14F-4D97-AF65-F5344CB8AC3E}">
        <p14:creationId xmlns:p14="http://schemas.microsoft.com/office/powerpoint/2010/main" val="1063054706"/>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4625" name="Picture 1" descr="PMSL_VerifVsAnl.png">
            <a:extLst>
              <a:ext uri="{FF2B5EF4-FFF2-40B4-BE49-F238E27FC236}">
                <a16:creationId xmlns:a16="http://schemas.microsoft.com/office/drawing/2014/main" id="{599E62CB-F0C2-E246-A4DC-E0E1A38476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
            <a:ext cx="9054042" cy="500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26" name="Rectangle 2">
            <a:extLst>
              <a:ext uri="{FF2B5EF4-FFF2-40B4-BE49-F238E27FC236}">
                <a16:creationId xmlns:a16="http://schemas.microsoft.com/office/drawing/2014/main" id="{F93BA955-5021-6F4B-A15D-8ACF40EEAC76}"/>
              </a:ext>
            </a:extLst>
          </p:cNvPr>
          <p:cNvSpPr>
            <a:spLocks noChangeArrowheads="1"/>
          </p:cNvSpPr>
          <p:nvPr/>
        </p:nvSpPr>
        <p:spPr bwMode="auto">
          <a:xfrm>
            <a:off x="762000" y="0"/>
            <a:ext cx="7620000" cy="1714500"/>
          </a:xfrm>
          <a:prstGeom prst="rect">
            <a:avLst/>
          </a:prstGeom>
          <a:solidFill>
            <a:srgbClr val="000063"/>
          </a:solidFill>
          <a:ln w="9525">
            <a:solidFill>
              <a:srgbClr val="000063"/>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4627" name="Text Box 1028">
            <a:extLst>
              <a:ext uri="{FF2B5EF4-FFF2-40B4-BE49-F238E27FC236}">
                <a16:creationId xmlns:a16="http://schemas.microsoft.com/office/drawing/2014/main" id="{92CB4A05-B147-7940-AA28-F1F3B498E0D5}"/>
              </a:ext>
            </a:extLst>
          </p:cNvPr>
          <p:cNvSpPr txBox="1">
            <a:spLocks noChangeArrowheads="1"/>
          </p:cNvSpPr>
          <p:nvPr/>
        </p:nvSpPr>
        <p:spPr bwMode="auto">
          <a:xfrm>
            <a:off x="1079500" y="317501"/>
            <a:ext cx="6985000" cy="913199"/>
          </a:xfrm>
          <a:prstGeom prst="rect">
            <a:avLst/>
          </a:prstGeom>
          <a:solidFill>
            <a:srgbClr val="FFFFFF"/>
          </a:solidFill>
          <a:ln w="9525">
            <a:solidFill>
              <a:srgbClr val="000000"/>
            </a:solidFill>
            <a:miter lim="800000"/>
            <a:headEnd/>
            <a:tailEnd/>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spcBef>
                <a:spcPct val="50000"/>
              </a:spcBef>
            </a:pPr>
            <a:r>
              <a:rPr lang="en-GB" altLang="en-US" sz="2667">
                <a:solidFill>
                  <a:srgbClr val="000099"/>
                </a:solidFill>
              </a:rPr>
              <a:t>Root-mean-square surface pressure error (mb) over the Northeast Atlantic Ocean</a:t>
            </a:r>
          </a:p>
        </p:txBody>
      </p:sp>
      <p:sp>
        <p:nvSpPr>
          <p:cNvPr id="154628" name="Rectangle 1031">
            <a:extLst>
              <a:ext uri="{FF2B5EF4-FFF2-40B4-BE49-F238E27FC236}">
                <a16:creationId xmlns:a16="http://schemas.microsoft.com/office/drawing/2014/main" id="{E7C885AB-8C07-714E-878B-8C9227498549}"/>
              </a:ext>
            </a:extLst>
          </p:cNvPr>
          <p:cNvSpPr>
            <a:spLocks noChangeArrowheads="1"/>
          </p:cNvSpPr>
          <p:nvPr/>
        </p:nvSpPr>
        <p:spPr bwMode="auto">
          <a:xfrm>
            <a:off x="7112000" y="53340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1000">
                <a:solidFill>
                  <a:srgbClr val="FFFFFF"/>
                </a:solidFill>
              </a:rPr>
              <a:t>© Crown copyright</a:t>
            </a:r>
          </a:p>
          <a:p>
            <a:pPr defTabSz="761970"/>
            <a:r>
              <a:rPr lang="en-GB" altLang="en-US" sz="1000">
                <a:solidFill>
                  <a:srgbClr val="FFFFFF"/>
                </a:solidFill>
              </a:rPr>
              <a:t>      Met Office</a:t>
            </a:r>
            <a:endParaRPr lang="en-GB" altLang="en-US" sz="1333">
              <a:solidFill>
                <a:srgbClr val="FFFFFF"/>
              </a:solidFill>
              <a:latin typeface="Times" pitchFamily="2" charset="0"/>
            </a:endParaRPr>
          </a:p>
        </p:txBody>
      </p:sp>
      <p:sp>
        <p:nvSpPr>
          <p:cNvPr id="154629" name="Rectangle 1037">
            <a:extLst>
              <a:ext uri="{FF2B5EF4-FFF2-40B4-BE49-F238E27FC236}">
                <a16:creationId xmlns:a16="http://schemas.microsoft.com/office/drawing/2014/main" id="{8CBCCA16-9704-F34A-90A1-C125CFC3CDED}"/>
              </a:ext>
            </a:extLst>
          </p:cNvPr>
          <p:cNvSpPr>
            <a:spLocks noChangeArrowheads="1"/>
          </p:cNvSpPr>
          <p:nvPr/>
        </p:nvSpPr>
        <p:spPr bwMode="auto">
          <a:xfrm>
            <a:off x="762000" y="2413000"/>
            <a:ext cx="254000" cy="6350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4630" name="Rectangle 1029">
            <a:extLst>
              <a:ext uri="{FF2B5EF4-FFF2-40B4-BE49-F238E27FC236}">
                <a16:creationId xmlns:a16="http://schemas.microsoft.com/office/drawing/2014/main" id="{D929AEFC-5606-E543-BAD4-699FD01410DE}"/>
              </a:ext>
            </a:extLst>
          </p:cNvPr>
          <p:cNvSpPr>
            <a:spLocks noChangeArrowheads="1"/>
          </p:cNvSpPr>
          <p:nvPr/>
        </p:nvSpPr>
        <p:spPr bwMode="auto">
          <a:xfrm>
            <a:off x="5778500" y="2362729"/>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592009"/>
                </a:solidFill>
              </a:rPr>
              <a:t>5 days</a:t>
            </a:r>
            <a:endParaRPr lang="en-GB" altLang="en-US" sz="2000">
              <a:solidFill>
                <a:srgbClr val="592009"/>
              </a:solidFill>
              <a:latin typeface="Times" pitchFamily="2" charset="0"/>
            </a:endParaRPr>
          </a:p>
        </p:txBody>
      </p:sp>
      <p:sp>
        <p:nvSpPr>
          <p:cNvPr id="154631" name="Rectangle 1032">
            <a:extLst>
              <a:ext uri="{FF2B5EF4-FFF2-40B4-BE49-F238E27FC236}">
                <a16:creationId xmlns:a16="http://schemas.microsoft.com/office/drawing/2014/main" id="{5FD521CD-573A-7E4C-9652-3C73C970F06A}"/>
              </a:ext>
            </a:extLst>
          </p:cNvPr>
          <p:cNvSpPr>
            <a:spLocks noChangeArrowheads="1"/>
          </p:cNvSpPr>
          <p:nvPr/>
        </p:nvSpPr>
        <p:spPr bwMode="auto">
          <a:xfrm>
            <a:off x="5588000" y="2897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6D2F77"/>
                </a:solidFill>
              </a:rPr>
              <a:t>4 days</a:t>
            </a:r>
            <a:endParaRPr lang="en-GB" altLang="en-US" sz="2000">
              <a:solidFill>
                <a:srgbClr val="6D2F77"/>
              </a:solidFill>
              <a:latin typeface="Times" pitchFamily="2" charset="0"/>
            </a:endParaRPr>
          </a:p>
        </p:txBody>
      </p:sp>
      <p:sp>
        <p:nvSpPr>
          <p:cNvPr id="154632" name="Rectangle 1033">
            <a:extLst>
              <a:ext uri="{FF2B5EF4-FFF2-40B4-BE49-F238E27FC236}">
                <a16:creationId xmlns:a16="http://schemas.microsoft.com/office/drawing/2014/main" id="{9B510847-CB31-B943-94C8-21FBB339EDCE}"/>
              </a:ext>
            </a:extLst>
          </p:cNvPr>
          <p:cNvSpPr>
            <a:spLocks noChangeArrowheads="1"/>
          </p:cNvSpPr>
          <p:nvPr/>
        </p:nvSpPr>
        <p:spPr bwMode="auto">
          <a:xfrm>
            <a:off x="2762250" y="2008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FF0810"/>
                </a:solidFill>
              </a:rPr>
              <a:t>3 days</a:t>
            </a:r>
            <a:endParaRPr lang="en-GB" altLang="en-US" sz="2000">
              <a:solidFill>
                <a:srgbClr val="FF0810"/>
              </a:solidFill>
              <a:latin typeface="Times" pitchFamily="2" charset="0"/>
            </a:endParaRPr>
          </a:p>
        </p:txBody>
      </p:sp>
      <p:sp>
        <p:nvSpPr>
          <p:cNvPr id="154633" name="Rectangle 1034">
            <a:extLst>
              <a:ext uri="{FF2B5EF4-FFF2-40B4-BE49-F238E27FC236}">
                <a16:creationId xmlns:a16="http://schemas.microsoft.com/office/drawing/2014/main" id="{4AA24F3D-DF72-FF49-A9FB-7ACE4BAD0ADC}"/>
              </a:ext>
            </a:extLst>
          </p:cNvPr>
          <p:cNvSpPr>
            <a:spLocks noChangeArrowheads="1"/>
          </p:cNvSpPr>
          <p:nvPr/>
        </p:nvSpPr>
        <p:spPr bwMode="auto">
          <a:xfrm>
            <a:off x="1397000" y="26035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66A08"/>
                </a:solidFill>
              </a:rPr>
              <a:t>2 days</a:t>
            </a:r>
            <a:endParaRPr lang="en-GB" altLang="en-US" sz="2000">
              <a:solidFill>
                <a:srgbClr val="066A08"/>
              </a:solidFill>
              <a:latin typeface="Times" pitchFamily="2" charset="0"/>
            </a:endParaRPr>
          </a:p>
        </p:txBody>
      </p:sp>
      <p:sp>
        <p:nvSpPr>
          <p:cNvPr id="154634" name="Rectangle 1035">
            <a:extLst>
              <a:ext uri="{FF2B5EF4-FFF2-40B4-BE49-F238E27FC236}">
                <a16:creationId xmlns:a16="http://schemas.microsoft.com/office/drawing/2014/main" id="{6EAFE938-0C8C-3D4C-976D-02B173E9FF1D}"/>
              </a:ext>
            </a:extLst>
          </p:cNvPr>
          <p:cNvSpPr>
            <a:spLocks noChangeArrowheads="1"/>
          </p:cNvSpPr>
          <p:nvPr/>
        </p:nvSpPr>
        <p:spPr bwMode="auto">
          <a:xfrm>
            <a:off x="1397000" y="34686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00099"/>
                </a:solidFill>
              </a:rPr>
              <a:t>1 day</a:t>
            </a:r>
            <a:endParaRPr lang="en-GB" altLang="en-US" sz="2000">
              <a:solidFill>
                <a:srgbClr val="000099"/>
              </a:solidFill>
              <a:latin typeface="Times" pitchFamily="2" charset="0"/>
            </a:endParaRPr>
          </a:p>
        </p:txBody>
      </p:sp>
      <p:sp>
        <p:nvSpPr>
          <p:cNvPr id="154635" name="Line 15">
            <a:extLst>
              <a:ext uri="{FF2B5EF4-FFF2-40B4-BE49-F238E27FC236}">
                <a16:creationId xmlns:a16="http://schemas.microsoft.com/office/drawing/2014/main" id="{A667C635-A017-C644-975A-87DB0EF38F24}"/>
              </a:ext>
            </a:extLst>
          </p:cNvPr>
          <p:cNvSpPr>
            <a:spLocks noChangeShapeType="1"/>
          </p:cNvSpPr>
          <p:nvPr/>
        </p:nvSpPr>
        <p:spPr bwMode="auto">
          <a:xfrm flipH="1">
            <a:off x="3175000" y="3683000"/>
            <a:ext cx="5016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54636" name="Text Box 18">
            <a:extLst>
              <a:ext uri="{FF2B5EF4-FFF2-40B4-BE49-F238E27FC236}">
                <a16:creationId xmlns:a16="http://schemas.microsoft.com/office/drawing/2014/main" id="{89B7E052-13E4-0244-A964-6EB90957E83C}"/>
              </a:ext>
            </a:extLst>
          </p:cNvPr>
          <p:cNvSpPr txBox="1">
            <a:spLocks noChangeArrowheads="1"/>
          </p:cNvSpPr>
          <p:nvPr/>
        </p:nvSpPr>
        <p:spPr bwMode="auto">
          <a:xfrm>
            <a:off x="2730500" y="3746500"/>
            <a:ext cx="7553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000000"/>
                </a:solidFill>
              </a:rPr>
              <a:t>1979</a:t>
            </a:r>
          </a:p>
        </p:txBody>
      </p:sp>
    </p:spTree>
    <p:extLst>
      <p:ext uri="{BB962C8B-B14F-4D97-AF65-F5344CB8AC3E}">
        <p14:creationId xmlns:p14="http://schemas.microsoft.com/office/powerpoint/2010/main" val="2911329371"/>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6673" name="Picture 1" descr="PMSL_VerifVsAnl.png">
            <a:extLst>
              <a:ext uri="{FF2B5EF4-FFF2-40B4-BE49-F238E27FC236}">
                <a16:creationId xmlns:a16="http://schemas.microsoft.com/office/drawing/2014/main" id="{22DFA745-2972-8347-AC46-EC43DF2A3E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
            <a:ext cx="9054042" cy="500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74" name="Rectangle 2">
            <a:extLst>
              <a:ext uri="{FF2B5EF4-FFF2-40B4-BE49-F238E27FC236}">
                <a16:creationId xmlns:a16="http://schemas.microsoft.com/office/drawing/2014/main" id="{77C31430-AEA7-8E4A-BEE3-001E7738F985}"/>
              </a:ext>
            </a:extLst>
          </p:cNvPr>
          <p:cNvSpPr>
            <a:spLocks noChangeArrowheads="1"/>
          </p:cNvSpPr>
          <p:nvPr/>
        </p:nvSpPr>
        <p:spPr bwMode="auto">
          <a:xfrm>
            <a:off x="762000" y="0"/>
            <a:ext cx="7620000" cy="1714500"/>
          </a:xfrm>
          <a:prstGeom prst="rect">
            <a:avLst/>
          </a:prstGeom>
          <a:solidFill>
            <a:srgbClr val="000063"/>
          </a:solidFill>
          <a:ln w="9525">
            <a:solidFill>
              <a:srgbClr val="000063"/>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6675" name="Text Box 1028">
            <a:extLst>
              <a:ext uri="{FF2B5EF4-FFF2-40B4-BE49-F238E27FC236}">
                <a16:creationId xmlns:a16="http://schemas.microsoft.com/office/drawing/2014/main" id="{60BF55F7-7034-D646-87DF-12CA8D0E6294}"/>
              </a:ext>
            </a:extLst>
          </p:cNvPr>
          <p:cNvSpPr txBox="1">
            <a:spLocks noChangeArrowheads="1"/>
          </p:cNvSpPr>
          <p:nvPr/>
        </p:nvSpPr>
        <p:spPr bwMode="auto">
          <a:xfrm>
            <a:off x="1079500" y="317501"/>
            <a:ext cx="6985000" cy="913199"/>
          </a:xfrm>
          <a:prstGeom prst="rect">
            <a:avLst/>
          </a:prstGeom>
          <a:solidFill>
            <a:srgbClr val="FFFFFF"/>
          </a:solidFill>
          <a:ln w="9525">
            <a:solidFill>
              <a:srgbClr val="000000"/>
            </a:solidFill>
            <a:miter lim="800000"/>
            <a:headEnd/>
            <a:tailEnd/>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spcBef>
                <a:spcPct val="50000"/>
              </a:spcBef>
            </a:pPr>
            <a:r>
              <a:rPr lang="en-GB" altLang="en-US" sz="2667">
                <a:solidFill>
                  <a:srgbClr val="000099"/>
                </a:solidFill>
              </a:rPr>
              <a:t>Root-mean-square surface pressure error (mb) over the Northeast Atlantic Ocean</a:t>
            </a:r>
          </a:p>
        </p:txBody>
      </p:sp>
      <p:sp>
        <p:nvSpPr>
          <p:cNvPr id="156676" name="Rectangle 1031">
            <a:extLst>
              <a:ext uri="{FF2B5EF4-FFF2-40B4-BE49-F238E27FC236}">
                <a16:creationId xmlns:a16="http://schemas.microsoft.com/office/drawing/2014/main" id="{F699FAE0-D5A0-D746-A8B6-77DD0C05344D}"/>
              </a:ext>
            </a:extLst>
          </p:cNvPr>
          <p:cNvSpPr>
            <a:spLocks noChangeArrowheads="1"/>
          </p:cNvSpPr>
          <p:nvPr/>
        </p:nvSpPr>
        <p:spPr bwMode="auto">
          <a:xfrm>
            <a:off x="7112000" y="53340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1000">
                <a:solidFill>
                  <a:srgbClr val="FFFFFF"/>
                </a:solidFill>
              </a:rPr>
              <a:t>© Crown copyright</a:t>
            </a:r>
          </a:p>
          <a:p>
            <a:pPr defTabSz="761970"/>
            <a:r>
              <a:rPr lang="en-GB" altLang="en-US" sz="1000">
                <a:solidFill>
                  <a:srgbClr val="FFFFFF"/>
                </a:solidFill>
              </a:rPr>
              <a:t>      Met Office</a:t>
            </a:r>
            <a:endParaRPr lang="en-GB" altLang="en-US" sz="1333">
              <a:solidFill>
                <a:srgbClr val="FFFFFF"/>
              </a:solidFill>
              <a:latin typeface="Times" pitchFamily="2" charset="0"/>
            </a:endParaRPr>
          </a:p>
        </p:txBody>
      </p:sp>
      <p:sp>
        <p:nvSpPr>
          <p:cNvPr id="156677" name="Rectangle 1037">
            <a:extLst>
              <a:ext uri="{FF2B5EF4-FFF2-40B4-BE49-F238E27FC236}">
                <a16:creationId xmlns:a16="http://schemas.microsoft.com/office/drawing/2014/main" id="{F6DA380C-2517-B240-8B4F-B5379B66B5A3}"/>
              </a:ext>
            </a:extLst>
          </p:cNvPr>
          <p:cNvSpPr>
            <a:spLocks noChangeArrowheads="1"/>
          </p:cNvSpPr>
          <p:nvPr/>
        </p:nvSpPr>
        <p:spPr bwMode="auto">
          <a:xfrm>
            <a:off x="762000" y="2413000"/>
            <a:ext cx="254000" cy="6350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56678" name="Rectangle 1029">
            <a:extLst>
              <a:ext uri="{FF2B5EF4-FFF2-40B4-BE49-F238E27FC236}">
                <a16:creationId xmlns:a16="http://schemas.microsoft.com/office/drawing/2014/main" id="{2A2B6876-BFCE-F84D-8FCB-9789FD3A95A4}"/>
              </a:ext>
            </a:extLst>
          </p:cNvPr>
          <p:cNvSpPr>
            <a:spLocks noChangeArrowheads="1"/>
          </p:cNvSpPr>
          <p:nvPr/>
        </p:nvSpPr>
        <p:spPr bwMode="auto">
          <a:xfrm>
            <a:off x="5778500" y="2362729"/>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592009"/>
                </a:solidFill>
              </a:rPr>
              <a:t>5 days</a:t>
            </a:r>
            <a:endParaRPr lang="en-GB" altLang="en-US" sz="2000">
              <a:solidFill>
                <a:srgbClr val="592009"/>
              </a:solidFill>
              <a:latin typeface="Times" pitchFamily="2" charset="0"/>
            </a:endParaRPr>
          </a:p>
        </p:txBody>
      </p:sp>
      <p:sp>
        <p:nvSpPr>
          <p:cNvPr id="156679" name="Rectangle 1032">
            <a:extLst>
              <a:ext uri="{FF2B5EF4-FFF2-40B4-BE49-F238E27FC236}">
                <a16:creationId xmlns:a16="http://schemas.microsoft.com/office/drawing/2014/main" id="{5B0DD313-81BD-E948-A4C3-8F7E4989C942}"/>
              </a:ext>
            </a:extLst>
          </p:cNvPr>
          <p:cNvSpPr>
            <a:spLocks noChangeArrowheads="1"/>
          </p:cNvSpPr>
          <p:nvPr/>
        </p:nvSpPr>
        <p:spPr bwMode="auto">
          <a:xfrm>
            <a:off x="5588000" y="2897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6D2F77"/>
                </a:solidFill>
              </a:rPr>
              <a:t>4 days</a:t>
            </a:r>
            <a:endParaRPr lang="en-GB" altLang="en-US" sz="2000">
              <a:solidFill>
                <a:srgbClr val="6D2F77"/>
              </a:solidFill>
              <a:latin typeface="Times" pitchFamily="2" charset="0"/>
            </a:endParaRPr>
          </a:p>
        </p:txBody>
      </p:sp>
      <p:sp>
        <p:nvSpPr>
          <p:cNvPr id="156680" name="Rectangle 1033">
            <a:extLst>
              <a:ext uri="{FF2B5EF4-FFF2-40B4-BE49-F238E27FC236}">
                <a16:creationId xmlns:a16="http://schemas.microsoft.com/office/drawing/2014/main" id="{C7973EBE-3C07-BD41-95CC-334372F02484}"/>
              </a:ext>
            </a:extLst>
          </p:cNvPr>
          <p:cNvSpPr>
            <a:spLocks noChangeArrowheads="1"/>
          </p:cNvSpPr>
          <p:nvPr/>
        </p:nvSpPr>
        <p:spPr bwMode="auto">
          <a:xfrm>
            <a:off x="2762250" y="20081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FF0810"/>
                </a:solidFill>
              </a:rPr>
              <a:t>3 days</a:t>
            </a:r>
            <a:endParaRPr lang="en-GB" altLang="en-US" sz="2000">
              <a:solidFill>
                <a:srgbClr val="FF0810"/>
              </a:solidFill>
              <a:latin typeface="Times" pitchFamily="2" charset="0"/>
            </a:endParaRPr>
          </a:p>
        </p:txBody>
      </p:sp>
      <p:sp>
        <p:nvSpPr>
          <p:cNvPr id="156681" name="Rectangle 1034">
            <a:extLst>
              <a:ext uri="{FF2B5EF4-FFF2-40B4-BE49-F238E27FC236}">
                <a16:creationId xmlns:a16="http://schemas.microsoft.com/office/drawing/2014/main" id="{FCC641F8-22F2-7846-BA84-0CDD2F977DFD}"/>
              </a:ext>
            </a:extLst>
          </p:cNvPr>
          <p:cNvSpPr>
            <a:spLocks noChangeArrowheads="1"/>
          </p:cNvSpPr>
          <p:nvPr/>
        </p:nvSpPr>
        <p:spPr bwMode="auto">
          <a:xfrm>
            <a:off x="1397000" y="2603500"/>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66A08"/>
                </a:solidFill>
              </a:rPr>
              <a:t>2 days</a:t>
            </a:r>
            <a:endParaRPr lang="en-GB" altLang="en-US" sz="2000">
              <a:solidFill>
                <a:srgbClr val="066A08"/>
              </a:solidFill>
              <a:latin typeface="Times" pitchFamily="2" charset="0"/>
            </a:endParaRPr>
          </a:p>
        </p:txBody>
      </p:sp>
      <p:sp>
        <p:nvSpPr>
          <p:cNvPr id="156682" name="Rectangle 1035">
            <a:extLst>
              <a:ext uri="{FF2B5EF4-FFF2-40B4-BE49-F238E27FC236}">
                <a16:creationId xmlns:a16="http://schemas.microsoft.com/office/drawing/2014/main" id="{F2FF0EB0-7041-3141-BEAB-623AD836DAF8}"/>
              </a:ext>
            </a:extLst>
          </p:cNvPr>
          <p:cNvSpPr>
            <a:spLocks noChangeArrowheads="1"/>
          </p:cNvSpPr>
          <p:nvPr/>
        </p:nvSpPr>
        <p:spPr bwMode="auto">
          <a:xfrm>
            <a:off x="1397000" y="3468688"/>
            <a:ext cx="1206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GB" altLang="en-US" sz="2000">
                <a:solidFill>
                  <a:srgbClr val="000099"/>
                </a:solidFill>
              </a:rPr>
              <a:t>1 day</a:t>
            </a:r>
            <a:endParaRPr lang="en-GB" altLang="en-US" sz="2000">
              <a:solidFill>
                <a:srgbClr val="000099"/>
              </a:solidFill>
              <a:latin typeface="Times" pitchFamily="2" charset="0"/>
            </a:endParaRPr>
          </a:p>
        </p:txBody>
      </p:sp>
      <p:sp>
        <p:nvSpPr>
          <p:cNvPr id="156683" name="Line 15">
            <a:extLst>
              <a:ext uri="{FF2B5EF4-FFF2-40B4-BE49-F238E27FC236}">
                <a16:creationId xmlns:a16="http://schemas.microsoft.com/office/drawing/2014/main" id="{6FFE1024-A56D-304C-85BB-825986CC2019}"/>
              </a:ext>
            </a:extLst>
          </p:cNvPr>
          <p:cNvSpPr>
            <a:spLocks noChangeShapeType="1"/>
          </p:cNvSpPr>
          <p:nvPr/>
        </p:nvSpPr>
        <p:spPr bwMode="auto">
          <a:xfrm flipH="1">
            <a:off x="1397000" y="3302000"/>
            <a:ext cx="6794500" cy="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Tree>
    <p:extLst>
      <p:ext uri="{BB962C8B-B14F-4D97-AF65-F5344CB8AC3E}">
        <p14:creationId xmlns:p14="http://schemas.microsoft.com/office/powerpoint/2010/main" val="688670210"/>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BF39213B-87CD-D949-BB5E-6F0E4D2DB301}"/>
              </a:ext>
            </a:extLst>
          </p:cNvPr>
          <p:cNvSpPr>
            <a:spLocks noGrp="1" noChangeArrowheads="1"/>
          </p:cNvSpPr>
          <p:nvPr>
            <p:ph type="title" idx="4294967295"/>
          </p:nvPr>
        </p:nvSpPr>
        <p:spPr>
          <a:xfrm>
            <a:off x="1016000" y="254000"/>
            <a:ext cx="7239000" cy="952500"/>
          </a:xfrm>
        </p:spPr>
        <p:txBody>
          <a:bodyPr/>
          <a:lstStyle/>
          <a:p>
            <a:pPr algn="l" eaLnBrk="1" hangingPunct="1">
              <a:defRPr/>
            </a:pPr>
            <a:endParaRPr lang="en-US" sz="3333">
              <a:solidFill>
                <a:srgbClr val="FFFF00"/>
              </a:solidFill>
              <a:effectLst>
                <a:outerShdw blurRad="38100" dist="38100" dir="2700000" algn="tl">
                  <a:srgbClr val="000000"/>
                </a:outerShdw>
              </a:effectLst>
              <a:ea typeface="ＭＳ Ｐゴシック" charset="0"/>
              <a:cs typeface="ＭＳ Ｐゴシック" charset="0"/>
            </a:endParaRPr>
          </a:p>
        </p:txBody>
      </p:sp>
      <p:sp>
        <p:nvSpPr>
          <p:cNvPr id="158722" name="Rectangle 3">
            <a:extLst>
              <a:ext uri="{FF2B5EF4-FFF2-40B4-BE49-F238E27FC236}">
                <a16:creationId xmlns:a16="http://schemas.microsoft.com/office/drawing/2014/main" id="{6FDB9CA5-D726-974D-9625-F403917E74AB}"/>
              </a:ext>
            </a:extLst>
          </p:cNvPr>
          <p:cNvSpPr>
            <a:spLocks noGrp="1" noChangeArrowheads="1"/>
          </p:cNvSpPr>
          <p:nvPr>
            <p:ph type="body" idx="4294967295"/>
          </p:nvPr>
        </p:nvSpPr>
        <p:spPr>
          <a:xfrm>
            <a:off x="1143000" y="1703917"/>
            <a:ext cx="6985000" cy="3757083"/>
          </a:xfrm>
        </p:spPr>
        <p:txBody>
          <a:bodyPr/>
          <a:lstStyle/>
          <a:p>
            <a:pPr eaLnBrk="1" hangingPunct="1">
              <a:lnSpc>
                <a:spcPct val="90000"/>
              </a:lnSpc>
            </a:pPr>
            <a:endParaRPr lang="en-US" altLang="en-US" sz="2333">
              <a:ea typeface="ＭＳ Ｐゴシック" panose="020B0600070205080204" pitchFamily="34" charset="-128"/>
            </a:endParaRPr>
          </a:p>
        </p:txBody>
      </p:sp>
      <p:pic>
        <p:nvPicPr>
          <p:cNvPr id="158723" name="Picture 4" descr="sat">
            <a:extLst>
              <a:ext uri="{FF2B5EF4-FFF2-40B4-BE49-F238E27FC236}">
                <a16:creationId xmlns:a16="http://schemas.microsoft.com/office/drawing/2014/main" id="{0E749C97-4CE4-164B-8949-FB589E029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58886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1F6B0F16-4ABC-E64C-B2F3-86C6304B5EDD}"/>
              </a:ext>
            </a:extLst>
          </p:cNvPr>
          <p:cNvSpPr>
            <a:spLocks noGrp="1" noChangeArrowheads="1"/>
          </p:cNvSpPr>
          <p:nvPr>
            <p:ph type="title" idx="4294967295"/>
          </p:nvPr>
        </p:nvSpPr>
        <p:spPr>
          <a:xfrm>
            <a:off x="1016000" y="254000"/>
            <a:ext cx="7239000" cy="952500"/>
          </a:xfrm>
        </p:spPr>
        <p:txBody>
          <a:bodyPr/>
          <a:lstStyle/>
          <a:p>
            <a:pPr algn="l" eaLnBrk="1" hangingPunct="1">
              <a:defRPr/>
            </a:pPr>
            <a:endParaRPr lang="en-US" sz="3333">
              <a:solidFill>
                <a:srgbClr val="FFFF00"/>
              </a:solidFill>
              <a:effectLst>
                <a:outerShdw blurRad="38100" dist="38100" dir="2700000" algn="tl">
                  <a:srgbClr val="000000"/>
                </a:outerShdw>
              </a:effectLst>
              <a:ea typeface="ＭＳ Ｐゴシック" charset="0"/>
              <a:cs typeface="ＭＳ Ｐゴシック" charset="0"/>
            </a:endParaRPr>
          </a:p>
        </p:txBody>
      </p:sp>
      <p:sp>
        <p:nvSpPr>
          <p:cNvPr id="160770" name="Rectangle 3">
            <a:extLst>
              <a:ext uri="{FF2B5EF4-FFF2-40B4-BE49-F238E27FC236}">
                <a16:creationId xmlns:a16="http://schemas.microsoft.com/office/drawing/2014/main" id="{4886DE39-7AC9-1040-89FD-201722FE1CA9}"/>
              </a:ext>
            </a:extLst>
          </p:cNvPr>
          <p:cNvSpPr>
            <a:spLocks noGrp="1" noChangeArrowheads="1"/>
          </p:cNvSpPr>
          <p:nvPr>
            <p:ph type="body" idx="4294967295"/>
          </p:nvPr>
        </p:nvSpPr>
        <p:spPr>
          <a:xfrm>
            <a:off x="1143000" y="1703917"/>
            <a:ext cx="6985000" cy="3757083"/>
          </a:xfrm>
        </p:spPr>
        <p:txBody>
          <a:bodyPr/>
          <a:lstStyle/>
          <a:p>
            <a:pPr eaLnBrk="1" hangingPunct="1">
              <a:lnSpc>
                <a:spcPct val="90000"/>
              </a:lnSpc>
            </a:pPr>
            <a:endParaRPr lang="en-US" altLang="en-US" sz="2333">
              <a:ea typeface="ＭＳ Ｐゴシック" panose="020B0600070205080204" pitchFamily="34" charset="-128"/>
            </a:endParaRPr>
          </a:p>
        </p:txBody>
      </p:sp>
      <p:pic>
        <p:nvPicPr>
          <p:cNvPr id="160771" name="Picture 4" descr="sat">
            <a:extLst>
              <a:ext uri="{FF2B5EF4-FFF2-40B4-BE49-F238E27FC236}">
                <a16:creationId xmlns:a16="http://schemas.microsoft.com/office/drawing/2014/main" id="{C7095102-C6B2-4F4A-910E-BECBD9DE70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2" name="Rectangle 6">
            <a:extLst>
              <a:ext uri="{FF2B5EF4-FFF2-40B4-BE49-F238E27FC236}">
                <a16:creationId xmlns:a16="http://schemas.microsoft.com/office/drawing/2014/main" id="{5B617931-6207-C345-951D-7DF8E4D36C2A}"/>
              </a:ext>
            </a:extLst>
          </p:cNvPr>
          <p:cNvSpPr>
            <a:spLocks noChangeArrowheads="1"/>
          </p:cNvSpPr>
          <p:nvPr/>
        </p:nvSpPr>
        <p:spPr bwMode="auto">
          <a:xfrm>
            <a:off x="4318000" y="2159000"/>
            <a:ext cx="63500" cy="6350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Tree>
    <p:extLst>
      <p:ext uri="{BB962C8B-B14F-4D97-AF65-F5344CB8AC3E}">
        <p14:creationId xmlns:p14="http://schemas.microsoft.com/office/powerpoint/2010/main" val="24236666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523282CC-59CC-924F-8887-51E00AE72F58}"/>
              </a:ext>
            </a:extLst>
          </p:cNvPr>
          <p:cNvSpPr>
            <a:spLocks noGrp="1" noChangeArrowheads="1"/>
          </p:cNvSpPr>
          <p:nvPr>
            <p:ph type="title" idx="4294967295"/>
          </p:nvPr>
        </p:nvSpPr>
        <p:spPr>
          <a:xfrm>
            <a:off x="1016000" y="254000"/>
            <a:ext cx="7239000" cy="952500"/>
          </a:xfrm>
        </p:spPr>
        <p:txBody>
          <a:bodyPr/>
          <a:lstStyle/>
          <a:p>
            <a:pPr algn="l" eaLnBrk="1" hangingPunct="1">
              <a:defRPr/>
            </a:pPr>
            <a:endParaRPr lang="en-US" sz="3333">
              <a:solidFill>
                <a:srgbClr val="FFFF00"/>
              </a:solidFill>
              <a:effectLst>
                <a:outerShdw blurRad="38100" dist="38100" dir="2700000" algn="tl">
                  <a:srgbClr val="000000"/>
                </a:outerShdw>
              </a:effectLst>
              <a:ea typeface="ＭＳ Ｐゴシック" charset="0"/>
              <a:cs typeface="ＭＳ Ｐゴシック" charset="0"/>
            </a:endParaRPr>
          </a:p>
        </p:txBody>
      </p:sp>
      <p:sp>
        <p:nvSpPr>
          <p:cNvPr id="162818" name="Rectangle 3">
            <a:extLst>
              <a:ext uri="{FF2B5EF4-FFF2-40B4-BE49-F238E27FC236}">
                <a16:creationId xmlns:a16="http://schemas.microsoft.com/office/drawing/2014/main" id="{5D41B8E6-CAEB-104E-AC20-E520A0AF9782}"/>
              </a:ext>
            </a:extLst>
          </p:cNvPr>
          <p:cNvSpPr>
            <a:spLocks noGrp="1" noChangeArrowheads="1"/>
          </p:cNvSpPr>
          <p:nvPr>
            <p:ph type="body" idx="4294967295"/>
          </p:nvPr>
        </p:nvSpPr>
        <p:spPr>
          <a:xfrm>
            <a:off x="1143000" y="1703917"/>
            <a:ext cx="6985000" cy="3757083"/>
          </a:xfrm>
        </p:spPr>
        <p:txBody>
          <a:bodyPr/>
          <a:lstStyle/>
          <a:p>
            <a:pPr eaLnBrk="1" hangingPunct="1">
              <a:lnSpc>
                <a:spcPct val="90000"/>
              </a:lnSpc>
            </a:pPr>
            <a:endParaRPr lang="en-US" altLang="en-US" sz="2333">
              <a:ea typeface="ＭＳ Ｐゴシック" panose="020B0600070205080204" pitchFamily="34" charset="-128"/>
            </a:endParaRPr>
          </a:p>
        </p:txBody>
      </p:sp>
      <p:pic>
        <p:nvPicPr>
          <p:cNvPr id="162819" name="Picture 4" descr="sat">
            <a:extLst>
              <a:ext uri="{FF2B5EF4-FFF2-40B4-BE49-F238E27FC236}">
                <a16:creationId xmlns:a16="http://schemas.microsoft.com/office/drawing/2014/main" id="{1306B4D8-9EE5-134F-A8A9-452D0546B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0" name="Line 5">
            <a:extLst>
              <a:ext uri="{FF2B5EF4-FFF2-40B4-BE49-F238E27FC236}">
                <a16:creationId xmlns:a16="http://schemas.microsoft.com/office/drawing/2014/main" id="{6BBBAF66-8FD7-E740-9F4C-E31869C755CD}"/>
              </a:ext>
            </a:extLst>
          </p:cNvPr>
          <p:cNvSpPr>
            <a:spLocks noChangeShapeType="1"/>
          </p:cNvSpPr>
          <p:nvPr/>
        </p:nvSpPr>
        <p:spPr bwMode="auto">
          <a:xfrm>
            <a:off x="4381500" y="2222500"/>
            <a:ext cx="4000500" cy="34925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pic>
        <p:nvPicPr>
          <p:cNvPr id="162821" name="Picture 6" descr="MustardField">
            <a:extLst>
              <a:ext uri="{FF2B5EF4-FFF2-40B4-BE49-F238E27FC236}">
                <a16:creationId xmlns:a16="http://schemas.microsoft.com/office/drawing/2014/main" id="{3F3874A8-8B84-7F4E-918E-C20064E586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1886" y="2804583"/>
            <a:ext cx="3880114" cy="2910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2" name="Rectangle 7">
            <a:extLst>
              <a:ext uri="{FF2B5EF4-FFF2-40B4-BE49-F238E27FC236}">
                <a16:creationId xmlns:a16="http://schemas.microsoft.com/office/drawing/2014/main" id="{D5C316CB-A41B-8F40-9894-20C2E4ABF36D}"/>
              </a:ext>
            </a:extLst>
          </p:cNvPr>
          <p:cNvSpPr>
            <a:spLocks noChangeArrowheads="1"/>
          </p:cNvSpPr>
          <p:nvPr/>
        </p:nvSpPr>
        <p:spPr bwMode="auto">
          <a:xfrm>
            <a:off x="4318000" y="2159000"/>
            <a:ext cx="63500" cy="6350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62823" name="Line 8">
            <a:extLst>
              <a:ext uri="{FF2B5EF4-FFF2-40B4-BE49-F238E27FC236}">
                <a16:creationId xmlns:a16="http://schemas.microsoft.com/office/drawing/2014/main" id="{FB3DAE01-F578-EA4D-BE71-BDF58CF2FE80}"/>
              </a:ext>
            </a:extLst>
          </p:cNvPr>
          <p:cNvSpPr>
            <a:spLocks noChangeShapeType="1"/>
          </p:cNvSpPr>
          <p:nvPr/>
        </p:nvSpPr>
        <p:spPr bwMode="auto">
          <a:xfrm>
            <a:off x="4318000" y="2222500"/>
            <a:ext cx="190500" cy="34925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2824" name="Line 9">
            <a:extLst>
              <a:ext uri="{FF2B5EF4-FFF2-40B4-BE49-F238E27FC236}">
                <a16:creationId xmlns:a16="http://schemas.microsoft.com/office/drawing/2014/main" id="{A330FF0C-E3AE-D44B-90C9-0FE974E15983}"/>
              </a:ext>
            </a:extLst>
          </p:cNvPr>
          <p:cNvSpPr>
            <a:spLocks noChangeShapeType="1"/>
          </p:cNvSpPr>
          <p:nvPr/>
        </p:nvSpPr>
        <p:spPr bwMode="auto">
          <a:xfrm>
            <a:off x="4381500" y="2159000"/>
            <a:ext cx="4000500" cy="635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2825" name="Line 10">
            <a:extLst>
              <a:ext uri="{FF2B5EF4-FFF2-40B4-BE49-F238E27FC236}">
                <a16:creationId xmlns:a16="http://schemas.microsoft.com/office/drawing/2014/main" id="{7AD5B1BF-09B5-5640-8A11-E9477E09B81F}"/>
              </a:ext>
            </a:extLst>
          </p:cNvPr>
          <p:cNvSpPr>
            <a:spLocks noChangeShapeType="1"/>
          </p:cNvSpPr>
          <p:nvPr/>
        </p:nvSpPr>
        <p:spPr bwMode="auto">
          <a:xfrm>
            <a:off x="4318000" y="2159000"/>
            <a:ext cx="190500" cy="6985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Tree>
    <p:extLst>
      <p:ext uri="{BB962C8B-B14F-4D97-AF65-F5344CB8AC3E}">
        <p14:creationId xmlns:p14="http://schemas.microsoft.com/office/powerpoint/2010/main" val="15144535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0E890C5B-2433-AB40-8374-C375E9DB8173}"/>
              </a:ext>
            </a:extLst>
          </p:cNvPr>
          <p:cNvSpPr>
            <a:spLocks noGrp="1" noChangeArrowheads="1"/>
          </p:cNvSpPr>
          <p:nvPr>
            <p:ph type="title" idx="4294967295"/>
          </p:nvPr>
        </p:nvSpPr>
        <p:spPr>
          <a:xfrm>
            <a:off x="1016000" y="254000"/>
            <a:ext cx="7239000" cy="952500"/>
          </a:xfrm>
        </p:spPr>
        <p:txBody>
          <a:bodyPr/>
          <a:lstStyle/>
          <a:p>
            <a:pPr algn="l" eaLnBrk="1" hangingPunct="1">
              <a:defRPr/>
            </a:pPr>
            <a:endParaRPr lang="en-US" sz="3333">
              <a:solidFill>
                <a:srgbClr val="FFFF00"/>
              </a:solidFill>
              <a:effectLst>
                <a:outerShdw blurRad="38100" dist="38100" dir="2700000" algn="tl">
                  <a:srgbClr val="000000"/>
                </a:outerShdw>
              </a:effectLst>
              <a:ea typeface="ＭＳ Ｐゴシック" charset="0"/>
              <a:cs typeface="ＭＳ Ｐゴシック" charset="0"/>
            </a:endParaRPr>
          </a:p>
        </p:txBody>
      </p:sp>
      <p:sp>
        <p:nvSpPr>
          <p:cNvPr id="164866" name="Rectangle 3">
            <a:extLst>
              <a:ext uri="{FF2B5EF4-FFF2-40B4-BE49-F238E27FC236}">
                <a16:creationId xmlns:a16="http://schemas.microsoft.com/office/drawing/2014/main" id="{1679C3ED-742C-D645-89F6-5115A583B0AD}"/>
              </a:ext>
            </a:extLst>
          </p:cNvPr>
          <p:cNvSpPr>
            <a:spLocks noGrp="1" noChangeArrowheads="1"/>
          </p:cNvSpPr>
          <p:nvPr>
            <p:ph type="body" idx="4294967295"/>
          </p:nvPr>
        </p:nvSpPr>
        <p:spPr>
          <a:xfrm>
            <a:off x="1143000" y="1703917"/>
            <a:ext cx="6985000" cy="3757083"/>
          </a:xfrm>
        </p:spPr>
        <p:txBody>
          <a:bodyPr/>
          <a:lstStyle/>
          <a:p>
            <a:pPr eaLnBrk="1" hangingPunct="1">
              <a:lnSpc>
                <a:spcPct val="90000"/>
              </a:lnSpc>
            </a:pPr>
            <a:endParaRPr lang="en-US" altLang="en-US" sz="2333">
              <a:ea typeface="ＭＳ Ｐゴシック" panose="020B0600070205080204" pitchFamily="34" charset="-128"/>
            </a:endParaRPr>
          </a:p>
        </p:txBody>
      </p:sp>
      <p:pic>
        <p:nvPicPr>
          <p:cNvPr id="164867" name="Picture 4" descr="sat">
            <a:extLst>
              <a:ext uri="{FF2B5EF4-FFF2-40B4-BE49-F238E27FC236}">
                <a16:creationId xmlns:a16="http://schemas.microsoft.com/office/drawing/2014/main" id="{80D2DDA8-7F44-5D40-8B1D-9EB90719B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68" name="Line 9">
            <a:extLst>
              <a:ext uri="{FF2B5EF4-FFF2-40B4-BE49-F238E27FC236}">
                <a16:creationId xmlns:a16="http://schemas.microsoft.com/office/drawing/2014/main" id="{AD2CDE44-AF68-444B-9BD2-93C7B28E1E7F}"/>
              </a:ext>
            </a:extLst>
          </p:cNvPr>
          <p:cNvSpPr>
            <a:spLocks noChangeShapeType="1"/>
          </p:cNvSpPr>
          <p:nvPr/>
        </p:nvSpPr>
        <p:spPr bwMode="auto">
          <a:xfrm>
            <a:off x="4381500" y="2222500"/>
            <a:ext cx="4000500" cy="34925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pic>
        <p:nvPicPr>
          <p:cNvPr id="164869" name="Picture 5" descr="MustardField">
            <a:extLst>
              <a:ext uri="{FF2B5EF4-FFF2-40B4-BE49-F238E27FC236}">
                <a16:creationId xmlns:a16="http://schemas.microsoft.com/office/drawing/2014/main" id="{9A4B3923-229E-B44B-A5D8-7877529350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1886" y="2804583"/>
            <a:ext cx="3880114" cy="2910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70" name="Rectangle 6">
            <a:extLst>
              <a:ext uri="{FF2B5EF4-FFF2-40B4-BE49-F238E27FC236}">
                <a16:creationId xmlns:a16="http://schemas.microsoft.com/office/drawing/2014/main" id="{6E6ADA8D-0426-6040-AF6B-78D03B749A95}"/>
              </a:ext>
            </a:extLst>
          </p:cNvPr>
          <p:cNvSpPr>
            <a:spLocks noChangeArrowheads="1"/>
          </p:cNvSpPr>
          <p:nvPr/>
        </p:nvSpPr>
        <p:spPr bwMode="auto">
          <a:xfrm>
            <a:off x="4318000" y="2159000"/>
            <a:ext cx="63500" cy="6350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endParaRPr lang="en-US" altLang="en-US" sz="2000">
              <a:solidFill>
                <a:srgbClr val="FFFFFF"/>
              </a:solidFill>
            </a:endParaRPr>
          </a:p>
        </p:txBody>
      </p:sp>
      <p:sp>
        <p:nvSpPr>
          <p:cNvPr id="164871" name="Line 7">
            <a:extLst>
              <a:ext uri="{FF2B5EF4-FFF2-40B4-BE49-F238E27FC236}">
                <a16:creationId xmlns:a16="http://schemas.microsoft.com/office/drawing/2014/main" id="{124A8122-6460-434E-A178-82A1EFDAA074}"/>
              </a:ext>
            </a:extLst>
          </p:cNvPr>
          <p:cNvSpPr>
            <a:spLocks noChangeShapeType="1"/>
          </p:cNvSpPr>
          <p:nvPr/>
        </p:nvSpPr>
        <p:spPr bwMode="auto">
          <a:xfrm>
            <a:off x="4318000" y="2222500"/>
            <a:ext cx="190500" cy="34925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4872" name="Line 8">
            <a:extLst>
              <a:ext uri="{FF2B5EF4-FFF2-40B4-BE49-F238E27FC236}">
                <a16:creationId xmlns:a16="http://schemas.microsoft.com/office/drawing/2014/main" id="{74221DC0-0E3A-2E42-BCC7-737878D165C2}"/>
              </a:ext>
            </a:extLst>
          </p:cNvPr>
          <p:cNvSpPr>
            <a:spLocks noChangeShapeType="1"/>
          </p:cNvSpPr>
          <p:nvPr/>
        </p:nvSpPr>
        <p:spPr bwMode="auto">
          <a:xfrm>
            <a:off x="4381500" y="2159000"/>
            <a:ext cx="4000500" cy="635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4873" name="Line 10">
            <a:extLst>
              <a:ext uri="{FF2B5EF4-FFF2-40B4-BE49-F238E27FC236}">
                <a16:creationId xmlns:a16="http://schemas.microsoft.com/office/drawing/2014/main" id="{487EEE88-20AA-7C41-87B6-BBE0EAF380CC}"/>
              </a:ext>
            </a:extLst>
          </p:cNvPr>
          <p:cNvSpPr>
            <a:spLocks noChangeShapeType="1"/>
          </p:cNvSpPr>
          <p:nvPr/>
        </p:nvSpPr>
        <p:spPr bwMode="auto">
          <a:xfrm>
            <a:off x="4318000" y="2159000"/>
            <a:ext cx="190500" cy="6985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grpSp>
        <p:nvGrpSpPr>
          <p:cNvPr id="164874" name="Group 17">
            <a:extLst>
              <a:ext uri="{FF2B5EF4-FFF2-40B4-BE49-F238E27FC236}">
                <a16:creationId xmlns:a16="http://schemas.microsoft.com/office/drawing/2014/main" id="{B9F6BFAB-4D7F-CE40-9418-4E4AE80DBFE4}"/>
              </a:ext>
            </a:extLst>
          </p:cNvPr>
          <p:cNvGrpSpPr>
            <a:grpSpLocks/>
          </p:cNvGrpSpPr>
          <p:nvPr/>
        </p:nvGrpSpPr>
        <p:grpSpPr bwMode="auto">
          <a:xfrm>
            <a:off x="4508500" y="3619500"/>
            <a:ext cx="3873500" cy="1016000"/>
            <a:chOff x="2832" y="2592"/>
            <a:chExt cx="2928" cy="768"/>
          </a:xfrm>
        </p:grpSpPr>
        <p:sp>
          <p:nvSpPr>
            <p:cNvPr id="164875" name="Line 11">
              <a:extLst>
                <a:ext uri="{FF2B5EF4-FFF2-40B4-BE49-F238E27FC236}">
                  <a16:creationId xmlns:a16="http://schemas.microsoft.com/office/drawing/2014/main" id="{88060CCA-8988-ED4F-8C4F-D6807EAD6CF7}"/>
                </a:ext>
              </a:extLst>
            </p:cNvPr>
            <p:cNvSpPr>
              <a:spLocks noChangeShapeType="1"/>
            </p:cNvSpPr>
            <p:nvPr/>
          </p:nvSpPr>
          <p:spPr bwMode="auto">
            <a:xfrm>
              <a:off x="3264" y="3360"/>
              <a:ext cx="2064"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4876" name="Line 12">
              <a:extLst>
                <a:ext uri="{FF2B5EF4-FFF2-40B4-BE49-F238E27FC236}">
                  <a16:creationId xmlns:a16="http://schemas.microsoft.com/office/drawing/2014/main" id="{F36BB6D9-EA11-604A-BC0C-C918A9A9A726}"/>
                </a:ext>
              </a:extLst>
            </p:cNvPr>
            <p:cNvSpPr>
              <a:spLocks noChangeShapeType="1"/>
            </p:cNvSpPr>
            <p:nvPr/>
          </p:nvSpPr>
          <p:spPr bwMode="auto">
            <a:xfrm>
              <a:off x="2832" y="2592"/>
              <a:ext cx="2928"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4877" name="Line 13">
              <a:extLst>
                <a:ext uri="{FF2B5EF4-FFF2-40B4-BE49-F238E27FC236}">
                  <a16:creationId xmlns:a16="http://schemas.microsoft.com/office/drawing/2014/main" id="{1CE4423D-FE92-DF46-93F8-02976805BC92}"/>
                </a:ext>
              </a:extLst>
            </p:cNvPr>
            <p:cNvSpPr>
              <a:spLocks noChangeShapeType="1"/>
            </p:cNvSpPr>
            <p:nvPr/>
          </p:nvSpPr>
          <p:spPr bwMode="auto">
            <a:xfrm>
              <a:off x="2832" y="2976"/>
              <a:ext cx="432" cy="38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sp>
          <p:nvSpPr>
            <p:cNvPr id="164878" name="Line 16">
              <a:extLst>
                <a:ext uri="{FF2B5EF4-FFF2-40B4-BE49-F238E27FC236}">
                  <a16:creationId xmlns:a16="http://schemas.microsoft.com/office/drawing/2014/main" id="{6EFC0A5C-A815-B149-9CA2-9B2A0A218AF5}"/>
                </a:ext>
              </a:extLst>
            </p:cNvPr>
            <p:cNvSpPr>
              <a:spLocks noChangeShapeType="1"/>
            </p:cNvSpPr>
            <p:nvPr/>
          </p:nvSpPr>
          <p:spPr bwMode="auto">
            <a:xfrm flipH="1">
              <a:off x="5328" y="2976"/>
              <a:ext cx="432" cy="38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761970"/>
              <a:endParaRPr lang="en-US" sz="2000">
                <a:solidFill>
                  <a:srgbClr val="FFFFFF"/>
                </a:solidFill>
              </a:endParaRPr>
            </a:p>
          </p:txBody>
        </p:sp>
      </p:grpSp>
    </p:spTree>
    <p:extLst>
      <p:ext uri="{BB962C8B-B14F-4D97-AF65-F5344CB8AC3E}">
        <p14:creationId xmlns:p14="http://schemas.microsoft.com/office/powerpoint/2010/main" val="29559587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143000" y="1181100"/>
            <a:ext cx="5673348"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Extratropical cyclone structure</a:t>
            </a:r>
          </a:p>
          <a:p>
            <a:pPr>
              <a:spcBef>
                <a:spcPct val="0"/>
              </a:spcBef>
              <a:buFontTx/>
              <a:buNone/>
            </a:pPr>
            <a:endParaRPr lang="en-US" altLang="en-US"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cyclones = low-pressure system</a:t>
            </a:r>
          </a:p>
          <a:p>
            <a:pPr>
              <a:spcBef>
                <a:spcPct val="0"/>
              </a:spcBef>
              <a:buFontTx/>
              <a:buNone/>
            </a:pPr>
            <a:r>
              <a:rPr lang="en-US" altLang="en-US" sz="2400" dirty="0">
                <a:solidFill>
                  <a:srgbClr val="FFFF00"/>
                </a:solidFill>
                <a:cs typeface="Arial" panose="020B0604020202020204" pitchFamily="34" charset="0"/>
              </a:rPr>
              <a:t>	</a:t>
            </a:r>
          </a:p>
          <a:p>
            <a:pPr>
              <a:spcBef>
                <a:spcPct val="0"/>
              </a:spcBef>
              <a:buFontTx/>
              <a:buNone/>
            </a:pPr>
            <a:r>
              <a:rPr lang="en-US" altLang="en-US" sz="2400" dirty="0">
                <a:solidFill>
                  <a:srgbClr val="FFFF00"/>
                </a:solidFill>
                <a:cs typeface="Arial" panose="020B0604020202020204" pitchFamily="34" charset="0"/>
              </a:rPr>
              <a:t>anticyclones = high-pressure system</a:t>
            </a: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	</a:t>
            </a:r>
          </a:p>
        </p:txBody>
      </p:sp>
    </p:spTree>
    <p:extLst>
      <p:ext uri="{BB962C8B-B14F-4D97-AF65-F5344CB8AC3E}">
        <p14:creationId xmlns:p14="http://schemas.microsoft.com/office/powerpoint/2010/main" val="3794648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143000" y="1181100"/>
            <a:ext cx="5673348"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Extratropical cyclone structure</a:t>
            </a:r>
          </a:p>
          <a:p>
            <a:pPr>
              <a:spcBef>
                <a:spcPct val="0"/>
              </a:spcBef>
              <a:buFontTx/>
              <a:buNone/>
            </a:pPr>
            <a:endParaRPr lang="en-US" altLang="en-US"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cyclones = low-pressure system</a:t>
            </a:r>
          </a:p>
          <a:p>
            <a:pPr>
              <a:spcBef>
                <a:spcPct val="0"/>
              </a:spcBef>
              <a:buFontTx/>
              <a:buNone/>
            </a:pPr>
            <a:r>
              <a:rPr lang="en-US" altLang="en-US" sz="2400" dirty="0">
                <a:solidFill>
                  <a:srgbClr val="FFFF00"/>
                </a:solidFill>
                <a:cs typeface="Arial" panose="020B0604020202020204" pitchFamily="34" charset="0"/>
              </a:rPr>
              <a:t>	</a:t>
            </a:r>
          </a:p>
          <a:p>
            <a:pPr>
              <a:spcBef>
                <a:spcPct val="0"/>
              </a:spcBef>
              <a:buFontTx/>
              <a:buNone/>
            </a:pPr>
            <a:r>
              <a:rPr lang="en-US" altLang="en-US" sz="2400" dirty="0">
                <a:solidFill>
                  <a:srgbClr val="FFFF00"/>
                </a:solidFill>
                <a:cs typeface="Arial" panose="020B0604020202020204" pitchFamily="34" charset="0"/>
              </a:rPr>
              <a:t>anticyclones = high-pressure system</a:t>
            </a:r>
          </a:p>
        </p:txBody>
      </p:sp>
      <p:sp>
        <p:nvSpPr>
          <p:cNvPr id="2" name="TextBox 1">
            <a:extLst>
              <a:ext uri="{FF2B5EF4-FFF2-40B4-BE49-F238E27FC236}">
                <a16:creationId xmlns:a16="http://schemas.microsoft.com/office/drawing/2014/main" id="{F383574F-D714-194B-A969-96BCB01E1E54}"/>
              </a:ext>
            </a:extLst>
          </p:cNvPr>
          <p:cNvSpPr txBox="1"/>
          <p:nvPr/>
        </p:nvSpPr>
        <p:spPr>
          <a:xfrm>
            <a:off x="1133475" y="4381500"/>
            <a:ext cx="6482865" cy="830997"/>
          </a:xfrm>
          <a:prstGeom prst="rect">
            <a:avLst/>
          </a:prstGeom>
          <a:noFill/>
        </p:spPr>
        <p:txBody>
          <a:bodyPr wrap="none" rtlCol="0">
            <a:spAutoFit/>
          </a:bodyPr>
          <a:lstStyle/>
          <a:p>
            <a:r>
              <a:rPr lang="en-US" altLang="en-US" dirty="0">
                <a:solidFill>
                  <a:schemeClr val="bg1"/>
                </a:solidFill>
                <a:cs typeface="Arial" panose="020B0604020202020204" pitchFamily="34" charset="0"/>
              </a:rPr>
              <a:t>When isobars (lines of constant pressure) are </a:t>
            </a:r>
          </a:p>
          <a:p>
            <a:r>
              <a:rPr lang="en-US" altLang="en-US" dirty="0">
                <a:solidFill>
                  <a:schemeClr val="bg1"/>
                </a:solidFill>
                <a:cs typeface="Arial" panose="020B0604020202020204" pitchFamily="34" charset="0"/>
              </a:rPr>
              <a:t>closely packed, winds are strong.</a:t>
            </a:r>
          </a:p>
        </p:txBody>
      </p:sp>
    </p:spTree>
    <p:extLst>
      <p:ext uri="{BB962C8B-B14F-4D97-AF65-F5344CB8AC3E}">
        <p14:creationId xmlns:p14="http://schemas.microsoft.com/office/powerpoint/2010/main" val="4540234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75AC36-6F16-3C4C-AB56-011F2F8744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83456" y="27214"/>
            <a:ext cx="6460544" cy="568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eft Arrow 4">
            <a:extLst>
              <a:ext uri="{FF2B5EF4-FFF2-40B4-BE49-F238E27FC236}">
                <a16:creationId xmlns:a16="http://schemas.microsoft.com/office/drawing/2014/main" id="{F148F490-1CC0-524C-8A5E-AD673F97C3E0}"/>
              </a:ext>
            </a:extLst>
          </p:cNvPr>
          <p:cNvSpPr/>
          <p:nvPr/>
        </p:nvSpPr>
        <p:spPr>
          <a:xfrm rot="10800000">
            <a:off x="228600" y="342900"/>
            <a:ext cx="3505200" cy="1143000"/>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Left Arrow 5">
            <a:extLst>
              <a:ext uri="{FF2B5EF4-FFF2-40B4-BE49-F238E27FC236}">
                <a16:creationId xmlns:a16="http://schemas.microsoft.com/office/drawing/2014/main" id="{DB364D91-D7D9-B846-A25D-43EBC9A0B086}"/>
              </a:ext>
            </a:extLst>
          </p:cNvPr>
          <p:cNvSpPr/>
          <p:nvPr/>
        </p:nvSpPr>
        <p:spPr>
          <a:xfrm rot="10800000">
            <a:off x="228600" y="4457700"/>
            <a:ext cx="3505200" cy="1143000"/>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483265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EB88FAA-2E7B-6C4E-A99E-B4CAAC58C4A5}"/>
              </a:ext>
            </a:extLst>
          </p:cNvPr>
          <p:cNvGrpSpPr/>
          <p:nvPr/>
        </p:nvGrpSpPr>
        <p:grpSpPr>
          <a:xfrm>
            <a:off x="281891" y="48838"/>
            <a:ext cx="8458931" cy="5715000"/>
            <a:chOff x="281891" y="48838"/>
            <a:chExt cx="8458931" cy="5715000"/>
          </a:xfrm>
        </p:grpSpPr>
        <p:pic>
          <p:nvPicPr>
            <p:cNvPr id="3" name="Picture 2">
              <a:extLst>
                <a:ext uri="{FF2B5EF4-FFF2-40B4-BE49-F238E27FC236}">
                  <a16:creationId xmlns:a16="http://schemas.microsoft.com/office/drawing/2014/main" id="{2DC6CC39-73CE-3A4C-9E15-A37D942499A3}"/>
                </a:ext>
              </a:extLst>
            </p:cNvPr>
            <p:cNvPicPr>
              <a:picLocks noChangeAspect="1"/>
            </p:cNvPicPr>
            <p:nvPr/>
          </p:nvPicPr>
          <p:blipFill>
            <a:blip r:embed="rId3"/>
            <a:stretch>
              <a:fillRect/>
            </a:stretch>
          </p:blipFill>
          <p:spPr>
            <a:xfrm>
              <a:off x="1961723" y="48838"/>
              <a:ext cx="6555879" cy="5715000"/>
            </a:xfrm>
            <a:prstGeom prst="rect">
              <a:avLst/>
            </a:prstGeom>
          </p:spPr>
        </p:pic>
        <p:sp>
          <p:nvSpPr>
            <p:cNvPr id="5" name="TextBox 4">
              <a:extLst>
                <a:ext uri="{FF2B5EF4-FFF2-40B4-BE49-F238E27FC236}">
                  <a16:creationId xmlns:a16="http://schemas.microsoft.com/office/drawing/2014/main" id="{FF959ED0-549A-6D4E-9548-E3F228D2C365}"/>
                </a:ext>
              </a:extLst>
            </p:cNvPr>
            <p:cNvSpPr txBox="1">
              <a:spLocks noChangeArrowheads="1"/>
            </p:cNvSpPr>
            <p:nvPr/>
          </p:nvSpPr>
          <p:spPr bwMode="auto">
            <a:xfrm>
              <a:off x="2647523" y="53074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6" name="TextBox 5">
              <a:extLst>
                <a:ext uri="{FF2B5EF4-FFF2-40B4-BE49-F238E27FC236}">
                  <a16:creationId xmlns:a16="http://schemas.microsoft.com/office/drawing/2014/main" id="{25411A12-841A-DC4D-B17A-B37DE7239CA8}"/>
                </a:ext>
              </a:extLst>
            </p:cNvPr>
            <p:cNvSpPr txBox="1">
              <a:spLocks noChangeArrowheads="1"/>
            </p:cNvSpPr>
            <p:nvPr/>
          </p:nvSpPr>
          <p:spPr bwMode="auto">
            <a:xfrm>
              <a:off x="2647523" y="440130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7" name="TextBox 4">
              <a:extLst>
                <a:ext uri="{FF2B5EF4-FFF2-40B4-BE49-F238E27FC236}">
                  <a16:creationId xmlns:a16="http://schemas.microsoft.com/office/drawing/2014/main" id="{A9248189-1165-AA45-873B-D0DE9F510519}"/>
                </a:ext>
              </a:extLst>
            </p:cNvPr>
            <p:cNvSpPr txBox="1">
              <a:spLocks noChangeArrowheads="1"/>
            </p:cNvSpPr>
            <p:nvPr/>
          </p:nvSpPr>
          <p:spPr bwMode="auto">
            <a:xfrm>
              <a:off x="298926" y="2450924"/>
              <a:ext cx="132279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sea-level</a:t>
              </a:r>
            </a:p>
            <a:p>
              <a:pPr algn="ctr">
                <a:spcBef>
                  <a:spcPct val="0"/>
                </a:spcBef>
                <a:buFontTx/>
                <a:buNone/>
              </a:pPr>
              <a:r>
                <a:rPr lang="en-US" altLang="en-US" sz="2000" dirty="0">
                  <a:cs typeface="Arial" panose="020B0604020202020204" pitchFamily="34" charset="0"/>
                </a:rPr>
                <a:t>pressure</a:t>
              </a:r>
            </a:p>
            <a:p>
              <a:pPr algn="ctr">
                <a:spcBef>
                  <a:spcPct val="0"/>
                </a:spcBef>
                <a:buFontTx/>
                <a:buNone/>
              </a:pPr>
              <a:r>
                <a:rPr lang="en-US" altLang="en-US" sz="2000" dirty="0">
                  <a:cs typeface="Arial" panose="020B0604020202020204" pitchFamily="34" charset="0"/>
                </a:rPr>
                <a:t>and fronts</a:t>
              </a:r>
            </a:p>
          </p:txBody>
        </p:sp>
        <p:sp>
          <p:nvSpPr>
            <p:cNvPr id="8" name="TextBox 4">
              <a:extLst>
                <a:ext uri="{FF2B5EF4-FFF2-40B4-BE49-F238E27FC236}">
                  <a16:creationId xmlns:a16="http://schemas.microsoft.com/office/drawing/2014/main" id="{18372C60-A27C-6E46-B7CC-1E252CB0B851}"/>
                </a:ext>
              </a:extLst>
            </p:cNvPr>
            <p:cNvSpPr txBox="1">
              <a:spLocks noChangeArrowheads="1"/>
            </p:cNvSpPr>
            <p:nvPr/>
          </p:nvSpPr>
          <p:spPr bwMode="auto">
            <a:xfrm>
              <a:off x="281891" y="4801419"/>
              <a:ext cx="145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surface air </a:t>
              </a:r>
            </a:p>
            <a:p>
              <a:pPr algn="ctr">
                <a:spcBef>
                  <a:spcPct val="0"/>
                </a:spcBef>
                <a:buFontTx/>
                <a:buNone/>
              </a:pPr>
              <a:r>
                <a:rPr lang="en-US" altLang="en-US" sz="2000" dirty="0">
                  <a:cs typeface="Arial" panose="020B0604020202020204" pitchFamily="34" charset="0"/>
                </a:rPr>
                <a:t>isotherms</a:t>
              </a:r>
            </a:p>
          </p:txBody>
        </p:sp>
        <p:sp>
          <p:nvSpPr>
            <p:cNvPr id="9" name="TextBox 8">
              <a:extLst>
                <a:ext uri="{FF2B5EF4-FFF2-40B4-BE49-F238E27FC236}">
                  <a16:creationId xmlns:a16="http://schemas.microsoft.com/office/drawing/2014/main" id="{0066F415-06D1-8348-99A1-2D55D9FF4C71}"/>
                </a:ext>
              </a:extLst>
            </p:cNvPr>
            <p:cNvSpPr txBox="1">
              <a:spLocks noChangeArrowheads="1"/>
            </p:cNvSpPr>
            <p:nvPr/>
          </p:nvSpPr>
          <p:spPr bwMode="auto">
            <a:xfrm>
              <a:off x="7752923" y="46978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10" name="TextBox 9">
              <a:extLst>
                <a:ext uri="{FF2B5EF4-FFF2-40B4-BE49-F238E27FC236}">
                  <a16:creationId xmlns:a16="http://schemas.microsoft.com/office/drawing/2014/main" id="{4413B557-9120-2F41-A04D-9544E2A2D682}"/>
                </a:ext>
              </a:extLst>
            </p:cNvPr>
            <p:cNvSpPr txBox="1">
              <a:spLocks noChangeArrowheads="1"/>
            </p:cNvSpPr>
            <p:nvPr/>
          </p:nvSpPr>
          <p:spPr bwMode="auto">
            <a:xfrm>
              <a:off x="7249551" y="3066477"/>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3" name="TextBox 12">
              <a:extLst>
                <a:ext uri="{FF2B5EF4-FFF2-40B4-BE49-F238E27FC236}">
                  <a16:creationId xmlns:a16="http://schemas.microsoft.com/office/drawing/2014/main" id="{0E3B65D7-ED65-6548-B274-B4E0E0CAFAB5}"/>
                </a:ext>
              </a:extLst>
            </p:cNvPr>
            <p:cNvSpPr txBox="1">
              <a:spLocks noChangeArrowheads="1"/>
            </p:cNvSpPr>
            <p:nvPr/>
          </p:nvSpPr>
          <p:spPr bwMode="auto">
            <a:xfrm>
              <a:off x="6762323" y="400119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8" name="Up Arrow 17">
              <a:extLst>
                <a:ext uri="{FF2B5EF4-FFF2-40B4-BE49-F238E27FC236}">
                  <a16:creationId xmlns:a16="http://schemas.microsoft.com/office/drawing/2014/main" id="{3861F97E-8E4B-8E4C-AA2E-AC47C3B4C2C5}"/>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3C98B1F6-22A2-0A41-8D0C-1AB2EB0A02BB}"/>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40F24DC3-CC4D-6C4D-B958-A628F5CCCAEA}"/>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a:extLst>
                <a:ext uri="{FF2B5EF4-FFF2-40B4-BE49-F238E27FC236}">
                  <a16:creationId xmlns:a16="http://schemas.microsoft.com/office/drawing/2014/main" id="{0D62C802-BC32-DE4E-896C-E7631E7E49AC}"/>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a:extLst>
                <a:ext uri="{FF2B5EF4-FFF2-40B4-BE49-F238E27FC236}">
                  <a16:creationId xmlns:a16="http://schemas.microsoft.com/office/drawing/2014/main" id="{B614E851-3D13-E648-9F3C-E54D82B8373E}"/>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719824EF-8BDD-7548-9AA6-2EF60D514B88}"/>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38048BA4-A9FD-9940-A657-3D5C0A97CCE0}"/>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96865051-C7A5-E54E-84B7-2DF2B15ED414}"/>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5E5E95A4-1290-CA4E-8012-CC26133664BF}"/>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a:extLst>
                <a:ext uri="{FF2B5EF4-FFF2-40B4-BE49-F238E27FC236}">
                  <a16:creationId xmlns:a16="http://schemas.microsoft.com/office/drawing/2014/main" id="{8AA0C403-7700-624B-B2A9-516EB637B80E}"/>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a:extLst>
                <a:ext uri="{FF2B5EF4-FFF2-40B4-BE49-F238E27FC236}">
                  <a16:creationId xmlns:a16="http://schemas.microsoft.com/office/drawing/2014/main" id="{76FD2F8F-9A97-C645-B923-372D6F2AE939}"/>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Up Arrow 30">
              <a:extLst>
                <a:ext uri="{FF2B5EF4-FFF2-40B4-BE49-F238E27FC236}">
                  <a16:creationId xmlns:a16="http://schemas.microsoft.com/office/drawing/2014/main" id="{957841BD-BBC2-8049-9B39-417A224B657B}"/>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 Arrow 31">
              <a:extLst>
                <a:ext uri="{FF2B5EF4-FFF2-40B4-BE49-F238E27FC236}">
                  <a16:creationId xmlns:a16="http://schemas.microsoft.com/office/drawing/2014/main" id="{5F833611-9E71-D741-BE1A-10B3A495DFA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1024B2CA-5640-704A-ACA4-B9F3E2583403}"/>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390AEEC9-FF81-2F40-8FEF-22E6A733539D}"/>
              </a:ext>
            </a:extLst>
          </p:cNvPr>
          <p:cNvSpPr/>
          <p:nvPr/>
        </p:nvSpPr>
        <p:spPr>
          <a:xfrm>
            <a:off x="3890550" y="37045"/>
            <a:ext cx="5119341" cy="57385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73E3D60-9F12-B947-AFEF-19B1139DADED}"/>
              </a:ext>
            </a:extLst>
          </p:cNvPr>
          <p:cNvSpPr/>
          <p:nvPr/>
        </p:nvSpPr>
        <p:spPr>
          <a:xfrm>
            <a:off x="3501923" y="1257300"/>
            <a:ext cx="1763227" cy="131552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602CBD1-7B80-A74B-8E38-89E62B2B3E32}"/>
              </a:ext>
            </a:extLst>
          </p:cNvPr>
          <p:cNvSpPr/>
          <p:nvPr/>
        </p:nvSpPr>
        <p:spPr>
          <a:xfrm>
            <a:off x="3718750" y="5448299"/>
            <a:ext cx="304603" cy="25929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9477" y="25252"/>
            <a:ext cx="48766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0000"/>
                </a:solidFill>
                <a:cs typeface="Arial" panose="020B0604020202020204" pitchFamily="34" charset="0"/>
              </a:rPr>
              <a:t>Norwegian cyclone model</a:t>
            </a:r>
          </a:p>
          <a:p>
            <a:pPr>
              <a:spcBef>
                <a:spcPct val="0"/>
              </a:spcBef>
              <a:buNone/>
            </a:pPr>
            <a:r>
              <a:rPr lang="en-US" altLang="en-US" dirty="0">
                <a:solidFill>
                  <a:srgbClr val="FF0000"/>
                </a:solidFill>
                <a:cs typeface="Arial" panose="020B0604020202020204" pitchFamily="34" charset="0"/>
              </a:rPr>
              <a:t>(Northern Hemisphere)</a:t>
            </a:r>
          </a:p>
        </p:txBody>
      </p:sp>
    </p:spTree>
    <p:extLst>
      <p:ext uri="{BB962C8B-B14F-4D97-AF65-F5344CB8AC3E}">
        <p14:creationId xmlns:p14="http://schemas.microsoft.com/office/powerpoint/2010/main" val="2876364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EB88FAA-2E7B-6C4E-A99E-B4CAAC58C4A5}"/>
              </a:ext>
            </a:extLst>
          </p:cNvPr>
          <p:cNvGrpSpPr/>
          <p:nvPr/>
        </p:nvGrpSpPr>
        <p:grpSpPr>
          <a:xfrm>
            <a:off x="281891" y="48838"/>
            <a:ext cx="8458931" cy="5715000"/>
            <a:chOff x="281891" y="48838"/>
            <a:chExt cx="8458931" cy="5715000"/>
          </a:xfrm>
        </p:grpSpPr>
        <p:pic>
          <p:nvPicPr>
            <p:cNvPr id="3" name="Picture 2">
              <a:extLst>
                <a:ext uri="{FF2B5EF4-FFF2-40B4-BE49-F238E27FC236}">
                  <a16:creationId xmlns:a16="http://schemas.microsoft.com/office/drawing/2014/main" id="{2DC6CC39-73CE-3A4C-9E15-A37D942499A3}"/>
                </a:ext>
              </a:extLst>
            </p:cNvPr>
            <p:cNvPicPr>
              <a:picLocks noChangeAspect="1"/>
            </p:cNvPicPr>
            <p:nvPr/>
          </p:nvPicPr>
          <p:blipFill>
            <a:blip r:embed="rId3"/>
            <a:stretch>
              <a:fillRect/>
            </a:stretch>
          </p:blipFill>
          <p:spPr>
            <a:xfrm>
              <a:off x="1961723" y="48838"/>
              <a:ext cx="6555879" cy="5715000"/>
            </a:xfrm>
            <a:prstGeom prst="rect">
              <a:avLst/>
            </a:prstGeom>
          </p:spPr>
        </p:pic>
        <p:sp>
          <p:nvSpPr>
            <p:cNvPr id="5" name="TextBox 4">
              <a:extLst>
                <a:ext uri="{FF2B5EF4-FFF2-40B4-BE49-F238E27FC236}">
                  <a16:creationId xmlns:a16="http://schemas.microsoft.com/office/drawing/2014/main" id="{FF959ED0-549A-6D4E-9548-E3F228D2C365}"/>
                </a:ext>
              </a:extLst>
            </p:cNvPr>
            <p:cNvSpPr txBox="1">
              <a:spLocks noChangeArrowheads="1"/>
            </p:cNvSpPr>
            <p:nvPr/>
          </p:nvSpPr>
          <p:spPr bwMode="auto">
            <a:xfrm>
              <a:off x="2647523" y="53074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6" name="TextBox 5">
              <a:extLst>
                <a:ext uri="{FF2B5EF4-FFF2-40B4-BE49-F238E27FC236}">
                  <a16:creationId xmlns:a16="http://schemas.microsoft.com/office/drawing/2014/main" id="{25411A12-841A-DC4D-B17A-B37DE7239CA8}"/>
                </a:ext>
              </a:extLst>
            </p:cNvPr>
            <p:cNvSpPr txBox="1">
              <a:spLocks noChangeArrowheads="1"/>
            </p:cNvSpPr>
            <p:nvPr/>
          </p:nvSpPr>
          <p:spPr bwMode="auto">
            <a:xfrm>
              <a:off x="2647523" y="440130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7" name="TextBox 4">
              <a:extLst>
                <a:ext uri="{FF2B5EF4-FFF2-40B4-BE49-F238E27FC236}">
                  <a16:creationId xmlns:a16="http://schemas.microsoft.com/office/drawing/2014/main" id="{A9248189-1165-AA45-873B-D0DE9F510519}"/>
                </a:ext>
              </a:extLst>
            </p:cNvPr>
            <p:cNvSpPr txBox="1">
              <a:spLocks noChangeArrowheads="1"/>
            </p:cNvSpPr>
            <p:nvPr/>
          </p:nvSpPr>
          <p:spPr bwMode="auto">
            <a:xfrm>
              <a:off x="298926" y="2450924"/>
              <a:ext cx="132279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sea-level</a:t>
              </a:r>
            </a:p>
            <a:p>
              <a:pPr algn="ctr">
                <a:spcBef>
                  <a:spcPct val="0"/>
                </a:spcBef>
                <a:buFontTx/>
                <a:buNone/>
              </a:pPr>
              <a:r>
                <a:rPr lang="en-US" altLang="en-US" sz="2000" dirty="0">
                  <a:cs typeface="Arial" panose="020B0604020202020204" pitchFamily="34" charset="0"/>
                </a:rPr>
                <a:t>pressure</a:t>
              </a:r>
            </a:p>
            <a:p>
              <a:pPr algn="ctr">
                <a:spcBef>
                  <a:spcPct val="0"/>
                </a:spcBef>
                <a:buFontTx/>
                <a:buNone/>
              </a:pPr>
              <a:r>
                <a:rPr lang="en-US" altLang="en-US" sz="2000" dirty="0">
                  <a:cs typeface="Arial" panose="020B0604020202020204" pitchFamily="34" charset="0"/>
                </a:rPr>
                <a:t>and fronts</a:t>
              </a:r>
            </a:p>
          </p:txBody>
        </p:sp>
        <p:sp>
          <p:nvSpPr>
            <p:cNvPr id="8" name="TextBox 4">
              <a:extLst>
                <a:ext uri="{FF2B5EF4-FFF2-40B4-BE49-F238E27FC236}">
                  <a16:creationId xmlns:a16="http://schemas.microsoft.com/office/drawing/2014/main" id="{18372C60-A27C-6E46-B7CC-1E252CB0B851}"/>
                </a:ext>
              </a:extLst>
            </p:cNvPr>
            <p:cNvSpPr txBox="1">
              <a:spLocks noChangeArrowheads="1"/>
            </p:cNvSpPr>
            <p:nvPr/>
          </p:nvSpPr>
          <p:spPr bwMode="auto">
            <a:xfrm>
              <a:off x="281891" y="4801419"/>
              <a:ext cx="145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surface air </a:t>
              </a:r>
            </a:p>
            <a:p>
              <a:pPr algn="ctr">
                <a:spcBef>
                  <a:spcPct val="0"/>
                </a:spcBef>
                <a:buFontTx/>
                <a:buNone/>
              </a:pPr>
              <a:r>
                <a:rPr lang="en-US" altLang="en-US" sz="2000" dirty="0">
                  <a:cs typeface="Arial" panose="020B0604020202020204" pitchFamily="34" charset="0"/>
                </a:rPr>
                <a:t>isotherms</a:t>
              </a:r>
            </a:p>
          </p:txBody>
        </p:sp>
        <p:sp>
          <p:nvSpPr>
            <p:cNvPr id="9" name="TextBox 8">
              <a:extLst>
                <a:ext uri="{FF2B5EF4-FFF2-40B4-BE49-F238E27FC236}">
                  <a16:creationId xmlns:a16="http://schemas.microsoft.com/office/drawing/2014/main" id="{0066F415-06D1-8348-99A1-2D55D9FF4C71}"/>
                </a:ext>
              </a:extLst>
            </p:cNvPr>
            <p:cNvSpPr txBox="1">
              <a:spLocks noChangeArrowheads="1"/>
            </p:cNvSpPr>
            <p:nvPr/>
          </p:nvSpPr>
          <p:spPr bwMode="auto">
            <a:xfrm>
              <a:off x="7752923" y="46978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10" name="TextBox 9">
              <a:extLst>
                <a:ext uri="{FF2B5EF4-FFF2-40B4-BE49-F238E27FC236}">
                  <a16:creationId xmlns:a16="http://schemas.microsoft.com/office/drawing/2014/main" id="{4413B557-9120-2F41-A04D-9544E2A2D682}"/>
                </a:ext>
              </a:extLst>
            </p:cNvPr>
            <p:cNvSpPr txBox="1">
              <a:spLocks noChangeArrowheads="1"/>
            </p:cNvSpPr>
            <p:nvPr/>
          </p:nvSpPr>
          <p:spPr bwMode="auto">
            <a:xfrm>
              <a:off x="7249551" y="3066477"/>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3" name="TextBox 12">
              <a:extLst>
                <a:ext uri="{FF2B5EF4-FFF2-40B4-BE49-F238E27FC236}">
                  <a16:creationId xmlns:a16="http://schemas.microsoft.com/office/drawing/2014/main" id="{0E3B65D7-ED65-6548-B274-B4E0E0CAFAB5}"/>
                </a:ext>
              </a:extLst>
            </p:cNvPr>
            <p:cNvSpPr txBox="1">
              <a:spLocks noChangeArrowheads="1"/>
            </p:cNvSpPr>
            <p:nvPr/>
          </p:nvSpPr>
          <p:spPr bwMode="auto">
            <a:xfrm>
              <a:off x="6762323" y="400119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8" name="Up Arrow 17">
              <a:extLst>
                <a:ext uri="{FF2B5EF4-FFF2-40B4-BE49-F238E27FC236}">
                  <a16:creationId xmlns:a16="http://schemas.microsoft.com/office/drawing/2014/main" id="{3861F97E-8E4B-8E4C-AA2E-AC47C3B4C2C5}"/>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3C98B1F6-22A2-0A41-8D0C-1AB2EB0A02BB}"/>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40F24DC3-CC4D-6C4D-B958-A628F5CCCAEA}"/>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a:extLst>
                <a:ext uri="{FF2B5EF4-FFF2-40B4-BE49-F238E27FC236}">
                  <a16:creationId xmlns:a16="http://schemas.microsoft.com/office/drawing/2014/main" id="{0D62C802-BC32-DE4E-896C-E7631E7E49AC}"/>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a:extLst>
                <a:ext uri="{FF2B5EF4-FFF2-40B4-BE49-F238E27FC236}">
                  <a16:creationId xmlns:a16="http://schemas.microsoft.com/office/drawing/2014/main" id="{B614E851-3D13-E648-9F3C-E54D82B8373E}"/>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719824EF-8BDD-7548-9AA6-2EF60D514B88}"/>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38048BA4-A9FD-9940-A657-3D5C0A97CCE0}"/>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96865051-C7A5-E54E-84B7-2DF2B15ED414}"/>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5E5E95A4-1290-CA4E-8012-CC26133664BF}"/>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a:extLst>
                <a:ext uri="{FF2B5EF4-FFF2-40B4-BE49-F238E27FC236}">
                  <a16:creationId xmlns:a16="http://schemas.microsoft.com/office/drawing/2014/main" id="{8AA0C403-7700-624B-B2A9-516EB637B80E}"/>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a:extLst>
                <a:ext uri="{FF2B5EF4-FFF2-40B4-BE49-F238E27FC236}">
                  <a16:creationId xmlns:a16="http://schemas.microsoft.com/office/drawing/2014/main" id="{76FD2F8F-9A97-C645-B923-372D6F2AE939}"/>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Up Arrow 30">
              <a:extLst>
                <a:ext uri="{FF2B5EF4-FFF2-40B4-BE49-F238E27FC236}">
                  <a16:creationId xmlns:a16="http://schemas.microsoft.com/office/drawing/2014/main" id="{957841BD-BBC2-8049-9B39-417A224B657B}"/>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 Arrow 31">
              <a:extLst>
                <a:ext uri="{FF2B5EF4-FFF2-40B4-BE49-F238E27FC236}">
                  <a16:creationId xmlns:a16="http://schemas.microsoft.com/office/drawing/2014/main" id="{5F833611-9E71-D741-BE1A-10B3A495DFA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1024B2CA-5640-704A-ACA4-B9F3E2583403}"/>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390AEEC9-FF81-2F40-8FEF-22E6A733539D}"/>
              </a:ext>
            </a:extLst>
          </p:cNvPr>
          <p:cNvSpPr/>
          <p:nvPr/>
        </p:nvSpPr>
        <p:spPr>
          <a:xfrm>
            <a:off x="5245806" y="48838"/>
            <a:ext cx="3771387" cy="57385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73E3D60-9F12-B947-AFEF-19B1139DADED}"/>
              </a:ext>
            </a:extLst>
          </p:cNvPr>
          <p:cNvSpPr/>
          <p:nvPr/>
        </p:nvSpPr>
        <p:spPr>
          <a:xfrm>
            <a:off x="4648200" y="703775"/>
            <a:ext cx="1958020" cy="131552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602CBD1-7B80-A74B-8E38-89E62B2B3E32}"/>
              </a:ext>
            </a:extLst>
          </p:cNvPr>
          <p:cNvSpPr/>
          <p:nvPr/>
        </p:nvSpPr>
        <p:spPr>
          <a:xfrm>
            <a:off x="5119329" y="5307485"/>
            <a:ext cx="304603" cy="25929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9477" y="25252"/>
            <a:ext cx="4876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0000"/>
                </a:solidFill>
                <a:cs typeface="Arial" panose="020B0604020202020204" pitchFamily="34" charset="0"/>
              </a:rPr>
              <a:t>Norwegian cyclone model</a:t>
            </a:r>
          </a:p>
        </p:txBody>
      </p:sp>
    </p:spTree>
    <p:extLst>
      <p:ext uri="{BB962C8B-B14F-4D97-AF65-F5344CB8AC3E}">
        <p14:creationId xmlns:p14="http://schemas.microsoft.com/office/powerpoint/2010/main" val="15811792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EB88FAA-2E7B-6C4E-A99E-B4CAAC58C4A5}"/>
              </a:ext>
            </a:extLst>
          </p:cNvPr>
          <p:cNvGrpSpPr/>
          <p:nvPr/>
        </p:nvGrpSpPr>
        <p:grpSpPr>
          <a:xfrm>
            <a:off x="304800" y="61787"/>
            <a:ext cx="8458931" cy="5715000"/>
            <a:chOff x="281891" y="48838"/>
            <a:chExt cx="8458931" cy="5715000"/>
          </a:xfrm>
        </p:grpSpPr>
        <p:pic>
          <p:nvPicPr>
            <p:cNvPr id="3" name="Picture 2">
              <a:extLst>
                <a:ext uri="{FF2B5EF4-FFF2-40B4-BE49-F238E27FC236}">
                  <a16:creationId xmlns:a16="http://schemas.microsoft.com/office/drawing/2014/main" id="{2DC6CC39-73CE-3A4C-9E15-A37D942499A3}"/>
                </a:ext>
              </a:extLst>
            </p:cNvPr>
            <p:cNvPicPr>
              <a:picLocks noChangeAspect="1"/>
            </p:cNvPicPr>
            <p:nvPr/>
          </p:nvPicPr>
          <p:blipFill>
            <a:blip r:embed="rId3"/>
            <a:stretch>
              <a:fillRect/>
            </a:stretch>
          </p:blipFill>
          <p:spPr>
            <a:xfrm>
              <a:off x="1961723" y="48838"/>
              <a:ext cx="6555879" cy="5715000"/>
            </a:xfrm>
            <a:prstGeom prst="rect">
              <a:avLst/>
            </a:prstGeom>
          </p:spPr>
        </p:pic>
        <p:sp>
          <p:nvSpPr>
            <p:cNvPr id="5" name="TextBox 4">
              <a:extLst>
                <a:ext uri="{FF2B5EF4-FFF2-40B4-BE49-F238E27FC236}">
                  <a16:creationId xmlns:a16="http://schemas.microsoft.com/office/drawing/2014/main" id="{FF959ED0-549A-6D4E-9548-E3F228D2C365}"/>
                </a:ext>
              </a:extLst>
            </p:cNvPr>
            <p:cNvSpPr txBox="1">
              <a:spLocks noChangeArrowheads="1"/>
            </p:cNvSpPr>
            <p:nvPr/>
          </p:nvSpPr>
          <p:spPr bwMode="auto">
            <a:xfrm>
              <a:off x="2647523" y="53074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6" name="TextBox 5">
              <a:extLst>
                <a:ext uri="{FF2B5EF4-FFF2-40B4-BE49-F238E27FC236}">
                  <a16:creationId xmlns:a16="http://schemas.microsoft.com/office/drawing/2014/main" id="{25411A12-841A-DC4D-B17A-B37DE7239CA8}"/>
                </a:ext>
              </a:extLst>
            </p:cNvPr>
            <p:cNvSpPr txBox="1">
              <a:spLocks noChangeArrowheads="1"/>
            </p:cNvSpPr>
            <p:nvPr/>
          </p:nvSpPr>
          <p:spPr bwMode="auto">
            <a:xfrm>
              <a:off x="2647523" y="440130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7" name="TextBox 4">
              <a:extLst>
                <a:ext uri="{FF2B5EF4-FFF2-40B4-BE49-F238E27FC236}">
                  <a16:creationId xmlns:a16="http://schemas.microsoft.com/office/drawing/2014/main" id="{A9248189-1165-AA45-873B-D0DE9F510519}"/>
                </a:ext>
              </a:extLst>
            </p:cNvPr>
            <p:cNvSpPr txBox="1">
              <a:spLocks noChangeArrowheads="1"/>
            </p:cNvSpPr>
            <p:nvPr/>
          </p:nvSpPr>
          <p:spPr bwMode="auto">
            <a:xfrm>
              <a:off x="298926" y="2450924"/>
              <a:ext cx="132279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sea-level</a:t>
              </a:r>
            </a:p>
            <a:p>
              <a:pPr algn="ctr">
                <a:spcBef>
                  <a:spcPct val="0"/>
                </a:spcBef>
                <a:buFontTx/>
                <a:buNone/>
              </a:pPr>
              <a:r>
                <a:rPr lang="en-US" altLang="en-US" sz="2000" dirty="0">
                  <a:cs typeface="Arial" panose="020B0604020202020204" pitchFamily="34" charset="0"/>
                </a:rPr>
                <a:t>pressure</a:t>
              </a:r>
            </a:p>
            <a:p>
              <a:pPr algn="ctr">
                <a:spcBef>
                  <a:spcPct val="0"/>
                </a:spcBef>
                <a:buFontTx/>
                <a:buNone/>
              </a:pPr>
              <a:r>
                <a:rPr lang="en-US" altLang="en-US" sz="2000" dirty="0">
                  <a:cs typeface="Arial" panose="020B0604020202020204" pitchFamily="34" charset="0"/>
                </a:rPr>
                <a:t>and fronts</a:t>
              </a:r>
            </a:p>
          </p:txBody>
        </p:sp>
        <p:sp>
          <p:nvSpPr>
            <p:cNvPr id="8" name="TextBox 4">
              <a:extLst>
                <a:ext uri="{FF2B5EF4-FFF2-40B4-BE49-F238E27FC236}">
                  <a16:creationId xmlns:a16="http://schemas.microsoft.com/office/drawing/2014/main" id="{18372C60-A27C-6E46-B7CC-1E252CB0B851}"/>
                </a:ext>
              </a:extLst>
            </p:cNvPr>
            <p:cNvSpPr txBox="1">
              <a:spLocks noChangeArrowheads="1"/>
            </p:cNvSpPr>
            <p:nvPr/>
          </p:nvSpPr>
          <p:spPr bwMode="auto">
            <a:xfrm>
              <a:off x="281891" y="4801419"/>
              <a:ext cx="145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surface air </a:t>
              </a:r>
            </a:p>
            <a:p>
              <a:pPr algn="ctr">
                <a:spcBef>
                  <a:spcPct val="0"/>
                </a:spcBef>
                <a:buFontTx/>
                <a:buNone/>
              </a:pPr>
              <a:r>
                <a:rPr lang="en-US" altLang="en-US" sz="2000" dirty="0">
                  <a:cs typeface="Arial" panose="020B0604020202020204" pitchFamily="34" charset="0"/>
                </a:rPr>
                <a:t>isotherms</a:t>
              </a:r>
            </a:p>
          </p:txBody>
        </p:sp>
        <p:sp>
          <p:nvSpPr>
            <p:cNvPr id="9" name="TextBox 8">
              <a:extLst>
                <a:ext uri="{FF2B5EF4-FFF2-40B4-BE49-F238E27FC236}">
                  <a16:creationId xmlns:a16="http://schemas.microsoft.com/office/drawing/2014/main" id="{0066F415-06D1-8348-99A1-2D55D9FF4C71}"/>
                </a:ext>
              </a:extLst>
            </p:cNvPr>
            <p:cNvSpPr txBox="1">
              <a:spLocks noChangeArrowheads="1"/>
            </p:cNvSpPr>
            <p:nvPr/>
          </p:nvSpPr>
          <p:spPr bwMode="auto">
            <a:xfrm>
              <a:off x="7752923" y="46978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10" name="TextBox 9">
              <a:extLst>
                <a:ext uri="{FF2B5EF4-FFF2-40B4-BE49-F238E27FC236}">
                  <a16:creationId xmlns:a16="http://schemas.microsoft.com/office/drawing/2014/main" id="{4413B557-9120-2F41-A04D-9544E2A2D682}"/>
                </a:ext>
              </a:extLst>
            </p:cNvPr>
            <p:cNvSpPr txBox="1">
              <a:spLocks noChangeArrowheads="1"/>
            </p:cNvSpPr>
            <p:nvPr/>
          </p:nvSpPr>
          <p:spPr bwMode="auto">
            <a:xfrm>
              <a:off x="7249551" y="3066477"/>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3" name="TextBox 12">
              <a:extLst>
                <a:ext uri="{FF2B5EF4-FFF2-40B4-BE49-F238E27FC236}">
                  <a16:creationId xmlns:a16="http://schemas.microsoft.com/office/drawing/2014/main" id="{0E3B65D7-ED65-6548-B274-B4E0E0CAFAB5}"/>
                </a:ext>
              </a:extLst>
            </p:cNvPr>
            <p:cNvSpPr txBox="1">
              <a:spLocks noChangeArrowheads="1"/>
            </p:cNvSpPr>
            <p:nvPr/>
          </p:nvSpPr>
          <p:spPr bwMode="auto">
            <a:xfrm>
              <a:off x="6762323" y="400119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8" name="Up Arrow 17">
              <a:extLst>
                <a:ext uri="{FF2B5EF4-FFF2-40B4-BE49-F238E27FC236}">
                  <a16:creationId xmlns:a16="http://schemas.microsoft.com/office/drawing/2014/main" id="{3861F97E-8E4B-8E4C-AA2E-AC47C3B4C2C5}"/>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3C98B1F6-22A2-0A41-8D0C-1AB2EB0A02BB}"/>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40F24DC3-CC4D-6C4D-B958-A628F5CCCAEA}"/>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a:extLst>
                <a:ext uri="{FF2B5EF4-FFF2-40B4-BE49-F238E27FC236}">
                  <a16:creationId xmlns:a16="http://schemas.microsoft.com/office/drawing/2014/main" id="{0D62C802-BC32-DE4E-896C-E7631E7E49AC}"/>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a:extLst>
                <a:ext uri="{FF2B5EF4-FFF2-40B4-BE49-F238E27FC236}">
                  <a16:creationId xmlns:a16="http://schemas.microsoft.com/office/drawing/2014/main" id="{B614E851-3D13-E648-9F3C-E54D82B8373E}"/>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719824EF-8BDD-7548-9AA6-2EF60D514B88}"/>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38048BA4-A9FD-9940-A657-3D5C0A97CCE0}"/>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96865051-C7A5-E54E-84B7-2DF2B15ED414}"/>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5E5E95A4-1290-CA4E-8012-CC26133664BF}"/>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a:extLst>
                <a:ext uri="{FF2B5EF4-FFF2-40B4-BE49-F238E27FC236}">
                  <a16:creationId xmlns:a16="http://schemas.microsoft.com/office/drawing/2014/main" id="{8AA0C403-7700-624B-B2A9-516EB637B80E}"/>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a:extLst>
                <a:ext uri="{FF2B5EF4-FFF2-40B4-BE49-F238E27FC236}">
                  <a16:creationId xmlns:a16="http://schemas.microsoft.com/office/drawing/2014/main" id="{76FD2F8F-9A97-C645-B923-372D6F2AE939}"/>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Up Arrow 30">
              <a:extLst>
                <a:ext uri="{FF2B5EF4-FFF2-40B4-BE49-F238E27FC236}">
                  <a16:creationId xmlns:a16="http://schemas.microsoft.com/office/drawing/2014/main" id="{957841BD-BBC2-8049-9B39-417A224B657B}"/>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 Arrow 31">
              <a:extLst>
                <a:ext uri="{FF2B5EF4-FFF2-40B4-BE49-F238E27FC236}">
                  <a16:creationId xmlns:a16="http://schemas.microsoft.com/office/drawing/2014/main" id="{5F833611-9E71-D741-BE1A-10B3A495DFA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1024B2CA-5640-704A-ACA4-B9F3E2583403}"/>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390AEEC9-FF81-2F40-8FEF-22E6A733539D}"/>
              </a:ext>
            </a:extLst>
          </p:cNvPr>
          <p:cNvSpPr/>
          <p:nvPr/>
        </p:nvSpPr>
        <p:spPr>
          <a:xfrm>
            <a:off x="6529002" y="61787"/>
            <a:ext cx="2470958" cy="57385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73E3D60-9F12-B947-AFEF-19B1139DADED}"/>
              </a:ext>
            </a:extLst>
          </p:cNvPr>
          <p:cNvSpPr/>
          <p:nvPr/>
        </p:nvSpPr>
        <p:spPr>
          <a:xfrm>
            <a:off x="6376602" y="266700"/>
            <a:ext cx="2012601" cy="131552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602CBD1-7B80-A74B-8E38-89E62B2B3E32}"/>
              </a:ext>
            </a:extLst>
          </p:cNvPr>
          <p:cNvSpPr/>
          <p:nvPr/>
        </p:nvSpPr>
        <p:spPr>
          <a:xfrm>
            <a:off x="6429049" y="1389009"/>
            <a:ext cx="304603" cy="25929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9477" y="25252"/>
            <a:ext cx="4876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0000"/>
                </a:solidFill>
                <a:cs typeface="Arial" panose="020B0604020202020204" pitchFamily="34" charset="0"/>
              </a:rPr>
              <a:t>Norwegian cyclone model</a:t>
            </a:r>
          </a:p>
        </p:txBody>
      </p:sp>
    </p:spTree>
    <p:extLst>
      <p:ext uri="{BB962C8B-B14F-4D97-AF65-F5344CB8AC3E}">
        <p14:creationId xmlns:p14="http://schemas.microsoft.com/office/powerpoint/2010/main" val="603440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EB88FAA-2E7B-6C4E-A99E-B4CAAC58C4A5}"/>
              </a:ext>
            </a:extLst>
          </p:cNvPr>
          <p:cNvGrpSpPr/>
          <p:nvPr/>
        </p:nvGrpSpPr>
        <p:grpSpPr>
          <a:xfrm>
            <a:off x="304800" y="61787"/>
            <a:ext cx="8458931" cy="5715000"/>
            <a:chOff x="281891" y="48838"/>
            <a:chExt cx="8458931" cy="5715000"/>
          </a:xfrm>
        </p:grpSpPr>
        <p:pic>
          <p:nvPicPr>
            <p:cNvPr id="3" name="Picture 2">
              <a:extLst>
                <a:ext uri="{FF2B5EF4-FFF2-40B4-BE49-F238E27FC236}">
                  <a16:creationId xmlns:a16="http://schemas.microsoft.com/office/drawing/2014/main" id="{2DC6CC39-73CE-3A4C-9E15-A37D942499A3}"/>
                </a:ext>
              </a:extLst>
            </p:cNvPr>
            <p:cNvPicPr>
              <a:picLocks noChangeAspect="1"/>
            </p:cNvPicPr>
            <p:nvPr/>
          </p:nvPicPr>
          <p:blipFill>
            <a:blip r:embed="rId3"/>
            <a:stretch>
              <a:fillRect/>
            </a:stretch>
          </p:blipFill>
          <p:spPr>
            <a:xfrm>
              <a:off x="1961723" y="48838"/>
              <a:ext cx="6555879" cy="5715000"/>
            </a:xfrm>
            <a:prstGeom prst="rect">
              <a:avLst/>
            </a:prstGeom>
          </p:spPr>
        </p:pic>
        <p:sp>
          <p:nvSpPr>
            <p:cNvPr id="5" name="TextBox 4">
              <a:extLst>
                <a:ext uri="{FF2B5EF4-FFF2-40B4-BE49-F238E27FC236}">
                  <a16:creationId xmlns:a16="http://schemas.microsoft.com/office/drawing/2014/main" id="{FF959ED0-549A-6D4E-9548-E3F228D2C365}"/>
                </a:ext>
              </a:extLst>
            </p:cNvPr>
            <p:cNvSpPr txBox="1">
              <a:spLocks noChangeArrowheads="1"/>
            </p:cNvSpPr>
            <p:nvPr/>
          </p:nvSpPr>
          <p:spPr bwMode="auto">
            <a:xfrm>
              <a:off x="2647523" y="53074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6" name="TextBox 5">
              <a:extLst>
                <a:ext uri="{FF2B5EF4-FFF2-40B4-BE49-F238E27FC236}">
                  <a16:creationId xmlns:a16="http://schemas.microsoft.com/office/drawing/2014/main" id="{25411A12-841A-DC4D-B17A-B37DE7239CA8}"/>
                </a:ext>
              </a:extLst>
            </p:cNvPr>
            <p:cNvSpPr txBox="1">
              <a:spLocks noChangeArrowheads="1"/>
            </p:cNvSpPr>
            <p:nvPr/>
          </p:nvSpPr>
          <p:spPr bwMode="auto">
            <a:xfrm>
              <a:off x="2647523" y="440130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7" name="TextBox 4">
              <a:extLst>
                <a:ext uri="{FF2B5EF4-FFF2-40B4-BE49-F238E27FC236}">
                  <a16:creationId xmlns:a16="http://schemas.microsoft.com/office/drawing/2014/main" id="{A9248189-1165-AA45-873B-D0DE9F510519}"/>
                </a:ext>
              </a:extLst>
            </p:cNvPr>
            <p:cNvSpPr txBox="1">
              <a:spLocks noChangeArrowheads="1"/>
            </p:cNvSpPr>
            <p:nvPr/>
          </p:nvSpPr>
          <p:spPr bwMode="auto">
            <a:xfrm>
              <a:off x="298926" y="2450924"/>
              <a:ext cx="132279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sea-level</a:t>
              </a:r>
            </a:p>
            <a:p>
              <a:pPr algn="ctr">
                <a:spcBef>
                  <a:spcPct val="0"/>
                </a:spcBef>
                <a:buFontTx/>
                <a:buNone/>
              </a:pPr>
              <a:r>
                <a:rPr lang="en-US" altLang="en-US" sz="2000" dirty="0">
                  <a:cs typeface="Arial" panose="020B0604020202020204" pitchFamily="34" charset="0"/>
                </a:rPr>
                <a:t>pressure</a:t>
              </a:r>
            </a:p>
            <a:p>
              <a:pPr algn="ctr">
                <a:spcBef>
                  <a:spcPct val="0"/>
                </a:spcBef>
                <a:buFontTx/>
                <a:buNone/>
              </a:pPr>
              <a:r>
                <a:rPr lang="en-US" altLang="en-US" sz="2000" dirty="0">
                  <a:cs typeface="Arial" panose="020B0604020202020204" pitchFamily="34" charset="0"/>
                </a:rPr>
                <a:t>and fronts</a:t>
              </a:r>
            </a:p>
          </p:txBody>
        </p:sp>
        <p:sp>
          <p:nvSpPr>
            <p:cNvPr id="8" name="TextBox 4">
              <a:extLst>
                <a:ext uri="{FF2B5EF4-FFF2-40B4-BE49-F238E27FC236}">
                  <a16:creationId xmlns:a16="http://schemas.microsoft.com/office/drawing/2014/main" id="{18372C60-A27C-6E46-B7CC-1E252CB0B851}"/>
                </a:ext>
              </a:extLst>
            </p:cNvPr>
            <p:cNvSpPr txBox="1">
              <a:spLocks noChangeArrowheads="1"/>
            </p:cNvSpPr>
            <p:nvPr/>
          </p:nvSpPr>
          <p:spPr bwMode="auto">
            <a:xfrm>
              <a:off x="281891" y="4801419"/>
              <a:ext cx="145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surface air </a:t>
              </a:r>
            </a:p>
            <a:p>
              <a:pPr algn="ctr">
                <a:spcBef>
                  <a:spcPct val="0"/>
                </a:spcBef>
                <a:buFontTx/>
                <a:buNone/>
              </a:pPr>
              <a:r>
                <a:rPr lang="en-US" altLang="en-US" sz="2000" dirty="0">
                  <a:cs typeface="Arial" panose="020B0604020202020204" pitchFamily="34" charset="0"/>
                </a:rPr>
                <a:t>isotherms</a:t>
              </a:r>
            </a:p>
          </p:txBody>
        </p:sp>
        <p:sp>
          <p:nvSpPr>
            <p:cNvPr id="9" name="TextBox 8">
              <a:extLst>
                <a:ext uri="{FF2B5EF4-FFF2-40B4-BE49-F238E27FC236}">
                  <a16:creationId xmlns:a16="http://schemas.microsoft.com/office/drawing/2014/main" id="{0066F415-06D1-8348-99A1-2D55D9FF4C71}"/>
                </a:ext>
              </a:extLst>
            </p:cNvPr>
            <p:cNvSpPr txBox="1">
              <a:spLocks noChangeArrowheads="1"/>
            </p:cNvSpPr>
            <p:nvPr/>
          </p:nvSpPr>
          <p:spPr bwMode="auto">
            <a:xfrm>
              <a:off x="7752923" y="46978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10" name="TextBox 9">
              <a:extLst>
                <a:ext uri="{FF2B5EF4-FFF2-40B4-BE49-F238E27FC236}">
                  <a16:creationId xmlns:a16="http://schemas.microsoft.com/office/drawing/2014/main" id="{4413B557-9120-2F41-A04D-9544E2A2D682}"/>
                </a:ext>
              </a:extLst>
            </p:cNvPr>
            <p:cNvSpPr txBox="1">
              <a:spLocks noChangeArrowheads="1"/>
            </p:cNvSpPr>
            <p:nvPr/>
          </p:nvSpPr>
          <p:spPr bwMode="auto">
            <a:xfrm>
              <a:off x="7249551" y="3066477"/>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3" name="TextBox 12">
              <a:extLst>
                <a:ext uri="{FF2B5EF4-FFF2-40B4-BE49-F238E27FC236}">
                  <a16:creationId xmlns:a16="http://schemas.microsoft.com/office/drawing/2014/main" id="{0E3B65D7-ED65-6548-B274-B4E0E0CAFAB5}"/>
                </a:ext>
              </a:extLst>
            </p:cNvPr>
            <p:cNvSpPr txBox="1">
              <a:spLocks noChangeArrowheads="1"/>
            </p:cNvSpPr>
            <p:nvPr/>
          </p:nvSpPr>
          <p:spPr bwMode="auto">
            <a:xfrm>
              <a:off x="6762323" y="400119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8" name="Up Arrow 17">
              <a:extLst>
                <a:ext uri="{FF2B5EF4-FFF2-40B4-BE49-F238E27FC236}">
                  <a16:creationId xmlns:a16="http://schemas.microsoft.com/office/drawing/2014/main" id="{3861F97E-8E4B-8E4C-AA2E-AC47C3B4C2C5}"/>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3C98B1F6-22A2-0A41-8D0C-1AB2EB0A02BB}"/>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40F24DC3-CC4D-6C4D-B958-A628F5CCCAEA}"/>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a:extLst>
                <a:ext uri="{FF2B5EF4-FFF2-40B4-BE49-F238E27FC236}">
                  <a16:creationId xmlns:a16="http://schemas.microsoft.com/office/drawing/2014/main" id="{0D62C802-BC32-DE4E-896C-E7631E7E49AC}"/>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a:extLst>
                <a:ext uri="{FF2B5EF4-FFF2-40B4-BE49-F238E27FC236}">
                  <a16:creationId xmlns:a16="http://schemas.microsoft.com/office/drawing/2014/main" id="{B614E851-3D13-E648-9F3C-E54D82B8373E}"/>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719824EF-8BDD-7548-9AA6-2EF60D514B88}"/>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38048BA4-A9FD-9940-A657-3D5C0A97CCE0}"/>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96865051-C7A5-E54E-84B7-2DF2B15ED414}"/>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5E5E95A4-1290-CA4E-8012-CC26133664BF}"/>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a:extLst>
                <a:ext uri="{FF2B5EF4-FFF2-40B4-BE49-F238E27FC236}">
                  <a16:creationId xmlns:a16="http://schemas.microsoft.com/office/drawing/2014/main" id="{8AA0C403-7700-624B-B2A9-516EB637B80E}"/>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a:extLst>
                <a:ext uri="{FF2B5EF4-FFF2-40B4-BE49-F238E27FC236}">
                  <a16:creationId xmlns:a16="http://schemas.microsoft.com/office/drawing/2014/main" id="{76FD2F8F-9A97-C645-B923-372D6F2AE939}"/>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Up Arrow 30">
              <a:extLst>
                <a:ext uri="{FF2B5EF4-FFF2-40B4-BE49-F238E27FC236}">
                  <a16:creationId xmlns:a16="http://schemas.microsoft.com/office/drawing/2014/main" id="{957841BD-BBC2-8049-9B39-417A224B657B}"/>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 Arrow 31">
              <a:extLst>
                <a:ext uri="{FF2B5EF4-FFF2-40B4-BE49-F238E27FC236}">
                  <a16:creationId xmlns:a16="http://schemas.microsoft.com/office/drawing/2014/main" id="{5F833611-9E71-D741-BE1A-10B3A495DFA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1024B2CA-5640-704A-ACA4-B9F3E2583403}"/>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9477" y="25252"/>
            <a:ext cx="4876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0000"/>
                </a:solidFill>
                <a:cs typeface="Arial" panose="020B0604020202020204" pitchFamily="34" charset="0"/>
              </a:rPr>
              <a:t>Norwegian cyclone model</a:t>
            </a:r>
          </a:p>
        </p:txBody>
      </p:sp>
    </p:spTree>
    <p:extLst>
      <p:ext uri="{BB962C8B-B14F-4D97-AF65-F5344CB8AC3E}">
        <p14:creationId xmlns:p14="http://schemas.microsoft.com/office/powerpoint/2010/main" val="1279675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EB88FAA-2E7B-6C4E-A99E-B4CAAC58C4A5}"/>
              </a:ext>
            </a:extLst>
          </p:cNvPr>
          <p:cNvGrpSpPr/>
          <p:nvPr/>
        </p:nvGrpSpPr>
        <p:grpSpPr>
          <a:xfrm>
            <a:off x="1371600" y="114300"/>
            <a:ext cx="2893787" cy="2514600"/>
            <a:chOff x="1961723" y="48838"/>
            <a:chExt cx="6555879" cy="5715000"/>
          </a:xfrm>
        </p:grpSpPr>
        <p:pic>
          <p:nvPicPr>
            <p:cNvPr id="3" name="Picture 2">
              <a:extLst>
                <a:ext uri="{FF2B5EF4-FFF2-40B4-BE49-F238E27FC236}">
                  <a16:creationId xmlns:a16="http://schemas.microsoft.com/office/drawing/2014/main" id="{2DC6CC39-73CE-3A4C-9E15-A37D942499A3}"/>
                </a:ext>
              </a:extLst>
            </p:cNvPr>
            <p:cNvPicPr>
              <a:picLocks noChangeAspect="1"/>
            </p:cNvPicPr>
            <p:nvPr/>
          </p:nvPicPr>
          <p:blipFill>
            <a:blip r:embed="rId3"/>
            <a:stretch>
              <a:fillRect/>
            </a:stretch>
          </p:blipFill>
          <p:spPr>
            <a:xfrm>
              <a:off x="1961723" y="48838"/>
              <a:ext cx="6555879" cy="5715000"/>
            </a:xfrm>
            <a:prstGeom prst="rect">
              <a:avLst/>
            </a:prstGeom>
          </p:spPr>
        </p:pic>
        <p:sp>
          <p:nvSpPr>
            <p:cNvPr id="18" name="Up Arrow 17">
              <a:extLst>
                <a:ext uri="{FF2B5EF4-FFF2-40B4-BE49-F238E27FC236}">
                  <a16:creationId xmlns:a16="http://schemas.microsoft.com/office/drawing/2014/main" id="{3861F97E-8E4B-8E4C-AA2E-AC47C3B4C2C5}"/>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3C98B1F6-22A2-0A41-8D0C-1AB2EB0A02BB}"/>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40F24DC3-CC4D-6C4D-B958-A628F5CCCAEA}"/>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a:extLst>
                <a:ext uri="{FF2B5EF4-FFF2-40B4-BE49-F238E27FC236}">
                  <a16:creationId xmlns:a16="http://schemas.microsoft.com/office/drawing/2014/main" id="{0D62C802-BC32-DE4E-896C-E7631E7E49AC}"/>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a:extLst>
                <a:ext uri="{FF2B5EF4-FFF2-40B4-BE49-F238E27FC236}">
                  <a16:creationId xmlns:a16="http://schemas.microsoft.com/office/drawing/2014/main" id="{B614E851-3D13-E648-9F3C-E54D82B8373E}"/>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719824EF-8BDD-7548-9AA6-2EF60D514B88}"/>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38048BA4-A9FD-9940-A657-3D5C0A97CCE0}"/>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96865051-C7A5-E54E-84B7-2DF2B15ED414}"/>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5E5E95A4-1290-CA4E-8012-CC26133664BF}"/>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a:extLst>
                <a:ext uri="{FF2B5EF4-FFF2-40B4-BE49-F238E27FC236}">
                  <a16:creationId xmlns:a16="http://schemas.microsoft.com/office/drawing/2014/main" id="{8AA0C403-7700-624B-B2A9-516EB637B80E}"/>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a:extLst>
                <a:ext uri="{FF2B5EF4-FFF2-40B4-BE49-F238E27FC236}">
                  <a16:creationId xmlns:a16="http://schemas.microsoft.com/office/drawing/2014/main" id="{76FD2F8F-9A97-C645-B923-372D6F2AE939}"/>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Up Arrow 30">
              <a:extLst>
                <a:ext uri="{FF2B5EF4-FFF2-40B4-BE49-F238E27FC236}">
                  <a16:creationId xmlns:a16="http://schemas.microsoft.com/office/drawing/2014/main" id="{957841BD-BBC2-8049-9B39-417A224B657B}"/>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 Arrow 31">
              <a:extLst>
                <a:ext uri="{FF2B5EF4-FFF2-40B4-BE49-F238E27FC236}">
                  <a16:creationId xmlns:a16="http://schemas.microsoft.com/office/drawing/2014/main" id="{5F833611-9E71-D741-BE1A-10B3A495DFA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1024B2CA-5640-704A-ACA4-B9F3E2583403}"/>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 name="Straight Connector 3">
            <a:extLst>
              <a:ext uri="{FF2B5EF4-FFF2-40B4-BE49-F238E27FC236}">
                <a16:creationId xmlns:a16="http://schemas.microsoft.com/office/drawing/2014/main" id="{45CBD78C-4107-554B-8A2C-B37132D0294C}"/>
              </a:ext>
            </a:extLst>
          </p:cNvPr>
          <p:cNvCxnSpPr>
            <a:cxnSpLocks/>
          </p:cNvCxnSpPr>
          <p:nvPr/>
        </p:nvCxnSpPr>
        <p:spPr>
          <a:xfrm>
            <a:off x="385887" y="2781300"/>
            <a:ext cx="484082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52738703-470C-C14C-8694-A14B28482F84}"/>
              </a:ext>
            </a:extLst>
          </p:cNvPr>
          <p:cNvGrpSpPr/>
          <p:nvPr/>
        </p:nvGrpSpPr>
        <p:grpSpPr>
          <a:xfrm flipV="1">
            <a:off x="1392721" y="2951353"/>
            <a:ext cx="2893787" cy="2514600"/>
            <a:chOff x="1961723" y="48838"/>
            <a:chExt cx="6555879" cy="5715000"/>
          </a:xfrm>
        </p:grpSpPr>
        <p:pic>
          <p:nvPicPr>
            <p:cNvPr id="36" name="Picture 35">
              <a:extLst>
                <a:ext uri="{FF2B5EF4-FFF2-40B4-BE49-F238E27FC236}">
                  <a16:creationId xmlns:a16="http://schemas.microsoft.com/office/drawing/2014/main" id="{BD7A4A10-9D7C-DD4E-B880-C553012C68E7}"/>
                </a:ext>
              </a:extLst>
            </p:cNvPr>
            <p:cNvPicPr>
              <a:picLocks noChangeAspect="1"/>
            </p:cNvPicPr>
            <p:nvPr/>
          </p:nvPicPr>
          <p:blipFill>
            <a:blip r:embed="rId3"/>
            <a:stretch>
              <a:fillRect/>
            </a:stretch>
          </p:blipFill>
          <p:spPr>
            <a:xfrm>
              <a:off x="1961723" y="48838"/>
              <a:ext cx="6555879" cy="5715000"/>
            </a:xfrm>
            <a:prstGeom prst="rect">
              <a:avLst/>
            </a:prstGeom>
          </p:spPr>
        </p:pic>
        <p:sp>
          <p:nvSpPr>
            <p:cNvPr id="37" name="Up Arrow 36">
              <a:extLst>
                <a:ext uri="{FF2B5EF4-FFF2-40B4-BE49-F238E27FC236}">
                  <a16:creationId xmlns:a16="http://schemas.microsoft.com/office/drawing/2014/main" id="{32C37688-D908-124B-95CF-AE8F196CA223}"/>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Up Arrow 37">
              <a:extLst>
                <a:ext uri="{FF2B5EF4-FFF2-40B4-BE49-F238E27FC236}">
                  <a16:creationId xmlns:a16="http://schemas.microsoft.com/office/drawing/2014/main" id="{1490570B-55AC-8644-8099-A29863101FAE}"/>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Up Arrow 38">
              <a:extLst>
                <a:ext uri="{FF2B5EF4-FFF2-40B4-BE49-F238E27FC236}">
                  <a16:creationId xmlns:a16="http://schemas.microsoft.com/office/drawing/2014/main" id="{9DCAD8A8-50FF-5549-986F-E8985EAB4D45}"/>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Up Arrow 39">
              <a:extLst>
                <a:ext uri="{FF2B5EF4-FFF2-40B4-BE49-F238E27FC236}">
                  <a16:creationId xmlns:a16="http://schemas.microsoft.com/office/drawing/2014/main" id="{8BFC92DA-1D82-D244-9279-AF54318E3E4B}"/>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Up Arrow 40">
              <a:extLst>
                <a:ext uri="{FF2B5EF4-FFF2-40B4-BE49-F238E27FC236}">
                  <a16:creationId xmlns:a16="http://schemas.microsoft.com/office/drawing/2014/main" id="{CDFDF6A5-8865-CD46-81C8-C298B352B489}"/>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Up Arrow 41">
              <a:extLst>
                <a:ext uri="{FF2B5EF4-FFF2-40B4-BE49-F238E27FC236}">
                  <a16:creationId xmlns:a16="http://schemas.microsoft.com/office/drawing/2014/main" id="{B1E9AA4C-5D60-CB4E-AB54-1A06F5D76C17}"/>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Up Arrow 42">
              <a:extLst>
                <a:ext uri="{FF2B5EF4-FFF2-40B4-BE49-F238E27FC236}">
                  <a16:creationId xmlns:a16="http://schemas.microsoft.com/office/drawing/2014/main" id="{2717972E-8402-184E-8508-496985A20BA4}"/>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Up Arrow 43">
              <a:extLst>
                <a:ext uri="{FF2B5EF4-FFF2-40B4-BE49-F238E27FC236}">
                  <a16:creationId xmlns:a16="http://schemas.microsoft.com/office/drawing/2014/main" id="{EF7CF66F-4EF6-F140-BE99-FED62408CEF3}"/>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Up Arrow 44">
              <a:extLst>
                <a:ext uri="{FF2B5EF4-FFF2-40B4-BE49-F238E27FC236}">
                  <a16:creationId xmlns:a16="http://schemas.microsoft.com/office/drawing/2014/main" id="{9A91CD26-5CF5-F545-9FDD-D506D12C004C}"/>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Up Arrow 45">
              <a:extLst>
                <a:ext uri="{FF2B5EF4-FFF2-40B4-BE49-F238E27FC236}">
                  <a16:creationId xmlns:a16="http://schemas.microsoft.com/office/drawing/2014/main" id="{F40124A7-F632-7B4F-A631-957BEDA65921}"/>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Up Arrow 46">
              <a:extLst>
                <a:ext uri="{FF2B5EF4-FFF2-40B4-BE49-F238E27FC236}">
                  <a16:creationId xmlns:a16="http://schemas.microsoft.com/office/drawing/2014/main" id="{85863972-042B-6F4D-B5ED-0B609E27EB5B}"/>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Up Arrow 47">
              <a:extLst>
                <a:ext uri="{FF2B5EF4-FFF2-40B4-BE49-F238E27FC236}">
                  <a16:creationId xmlns:a16="http://schemas.microsoft.com/office/drawing/2014/main" id="{59353FEC-B8A8-3248-BAFE-AF20E4436D3D}"/>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Up Arrow 48">
              <a:extLst>
                <a:ext uri="{FF2B5EF4-FFF2-40B4-BE49-F238E27FC236}">
                  <a16:creationId xmlns:a16="http://schemas.microsoft.com/office/drawing/2014/main" id="{BCE35D04-A13B-5B4A-8C9D-F55960CEC47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Up Arrow 49">
              <a:extLst>
                <a:ext uri="{FF2B5EF4-FFF2-40B4-BE49-F238E27FC236}">
                  <a16:creationId xmlns:a16="http://schemas.microsoft.com/office/drawing/2014/main" id="{68AAC728-CFCC-694D-BB48-1A65ACA4AF28}"/>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84ECC7FA-9BE2-2D42-BB4E-E43CA85BD518}"/>
              </a:ext>
            </a:extLst>
          </p:cNvPr>
          <p:cNvSpPr txBox="1"/>
          <p:nvPr/>
        </p:nvSpPr>
        <p:spPr>
          <a:xfrm>
            <a:off x="5249898" y="2552700"/>
            <a:ext cx="989373" cy="461665"/>
          </a:xfrm>
          <a:prstGeom prst="rect">
            <a:avLst/>
          </a:prstGeom>
          <a:noFill/>
        </p:spPr>
        <p:txBody>
          <a:bodyPr wrap="none" rtlCol="0">
            <a:spAutoFit/>
          </a:bodyPr>
          <a:lstStyle/>
          <a:p>
            <a:r>
              <a:rPr lang="en-US" dirty="0"/>
              <a:t>mirror</a:t>
            </a:r>
          </a:p>
        </p:txBody>
      </p:sp>
      <p:sp>
        <p:nvSpPr>
          <p:cNvPr id="51" name="TextBox 4">
            <a:extLst>
              <a:ext uri="{FF2B5EF4-FFF2-40B4-BE49-F238E27FC236}">
                <a16:creationId xmlns:a16="http://schemas.microsoft.com/office/drawing/2014/main" id="{F5BE1B6F-F18F-6D47-AED1-3E401E99B6C1}"/>
              </a:ext>
            </a:extLst>
          </p:cNvPr>
          <p:cNvSpPr txBox="1">
            <a:spLocks noChangeArrowheads="1"/>
          </p:cNvSpPr>
          <p:nvPr/>
        </p:nvSpPr>
        <p:spPr bwMode="auto">
          <a:xfrm>
            <a:off x="4739665" y="850562"/>
            <a:ext cx="37144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0000"/>
                </a:solidFill>
                <a:cs typeface="Arial" panose="020B0604020202020204" pitchFamily="34" charset="0"/>
              </a:rPr>
              <a:t>Norwegian cyclone model</a:t>
            </a:r>
          </a:p>
          <a:p>
            <a:pPr>
              <a:spcBef>
                <a:spcPct val="0"/>
              </a:spcBef>
              <a:buNone/>
            </a:pPr>
            <a:r>
              <a:rPr lang="en-US" altLang="en-US" sz="2400" dirty="0">
                <a:solidFill>
                  <a:srgbClr val="FF0000"/>
                </a:solidFill>
                <a:cs typeface="Arial" panose="020B0604020202020204" pitchFamily="34" charset="0"/>
              </a:rPr>
              <a:t>(Northern Hemisphere)</a:t>
            </a:r>
          </a:p>
        </p:txBody>
      </p:sp>
      <p:sp>
        <p:nvSpPr>
          <p:cNvPr id="52" name="TextBox 4">
            <a:extLst>
              <a:ext uri="{FF2B5EF4-FFF2-40B4-BE49-F238E27FC236}">
                <a16:creationId xmlns:a16="http://schemas.microsoft.com/office/drawing/2014/main" id="{FD373CE2-596B-5F4A-B9FE-1C88A8FCAF3B}"/>
              </a:ext>
            </a:extLst>
          </p:cNvPr>
          <p:cNvSpPr txBox="1">
            <a:spLocks noChangeArrowheads="1"/>
          </p:cNvSpPr>
          <p:nvPr/>
        </p:nvSpPr>
        <p:spPr bwMode="auto">
          <a:xfrm>
            <a:off x="4739665" y="3524541"/>
            <a:ext cx="37144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0000"/>
                </a:solidFill>
                <a:cs typeface="Arial" panose="020B0604020202020204" pitchFamily="34" charset="0"/>
              </a:rPr>
              <a:t>Norwegian cyclone model</a:t>
            </a:r>
          </a:p>
          <a:p>
            <a:pPr>
              <a:spcBef>
                <a:spcPct val="0"/>
              </a:spcBef>
              <a:buNone/>
            </a:pPr>
            <a:r>
              <a:rPr lang="en-US" altLang="en-US" sz="2400" dirty="0">
                <a:solidFill>
                  <a:srgbClr val="FF0000"/>
                </a:solidFill>
                <a:cs typeface="Arial" panose="020B0604020202020204" pitchFamily="34" charset="0"/>
              </a:rPr>
              <a:t>(Southern Hemisphere)</a:t>
            </a:r>
          </a:p>
        </p:txBody>
      </p:sp>
    </p:spTree>
    <p:extLst>
      <p:ext uri="{BB962C8B-B14F-4D97-AF65-F5344CB8AC3E}">
        <p14:creationId xmlns:p14="http://schemas.microsoft.com/office/powerpoint/2010/main" val="28040524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EB88FAA-2E7B-6C4E-A99E-B4CAAC58C4A5}"/>
              </a:ext>
            </a:extLst>
          </p:cNvPr>
          <p:cNvGrpSpPr/>
          <p:nvPr/>
        </p:nvGrpSpPr>
        <p:grpSpPr>
          <a:xfrm flipV="1">
            <a:off x="457200" y="25252"/>
            <a:ext cx="8458931" cy="5715000"/>
            <a:chOff x="281891" y="48838"/>
            <a:chExt cx="8458931" cy="5715000"/>
          </a:xfrm>
        </p:grpSpPr>
        <p:pic>
          <p:nvPicPr>
            <p:cNvPr id="3" name="Picture 2">
              <a:extLst>
                <a:ext uri="{FF2B5EF4-FFF2-40B4-BE49-F238E27FC236}">
                  <a16:creationId xmlns:a16="http://schemas.microsoft.com/office/drawing/2014/main" id="{2DC6CC39-73CE-3A4C-9E15-A37D942499A3}"/>
                </a:ext>
              </a:extLst>
            </p:cNvPr>
            <p:cNvPicPr>
              <a:picLocks noChangeAspect="1"/>
            </p:cNvPicPr>
            <p:nvPr/>
          </p:nvPicPr>
          <p:blipFill>
            <a:blip r:embed="rId3"/>
            <a:stretch>
              <a:fillRect/>
            </a:stretch>
          </p:blipFill>
          <p:spPr>
            <a:xfrm>
              <a:off x="1961723" y="48838"/>
              <a:ext cx="6555879" cy="5715000"/>
            </a:xfrm>
            <a:prstGeom prst="rect">
              <a:avLst/>
            </a:prstGeom>
          </p:spPr>
        </p:pic>
        <p:sp>
          <p:nvSpPr>
            <p:cNvPr id="5" name="TextBox 4">
              <a:extLst>
                <a:ext uri="{FF2B5EF4-FFF2-40B4-BE49-F238E27FC236}">
                  <a16:creationId xmlns:a16="http://schemas.microsoft.com/office/drawing/2014/main" id="{FF959ED0-549A-6D4E-9548-E3F228D2C365}"/>
                </a:ext>
              </a:extLst>
            </p:cNvPr>
            <p:cNvSpPr txBox="1">
              <a:spLocks noChangeArrowheads="1"/>
            </p:cNvSpPr>
            <p:nvPr/>
          </p:nvSpPr>
          <p:spPr bwMode="auto">
            <a:xfrm flipV="1">
              <a:off x="2647523" y="53074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6" name="TextBox 5">
              <a:extLst>
                <a:ext uri="{FF2B5EF4-FFF2-40B4-BE49-F238E27FC236}">
                  <a16:creationId xmlns:a16="http://schemas.microsoft.com/office/drawing/2014/main" id="{25411A12-841A-DC4D-B17A-B37DE7239CA8}"/>
                </a:ext>
              </a:extLst>
            </p:cNvPr>
            <p:cNvSpPr txBox="1">
              <a:spLocks noChangeArrowheads="1"/>
            </p:cNvSpPr>
            <p:nvPr/>
          </p:nvSpPr>
          <p:spPr bwMode="auto">
            <a:xfrm flipV="1">
              <a:off x="2647523" y="440130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7" name="TextBox 4">
              <a:extLst>
                <a:ext uri="{FF2B5EF4-FFF2-40B4-BE49-F238E27FC236}">
                  <a16:creationId xmlns:a16="http://schemas.microsoft.com/office/drawing/2014/main" id="{A9248189-1165-AA45-873B-D0DE9F510519}"/>
                </a:ext>
              </a:extLst>
            </p:cNvPr>
            <p:cNvSpPr txBox="1">
              <a:spLocks noChangeArrowheads="1"/>
            </p:cNvSpPr>
            <p:nvPr/>
          </p:nvSpPr>
          <p:spPr bwMode="auto">
            <a:xfrm flipV="1">
              <a:off x="298926" y="2450924"/>
              <a:ext cx="132279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sea-level</a:t>
              </a:r>
            </a:p>
            <a:p>
              <a:pPr algn="ctr">
                <a:spcBef>
                  <a:spcPct val="0"/>
                </a:spcBef>
                <a:buFontTx/>
                <a:buNone/>
              </a:pPr>
              <a:r>
                <a:rPr lang="en-US" altLang="en-US" sz="2000" dirty="0">
                  <a:cs typeface="Arial" panose="020B0604020202020204" pitchFamily="34" charset="0"/>
                </a:rPr>
                <a:t>pressure</a:t>
              </a:r>
            </a:p>
            <a:p>
              <a:pPr algn="ctr">
                <a:spcBef>
                  <a:spcPct val="0"/>
                </a:spcBef>
                <a:buFontTx/>
                <a:buNone/>
              </a:pPr>
              <a:r>
                <a:rPr lang="en-US" altLang="en-US" sz="2000" dirty="0">
                  <a:cs typeface="Arial" panose="020B0604020202020204" pitchFamily="34" charset="0"/>
                </a:rPr>
                <a:t>and fronts</a:t>
              </a:r>
            </a:p>
          </p:txBody>
        </p:sp>
        <p:sp>
          <p:nvSpPr>
            <p:cNvPr id="8" name="TextBox 4">
              <a:extLst>
                <a:ext uri="{FF2B5EF4-FFF2-40B4-BE49-F238E27FC236}">
                  <a16:creationId xmlns:a16="http://schemas.microsoft.com/office/drawing/2014/main" id="{18372C60-A27C-6E46-B7CC-1E252CB0B851}"/>
                </a:ext>
              </a:extLst>
            </p:cNvPr>
            <p:cNvSpPr txBox="1">
              <a:spLocks noChangeArrowheads="1"/>
            </p:cNvSpPr>
            <p:nvPr/>
          </p:nvSpPr>
          <p:spPr bwMode="auto">
            <a:xfrm flipV="1">
              <a:off x="281891" y="4801419"/>
              <a:ext cx="1451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000" dirty="0">
                  <a:cs typeface="Arial" panose="020B0604020202020204" pitchFamily="34" charset="0"/>
                </a:rPr>
                <a:t>surface air </a:t>
              </a:r>
            </a:p>
            <a:p>
              <a:pPr algn="ctr">
                <a:spcBef>
                  <a:spcPct val="0"/>
                </a:spcBef>
                <a:buFontTx/>
                <a:buNone/>
              </a:pPr>
              <a:r>
                <a:rPr lang="en-US" altLang="en-US" sz="2000" dirty="0">
                  <a:cs typeface="Arial" panose="020B0604020202020204" pitchFamily="34" charset="0"/>
                </a:rPr>
                <a:t>isotherms</a:t>
              </a:r>
            </a:p>
          </p:txBody>
        </p:sp>
        <p:sp>
          <p:nvSpPr>
            <p:cNvPr id="9" name="TextBox 8">
              <a:extLst>
                <a:ext uri="{FF2B5EF4-FFF2-40B4-BE49-F238E27FC236}">
                  <a16:creationId xmlns:a16="http://schemas.microsoft.com/office/drawing/2014/main" id="{0066F415-06D1-8348-99A1-2D55D9FF4C71}"/>
                </a:ext>
              </a:extLst>
            </p:cNvPr>
            <p:cNvSpPr txBox="1">
              <a:spLocks noChangeArrowheads="1"/>
            </p:cNvSpPr>
            <p:nvPr/>
          </p:nvSpPr>
          <p:spPr bwMode="auto">
            <a:xfrm flipV="1">
              <a:off x="7752923" y="4697885"/>
              <a:ext cx="987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0000"/>
                  </a:solidFill>
                  <a:cs typeface="Arial" panose="020B0604020202020204" pitchFamily="34" charset="0"/>
                </a:rPr>
                <a:t>WARM</a:t>
              </a:r>
            </a:p>
          </p:txBody>
        </p:sp>
        <p:sp>
          <p:nvSpPr>
            <p:cNvPr id="10" name="TextBox 9">
              <a:extLst>
                <a:ext uri="{FF2B5EF4-FFF2-40B4-BE49-F238E27FC236}">
                  <a16:creationId xmlns:a16="http://schemas.microsoft.com/office/drawing/2014/main" id="{4413B557-9120-2F41-A04D-9544E2A2D682}"/>
                </a:ext>
              </a:extLst>
            </p:cNvPr>
            <p:cNvSpPr txBox="1">
              <a:spLocks noChangeArrowheads="1"/>
            </p:cNvSpPr>
            <p:nvPr/>
          </p:nvSpPr>
          <p:spPr bwMode="auto">
            <a:xfrm flipV="1">
              <a:off x="7249551" y="3066477"/>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3" name="TextBox 12">
              <a:extLst>
                <a:ext uri="{FF2B5EF4-FFF2-40B4-BE49-F238E27FC236}">
                  <a16:creationId xmlns:a16="http://schemas.microsoft.com/office/drawing/2014/main" id="{0E3B65D7-ED65-6548-B274-B4E0E0CAFAB5}"/>
                </a:ext>
              </a:extLst>
            </p:cNvPr>
            <p:cNvSpPr txBox="1">
              <a:spLocks noChangeArrowheads="1"/>
            </p:cNvSpPr>
            <p:nvPr/>
          </p:nvSpPr>
          <p:spPr bwMode="auto">
            <a:xfrm flipV="1">
              <a:off x="6762323" y="4001199"/>
              <a:ext cx="8980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0070C0"/>
                  </a:solidFill>
                  <a:cs typeface="Arial" panose="020B0604020202020204" pitchFamily="34" charset="0"/>
                </a:rPr>
                <a:t>COLD</a:t>
              </a:r>
            </a:p>
          </p:txBody>
        </p:sp>
        <p:sp>
          <p:nvSpPr>
            <p:cNvPr id="18" name="Up Arrow 17">
              <a:extLst>
                <a:ext uri="{FF2B5EF4-FFF2-40B4-BE49-F238E27FC236}">
                  <a16:creationId xmlns:a16="http://schemas.microsoft.com/office/drawing/2014/main" id="{3861F97E-8E4B-8E4C-AA2E-AC47C3B4C2C5}"/>
                </a:ext>
              </a:extLst>
            </p:cNvPr>
            <p:cNvSpPr/>
            <p:nvPr/>
          </p:nvSpPr>
          <p:spPr>
            <a:xfrm>
              <a:off x="4552523" y="2572509"/>
              <a:ext cx="228600" cy="744189"/>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3C98B1F6-22A2-0A41-8D0C-1AB2EB0A02BB}"/>
                </a:ext>
              </a:extLst>
            </p:cNvPr>
            <p:cNvSpPr/>
            <p:nvPr/>
          </p:nvSpPr>
          <p:spPr>
            <a:xfrm>
              <a:off x="6152723" y="2140181"/>
              <a:ext cx="304800" cy="813328"/>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40F24DC3-CC4D-6C4D-B958-A628F5CCCAEA}"/>
                </a:ext>
              </a:extLst>
            </p:cNvPr>
            <p:cNvSpPr/>
            <p:nvPr/>
          </p:nvSpPr>
          <p:spPr>
            <a:xfrm>
              <a:off x="7698552" y="1861905"/>
              <a:ext cx="449002" cy="939203"/>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 Arrow 21">
              <a:extLst>
                <a:ext uri="{FF2B5EF4-FFF2-40B4-BE49-F238E27FC236}">
                  <a16:creationId xmlns:a16="http://schemas.microsoft.com/office/drawing/2014/main" id="{0D62C802-BC32-DE4E-896C-E7631E7E49AC}"/>
                </a:ext>
              </a:extLst>
            </p:cNvPr>
            <p:cNvSpPr/>
            <p:nvPr/>
          </p:nvSpPr>
          <p:spPr>
            <a:xfrm rot="793118">
              <a:off x="3125409" y="2966692"/>
              <a:ext cx="207914" cy="499896"/>
            </a:xfrm>
            <a:prstGeom prst="up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 Arrow 22">
              <a:extLst>
                <a:ext uri="{FF2B5EF4-FFF2-40B4-BE49-F238E27FC236}">
                  <a16:creationId xmlns:a16="http://schemas.microsoft.com/office/drawing/2014/main" id="{B614E851-3D13-E648-9F3C-E54D82B8373E}"/>
                </a:ext>
              </a:extLst>
            </p:cNvPr>
            <p:cNvSpPr/>
            <p:nvPr/>
          </p:nvSpPr>
          <p:spPr>
            <a:xfrm rot="14188135">
              <a:off x="2814181" y="2296897"/>
              <a:ext cx="207914" cy="499896"/>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719824EF-8BDD-7548-9AA6-2EF60D514B88}"/>
                </a:ext>
              </a:extLst>
            </p:cNvPr>
            <p:cNvSpPr/>
            <p:nvPr/>
          </p:nvSpPr>
          <p:spPr>
            <a:xfrm rot="5755389">
              <a:off x="6922497" y="1351980"/>
              <a:ext cx="477192" cy="87209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38048BA4-A9FD-9940-A657-3D5C0A97CCE0}"/>
                </a:ext>
              </a:extLst>
            </p:cNvPr>
            <p:cNvSpPr/>
            <p:nvPr/>
          </p:nvSpPr>
          <p:spPr>
            <a:xfrm rot="16642522">
              <a:off x="4298545" y="1724609"/>
              <a:ext cx="229308" cy="69147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96865051-C7A5-E54E-84B7-2DF2B15ED414}"/>
                </a:ext>
              </a:extLst>
            </p:cNvPr>
            <p:cNvSpPr/>
            <p:nvPr/>
          </p:nvSpPr>
          <p:spPr>
            <a:xfrm rot="7706695">
              <a:off x="3980925" y="2486987"/>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5E5E95A4-1290-CA4E-8012-CC26133664BF}"/>
                </a:ext>
              </a:extLst>
            </p:cNvPr>
            <p:cNvSpPr/>
            <p:nvPr/>
          </p:nvSpPr>
          <p:spPr>
            <a:xfrm rot="15233756">
              <a:off x="6889115" y="342555"/>
              <a:ext cx="492189" cy="1058548"/>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 Arrow 27">
              <a:extLst>
                <a:ext uri="{FF2B5EF4-FFF2-40B4-BE49-F238E27FC236}">
                  <a16:creationId xmlns:a16="http://schemas.microsoft.com/office/drawing/2014/main" id="{8AA0C403-7700-624B-B2A9-516EB637B80E}"/>
                </a:ext>
              </a:extLst>
            </p:cNvPr>
            <p:cNvSpPr/>
            <p:nvPr/>
          </p:nvSpPr>
          <p:spPr>
            <a:xfrm rot="7706695">
              <a:off x="5484086" y="1829057"/>
              <a:ext cx="232303" cy="6547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a:extLst>
                <a:ext uri="{FF2B5EF4-FFF2-40B4-BE49-F238E27FC236}">
                  <a16:creationId xmlns:a16="http://schemas.microsoft.com/office/drawing/2014/main" id="{76FD2F8F-9A97-C645-B923-372D6F2AE939}"/>
                </a:ext>
              </a:extLst>
            </p:cNvPr>
            <p:cNvSpPr/>
            <p:nvPr/>
          </p:nvSpPr>
          <p:spPr>
            <a:xfrm rot="16642522">
              <a:off x="5709347" y="979851"/>
              <a:ext cx="302499" cy="857313"/>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Up Arrow 30">
              <a:extLst>
                <a:ext uri="{FF2B5EF4-FFF2-40B4-BE49-F238E27FC236}">
                  <a16:creationId xmlns:a16="http://schemas.microsoft.com/office/drawing/2014/main" id="{957841BD-BBC2-8049-9B39-417A224B657B}"/>
                </a:ext>
              </a:extLst>
            </p:cNvPr>
            <p:cNvSpPr/>
            <p:nvPr/>
          </p:nvSpPr>
          <p:spPr>
            <a:xfrm rot="10642573">
              <a:off x="3841265" y="2111633"/>
              <a:ext cx="265457" cy="358979"/>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 Arrow 31">
              <a:extLst>
                <a:ext uri="{FF2B5EF4-FFF2-40B4-BE49-F238E27FC236}">
                  <a16:creationId xmlns:a16="http://schemas.microsoft.com/office/drawing/2014/main" id="{5F833611-9E71-D741-BE1A-10B3A495DFA2}"/>
                </a:ext>
              </a:extLst>
            </p:cNvPr>
            <p:cNvSpPr/>
            <p:nvPr/>
          </p:nvSpPr>
          <p:spPr>
            <a:xfrm rot="10543225">
              <a:off x="5225018" y="1476106"/>
              <a:ext cx="249000" cy="35842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1024B2CA-5640-704A-ACA4-B9F3E2583403}"/>
                </a:ext>
              </a:extLst>
            </p:cNvPr>
            <p:cNvSpPr/>
            <p:nvPr/>
          </p:nvSpPr>
          <p:spPr>
            <a:xfrm rot="10543225">
              <a:off x="6366439" y="1066974"/>
              <a:ext cx="502786" cy="643447"/>
            </a:xfrm>
            <a:prstGeom prst="upArrow">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6715" y="4558100"/>
            <a:ext cx="48766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0000"/>
                </a:solidFill>
                <a:cs typeface="Arial" panose="020B0604020202020204" pitchFamily="34" charset="0"/>
              </a:rPr>
              <a:t>Norwegian cyclone model</a:t>
            </a:r>
          </a:p>
          <a:p>
            <a:pPr>
              <a:spcBef>
                <a:spcPct val="0"/>
              </a:spcBef>
              <a:buFontTx/>
              <a:buNone/>
            </a:pPr>
            <a:r>
              <a:rPr lang="en-US" altLang="en-US" dirty="0">
                <a:solidFill>
                  <a:srgbClr val="FF0000"/>
                </a:solidFill>
                <a:cs typeface="Arial" panose="020B0604020202020204" pitchFamily="34" charset="0"/>
              </a:rPr>
              <a:t>(Southern Hemisphere)</a:t>
            </a:r>
          </a:p>
        </p:txBody>
      </p:sp>
    </p:spTree>
    <p:extLst>
      <p:ext uri="{BB962C8B-B14F-4D97-AF65-F5344CB8AC3E}">
        <p14:creationId xmlns:p14="http://schemas.microsoft.com/office/powerpoint/2010/main" val="38249304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304800" y="800100"/>
            <a:ext cx="8284640"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Extratropical cyclone structure</a:t>
            </a:r>
          </a:p>
          <a:p>
            <a:pPr>
              <a:spcBef>
                <a:spcPct val="0"/>
              </a:spcBef>
              <a:buFontTx/>
              <a:buNone/>
            </a:pPr>
            <a:endParaRPr lang="en-US" altLang="en-US"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cyclones = low-pressure system</a:t>
            </a:r>
          </a:p>
          <a:p>
            <a:pPr>
              <a:spcBef>
                <a:spcPct val="0"/>
              </a:spcBef>
              <a:buFontTx/>
              <a:buNone/>
            </a:pPr>
            <a:r>
              <a:rPr lang="en-US" altLang="en-US" sz="2400" dirty="0">
                <a:solidFill>
                  <a:srgbClr val="FFFF00"/>
                </a:solidFill>
                <a:cs typeface="Arial" panose="020B0604020202020204" pitchFamily="34" charset="0"/>
              </a:rPr>
              <a:t>	counterclockwise circulation in Northern Hemisphere</a:t>
            </a:r>
          </a:p>
          <a:p>
            <a:pPr>
              <a:spcBef>
                <a:spcPct val="0"/>
              </a:spcBef>
              <a:buFontTx/>
              <a:buNone/>
            </a:pPr>
            <a:r>
              <a:rPr lang="en-US" altLang="en-US" sz="2400" dirty="0">
                <a:solidFill>
                  <a:srgbClr val="FFFF00"/>
                </a:solidFill>
                <a:cs typeface="Arial" panose="020B0604020202020204" pitchFamily="34" charset="0"/>
              </a:rPr>
              <a:t>	clockwise circulation in Southern Hemisphere</a:t>
            </a: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anticyclones = high-pressure system</a:t>
            </a:r>
          </a:p>
          <a:p>
            <a:pPr>
              <a:spcBef>
                <a:spcPct val="0"/>
              </a:spcBef>
              <a:buFontTx/>
              <a:buNone/>
            </a:pPr>
            <a:r>
              <a:rPr lang="en-US" altLang="en-US" sz="2400" dirty="0">
                <a:solidFill>
                  <a:srgbClr val="FFFF00"/>
                </a:solidFill>
                <a:cs typeface="Arial" panose="020B0604020202020204" pitchFamily="34" charset="0"/>
              </a:rPr>
              <a:t>	clockwise circulation in Northern Hemisphere</a:t>
            </a:r>
          </a:p>
          <a:p>
            <a:pPr>
              <a:spcBef>
                <a:spcPct val="0"/>
              </a:spcBef>
              <a:buFontTx/>
              <a:buNone/>
            </a:pPr>
            <a:r>
              <a:rPr lang="en-US" altLang="en-US" sz="2400" dirty="0">
                <a:solidFill>
                  <a:srgbClr val="FFFF00"/>
                </a:solidFill>
                <a:cs typeface="Arial" panose="020B0604020202020204" pitchFamily="34" charset="0"/>
              </a:rPr>
              <a:t>	counterclockwise circulation in Southern Hemisphere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7315200" y="190500"/>
            <a:ext cx="1676400"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dirty="0">
                <a:solidFill>
                  <a:srgbClr val="FFFF00"/>
                </a:solidFill>
                <a:cs typeface="Arial" panose="020B0604020202020204" pitchFamily="34" charset="0"/>
              </a:rPr>
              <a:t>850-hPa height, </a:t>
            </a:r>
            <a:r>
              <a:rPr lang="en-US" altLang="en-US" sz="2000" dirty="0">
                <a:solidFill>
                  <a:srgbClr val="00B050"/>
                </a:solidFill>
                <a:cs typeface="Arial" panose="020B0604020202020204" pitchFamily="34" charset="0"/>
              </a:rPr>
              <a:t>temperature, </a:t>
            </a:r>
            <a:r>
              <a:rPr lang="en-US" altLang="en-US" sz="2000" dirty="0">
                <a:solidFill>
                  <a:schemeClr val="bg1"/>
                </a:solidFill>
                <a:cs typeface="Arial" panose="020B0604020202020204" pitchFamily="34" charset="0"/>
              </a:rPr>
              <a:t>wind barbs</a:t>
            </a:r>
          </a:p>
          <a:p>
            <a:pPr>
              <a:spcBef>
                <a:spcPct val="0"/>
              </a:spcBef>
              <a:buFontTx/>
              <a:buNone/>
            </a:pPr>
            <a:endParaRPr lang="en-US" altLang="en-US" sz="2000" dirty="0">
              <a:solidFill>
                <a:schemeClr val="bg1"/>
              </a:solidFill>
              <a:cs typeface="Arial" panose="020B0604020202020204" pitchFamily="34" charset="0"/>
            </a:endParaRPr>
          </a:p>
          <a:p>
            <a:pPr>
              <a:spcBef>
                <a:spcPct val="0"/>
              </a:spcBef>
              <a:buFontTx/>
              <a:buNone/>
            </a:pPr>
            <a:r>
              <a:rPr lang="en-US" altLang="en-US" sz="2000" dirty="0">
                <a:solidFill>
                  <a:schemeClr val="bg1"/>
                </a:solidFill>
                <a:cs typeface="Arial" panose="020B0604020202020204" pitchFamily="34" charset="0"/>
              </a:rPr>
              <a:t>animation of an idealized</a:t>
            </a:r>
          </a:p>
          <a:p>
            <a:pPr>
              <a:spcBef>
                <a:spcPct val="0"/>
              </a:spcBef>
              <a:buFontTx/>
              <a:buNone/>
            </a:pPr>
            <a:r>
              <a:rPr lang="en-US" altLang="en-US" sz="2000" dirty="0">
                <a:solidFill>
                  <a:schemeClr val="bg1"/>
                </a:solidFill>
                <a:cs typeface="Arial" panose="020B0604020202020204" pitchFamily="34" charset="0"/>
              </a:rPr>
              <a:t>cyclone, followed by an anticyclone</a:t>
            </a:r>
          </a:p>
        </p:txBody>
      </p:sp>
      <p:pic>
        <p:nvPicPr>
          <p:cNvPr id="4" name="conf850anim_rVUXCu.mp4">
            <a:hlinkClick r:id="" action="ppaction://media"/>
            <a:extLst>
              <a:ext uri="{FF2B5EF4-FFF2-40B4-BE49-F238E27FC236}">
                <a16:creationId xmlns:a16="http://schemas.microsoft.com/office/drawing/2014/main" id="{2D885C8A-4091-8841-9535-51115074558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7151687" cy="5715000"/>
          </a:xfrm>
          <a:prstGeom prst="rect">
            <a:avLst/>
          </a:prstGeom>
        </p:spPr>
      </p:pic>
      <p:sp>
        <p:nvSpPr>
          <p:cNvPr id="2" name="TextBox 1">
            <a:extLst>
              <a:ext uri="{FF2B5EF4-FFF2-40B4-BE49-F238E27FC236}">
                <a16:creationId xmlns:a16="http://schemas.microsoft.com/office/drawing/2014/main" id="{7E2505DB-1847-4D4E-9811-32D01E5FF297}"/>
              </a:ext>
            </a:extLst>
          </p:cNvPr>
          <p:cNvSpPr txBox="1"/>
          <p:nvPr/>
        </p:nvSpPr>
        <p:spPr>
          <a:xfrm>
            <a:off x="6599714" y="5376446"/>
            <a:ext cx="2544286" cy="338554"/>
          </a:xfrm>
          <a:prstGeom prst="rect">
            <a:avLst/>
          </a:prstGeom>
          <a:noFill/>
        </p:spPr>
        <p:txBody>
          <a:bodyPr wrap="none" rtlCol="0">
            <a:spAutoFit/>
          </a:bodyPr>
          <a:lstStyle/>
          <a:p>
            <a:r>
              <a:rPr lang="en-US" sz="1600" dirty="0">
                <a:solidFill>
                  <a:schemeClr val="bg1"/>
                </a:solidFill>
              </a:rPr>
              <a:t>Schultz and Zhang (2007)</a:t>
            </a:r>
          </a:p>
        </p:txBody>
      </p:sp>
    </p:spTree>
    <p:extLst>
      <p:ext uri="{BB962C8B-B14F-4D97-AF65-F5344CB8AC3E}">
        <p14:creationId xmlns:p14="http://schemas.microsoft.com/office/powerpoint/2010/main" val="401799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5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DEC4CB-34BD-7A40-BD7F-E9762D5B4CF4}"/>
              </a:ext>
            </a:extLst>
          </p:cNvPr>
          <p:cNvPicPr>
            <a:picLocks noChangeAspect="1"/>
          </p:cNvPicPr>
          <p:nvPr/>
        </p:nvPicPr>
        <p:blipFill>
          <a:blip r:embed="rId2"/>
          <a:stretch>
            <a:fillRect/>
          </a:stretch>
        </p:blipFill>
        <p:spPr>
          <a:xfrm>
            <a:off x="1594793" y="0"/>
            <a:ext cx="7602233" cy="5676900"/>
          </a:xfrm>
          <a:prstGeom prst="rect">
            <a:avLst/>
          </a:prstGeom>
        </p:spPr>
      </p:pic>
      <p:sp>
        <p:nvSpPr>
          <p:cNvPr id="14" name="TextBox 13">
            <a:extLst>
              <a:ext uri="{FF2B5EF4-FFF2-40B4-BE49-F238E27FC236}">
                <a16:creationId xmlns:a16="http://schemas.microsoft.com/office/drawing/2014/main" id="{2851239D-2B22-FF4B-B3E4-3FE34029893C}"/>
              </a:ext>
            </a:extLst>
          </p:cNvPr>
          <p:cNvSpPr txBox="1"/>
          <p:nvPr/>
        </p:nvSpPr>
        <p:spPr>
          <a:xfrm>
            <a:off x="0" y="764866"/>
            <a:ext cx="2052806" cy="369332"/>
          </a:xfrm>
          <a:prstGeom prst="rect">
            <a:avLst/>
          </a:prstGeom>
          <a:solidFill>
            <a:srgbClr val="FFFFFF"/>
          </a:solidFill>
          <a:ln>
            <a:solidFill>
              <a:schemeClr val="tx1"/>
            </a:solidFill>
          </a:ln>
        </p:spPr>
        <p:txBody>
          <a:bodyPr wrap="none" rtlCol="0">
            <a:spAutoFit/>
          </a:bodyPr>
          <a:lstStyle/>
          <a:p>
            <a:r>
              <a:rPr lang="en-US" sz="1800" dirty="0"/>
              <a:t>Monday’s weather</a:t>
            </a:r>
          </a:p>
        </p:txBody>
      </p:sp>
      <p:sp>
        <p:nvSpPr>
          <p:cNvPr id="6" name="TextBox 5">
            <a:extLst>
              <a:ext uri="{FF2B5EF4-FFF2-40B4-BE49-F238E27FC236}">
                <a16:creationId xmlns:a16="http://schemas.microsoft.com/office/drawing/2014/main" id="{240F56A3-3421-5745-AF4F-8C042D29748E}"/>
              </a:ext>
            </a:extLst>
          </p:cNvPr>
          <p:cNvSpPr txBox="1"/>
          <p:nvPr/>
        </p:nvSpPr>
        <p:spPr>
          <a:xfrm>
            <a:off x="0" y="4457700"/>
            <a:ext cx="1492716" cy="646331"/>
          </a:xfrm>
          <a:prstGeom prst="rect">
            <a:avLst/>
          </a:prstGeom>
          <a:solidFill>
            <a:srgbClr val="FFFFFF"/>
          </a:solidFill>
          <a:ln>
            <a:solidFill>
              <a:schemeClr val="tx1"/>
            </a:solidFill>
          </a:ln>
        </p:spPr>
        <p:txBody>
          <a:bodyPr wrap="none" rtlCol="0">
            <a:spAutoFit/>
          </a:bodyPr>
          <a:lstStyle/>
          <a:p>
            <a:r>
              <a:rPr lang="en-US" sz="1800" b="1" dirty="0"/>
              <a:t>0000 UTC</a:t>
            </a:r>
          </a:p>
          <a:p>
            <a:r>
              <a:rPr lang="en-US" sz="1800" b="1" dirty="0"/>
              <a:t>17 Feb 2025</a:t>
            </a:r>
          </a:p>
        </p:txBody>
      </p:sp>
      <p:sp>
        <p:nvSpPr>
          <p:cNvPr id="9" name="Oval 8">
            <a:extLst>
              <a:ext uri="{FF2B5EF4-FFF2-40B4-BE49-F238E27FC236}">
                <a16:creationId xmlns:a16="http://schemas.microsoft.com/office/drawing/2014/main" id="{80FB71DA-7F51-2E4F-B2EA-9ABB688C8892}"/>
              </a:ext>
            </a:extLst>
          </p:cNvPr>
          <p:cNvSpPr/>
          <p:nvPr/>
        </p:nvSpPr>
        <p:spPr>
          <a:xfrm>
            <a:off x="5562600" y="2686050"/>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FA2145-B59D-6645-B2B1-4C82F3391C07}"/>
              </a:ext>
            </a:extLst>
          </p:cNvPr>
          <p:cNvSpPr txBox="1"/>
          <p:nvPr/>
        </p:nvSpPr>
        <p:spPr>
          <a:xfrm>
            <a:off x="5029326" y="135140"/>
            <a:ext cx="761747" cy="369332"/>
          </a:xfrm>
          <a:prstGeom prst="rect">
            <a:avLst/>
          </a:prstGeom>
          <a:solidFill>
            <a:srgbClr val="FFFFFF">
              <a:alpha val="52157"/>
            </a:srgbClr>
          </a:solidFill>
        </p:spPr>
        <p:txBody>
          <a:bodyPr wrap="none" rtlCol="0">
            <a:spAutoFit/>
          </a:bodyPr>
          <a:lstStyle/>
          <a:p>
            <a:r>
              <a:rPr lang="en-US" sz="1800" b="1" dirty="0"/>
              <a:t>HIGH</a:t>
            </a:r>
          </a:p>
        </p:txBody>
      </p:sp>
      <p:sp>
        <p:nvSpPr>
          <p:cNvPr id="11" name="TextBox 10">
            <a:extLst>
              <a:ext uri="{FF2B5EF4-FFF2-40B4-BE49-F238E27FC236}">
                <a16:creationId xmlns:a16="http://schemas.microsoft.com/office/drawing/2014/main" id="{6248E04D-2E12-7E45-83F7-CB26284645C3}"/>
              </a:ext>
            </a:extLst>
          </p:cNvPr>
          <p:cNvSpPr txBox="1"/>
          <p:nvPr/>
        </p:nvSpPr>
        <p:spPr>
          <a:xfrm>
            <a:off x="6096000" y="2592355"/>
            <a:ext cx="761747" cy="369332"/>
          </a:xfrm>
          <a:prstGeom prst="rect">
            <a:avLst/>
          </a:prstGeom>
          <a:solidFill>
            <a:srgbClr val="FFFFFF">
              <a:alpha val="52157"/>
            </a:srgbClr>
          </a:solidFill>
        </p:spPr>
        <p:txBody>
          <a:bodyPr wrap="none" rtlCol="0">
            <a:spAutoFit/>
          </a:bodyPr>
          <a:lstStyle/>
          <a:p>
            <a:r>
              <a:rPr lang="en-US" sz="1800" b="1" dirty="0"/>
              <a:t>HIGH</a:t>
            </a:r>
          </a:p>
        </p:txBody>
      </p:sp>
      <p:sp>
        <p:nvSpPr>
          <p:cNvPr id="12" name="TextBox 11">
            <a:extLst>
              <a:ext uri="{FF2B5EF4-FFF2-40B4-BE49-F238E27FC236}">
                <a16:creationId xmlns:a16="http://schemas.microsoft.com/office/drawing/2014/main" id="{B72AD0B7-A312-3641-953C-F6F48AC60216}"/>
              </a:ext>
            </a:extLst>
          </p:cNvPr>
          <p:cNvSpPr txBox="1"/>
          <p:nvPr/>
        </p:nvSpPr>
        <p:spPr>
          <a:xfrm>
            <a:off x="2819400" y="1802366"/>
            <a:ext cx="723275" cy="369332"/>
          </a:xfrm>
          <a:prstGeom prst="rect">
            <a:avLst/>
          </a:prstGeom>
          <a:solidFill>
            <a:srgbClr val="FFFFFF">
              <a:alpha val="52157"/>
            </a:srgbClr>
          </a:solidFill>
        </p:spPr>
        <p:txBody>
          <a:bodyPr wrap="none" rtlCol="0">
            <a:spAutoFit/>
          </a:bodyPr>
          <a:lstStyle/>
          <a:p>
            <a:r>
              <a:rPr lang="en-US" sz="1800" b="1" dirty="0"/>
              <a:t>LOW</a:t>
            </a:r>
          </a:p>
        </p:txBody>
      </p:sp>
      <p:sp>
        <p:nvSpPr>
          <p:cNvPr id="15" name="TextBox 14">
            <a:extLst>
              <a:ext uri="{FF2B5EF4-FFF2-40B4-BE49-F238E27FC236}">
                <a16:creationId xmlns:a16="http://schemas.microsoft.com/office/drawing/2014/main" id="{B95805DC-F064-1946-B5AE-239DBD1A6BFF}"/>
              </a:ext>
            </a:extLst>
          </p:cNvPr>
          <p:cNvSpPr txBox="1"/>
          <p:nvPr/>
        </p:nvSpPr>
        <p:spPr>
          <a:xfrm>
            <a:off x="5310750" y="2337712"/>
            <a:ext cx="572593" cy="369332"/>
          </a:xfrm>
          <a:prstGeom prst="rect">
            <a:avLst/>
          </a:prstGeom>
          <a:solidFill>
            <a:srgbClr val="FFFFFF">
              <a:alpha val="52157"/>
            </a:srgbClr>
          </a:solidFill>
        </p:spPr>
        <p:txBody>
          <a:bodyPr wrap="none" rtlCol="0">
            <a:spAutoFit/>
          </a:bodyPr>
          <a:lstStyle/>
          <a:p>
            <a:r>
              <a:rPr lang="en-US" sz="1800" b="1" dirty="0">
                <a:solidFill>
                  <a:srgbClr val="FF0000"/>
                </a:solidFill>
              </a:rPr>
              <a:t>0</a:t>
            </a:r>
            <a:r>
              <a:rPr lang="en-US" sz="18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800" b="1" dirty="0">
                <a:solidFill>
                  <a:srgbClr val="FF0000"/>
                </a:solidFill>
              </a:rPr>
              <a:t>C</a:t>
            </a:r>
          </a:p>
        </p:txBody>
      </p:sp>
      <p:sp>
        <p:nvSpPr>
          <p:cNvPr id="16" name="TextBox 15">
            <a:extLst>
              <a:ext uri="{FF2B5EF4-FFF2-40B4-BE49-F238E27FC236}">
                <a16:creationId xmlns:a16="http://schemas.microsoft.com/office/drawing/2014/main" id="{AC904E00-3B94-8F4F-9479-0CE430038907}"/>
              </a:ext>
            </a:extLst>
          </p:cNvPr>
          <p:cNvSpPr txBox="1"/>
          <p:nvPr/>
        </p:nvSpPr>
        <p:spPr>
          <a:xfrm>
            <a:off x="6241408" y="2316718"/>
            <a:ext cx="441146" cy="369332"/>
          </a:xfrm>
          <a:prstGeom prst="rect">
            <a:avLst/>
          </a:prstGeom>
          <a:solidFill>
            <a:srgbClr val="FFFFFF">
              <a:alpha val="52157"/>
            </a:srgbClr>
          </a:solidFill>
        </p:spPr>
        <p:txBody>
          <a:bodyPr wrap="none" rtlCol="0">
            <a:spAutoFit/>
          </a:bodyPr>
          <a:lstStyle/>
          <a:p>
            <a:r>
              <a:rPr lang="en-US" sz="1800" b="1" dirty="0">
                <a:solidFill>
                  <a:srgbClr val="FF0000"/>
                </a:solidFill>
              </a:rPr>
              <a:t>–6</a:t>
            </a:r>
          </a:p>
        </p:txBody>
      </p:sp>
      <p:sp>
        <p:nvSpPr>
          <p:cNvPr id="17" name="TextBox 16">
            <a:extLst>
              <a:ext uri="{FF2B5EF4-FFF2-40B4-BE49-F238E27FC236}">
                <a16:creationId xmlns:a16="http://schemas.microsoft.com/office/drawing/2014/main" id="{5CD7DE2E-A1C4-5E48-83AD-B6E13DFBC8DA}"/>
              </a:ext>
            </a:extLst>
          </p:cNvPr>
          <p:cNvSpPr txBox="1"/>
          <p:nvPr/>
        </p:nvSpPr>
        <p:spPr>
          <a:xfrm>
            <a:off x="5850678" y="2979593"/>
            <a:ext cx="441146" cy="369332"/>
          </a:xfrm>
          <a:prstGeom prst="rect">
            <a:avLst/>
          </a:prstGeom>
          <a:solidFill>
            <a:srgbClr val="FFFFFF">
              <a:alpha val="52157"/>
            </a:srgbClr>
          </a:solidFill>
        </p:spPr>
        <p:txBody>
          <a:bodyPr wrap="none" rtlCol="0">
            <a:spAutoFit/>
          </a:bodyPr>
          <a:lstStyle/>
          <a:p>
            <a:r>
              <a:rPr lang="en-US" sz="1800" b="1" dirty="0">
                <a:solidFill>
                  <a:srgbClr val="FF0000"/>
                </a:solidFill>
              </a:rPr>
              <a:t>–4</a:t>
            </a:r>
          </a:p>
        </p:txBody>
      </p:sp>
      <p:sp>
        <p:nvSpPr>
          <p:cNvPr id="18" name="TextBox 17">
            <a:extLst>
              <a:ext uri="{FF2B5EF4-FFF2-40B4-BE49-F238E27FC236}">
                <a16:creationId xmlns:a16="http://schemas.microsoft.com/office/drawing/2014/main" id="{8A693801-E5EC-DD40-A01C-8BB589683633}"/>
              </a:ext>
            </a:extLst>
          </p:cNvPr>
          <p:cNvSpPr txBox="1"/>
          <p:nvPr/>
        </p:nvSpPr>
        <p:spPr>
          <a:xfrm>
            <a:off x="6164948" y="1257300"/>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2</a:t>
            </a:r>
          </a:p>
        </p:txBody>
      </p:sp>
      <p:sp>
        <p:nvSpPr>
          <p:cNvPr id="19" name="TextBox 18">
            <a:extLst>
              <a:ext uri="{FF2B5EF4-FFF2-40B4-BE49-F238E27FC236}">
                <a16:creationId xmlns:a16="http://schemas.microsoft.com/office/drawing/2014/main" id="{4B3FF306-078E-244C-AE98-825635C7EEE9}"/>
              </a:ext>
            </a:extLst>
          </p:cNvPr>
          <p:cNvSpPr txBox="1"/>
          <p:nvPr/>
        </p:nvSpPr>
        <p:spPr>
          <a:xfrm>
            <a:off x="4255885" y="3241658"/>
            <a:ext cx="441146" cy="369332"/>
          </a:xfrm>
          <a:prstGeom prst="rect">
            <a:avLst/>
          </a:prstGeom>
          <a:solidFill>
            <a:srgbClr val="FFFFFF">
              <a:alpha val="52157"/>
            </a:srgbClr>
          </a:solidFill>
        </p:spPr>
        <p:txBody>
          <a:bodyPr wrap="none" rtlCol="0">
            <a:spAutoFit/>
          </a:bodyPr>
          <a:lstStyle/>
          <a:p>
            <a:r>
              <a:rPr lang="en-US" sz="1800" b="1" dirty="0">
                <a:solidFill>
                  <a:srgbClr val="FF0000"/>
                </a:solidFill>
              </a:rPr>
              <a:t>15</a:t>
            </a:r>
          </a:p>
        </p:txBody>
      </p:sp>
      <p:sp>
        <p:nvSpPr>
          <p:cNvPr id="20" name="TextBox 19">
            <a:extLst>
              <a:ext uri="{FF2B5EF4-FFF2-40B4-BE49-F238E27FC236}">
                <a16:creationId xmlns:a16="http://schemas.microsoft.com/office/drawing/2014/main" id="{776E3C10-1DD1-7B4B-AF82-2530AF379306}"/>
              </a:ext>
            </a:extLst>
          </p:cNvPr>
          <p:cNvSpPr txBox="1"/>
          <p:nvPr/>
        </p:nvSpPr>
        <p:spPr>
          <a:xfrm>
            <a:off x="4781670" y="4411533"/>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9</a:t>
            </a:r>
          </a:p>
        </p:txBody>
      </p:sp>
      <p:sp>
        <p:nvSpPr>
          <p:cNvPr id="21" name="TextBox 20">
            <a:extLst>
              <a:ext uri="{FF2B5EF4-FFF2-40B4-BE49-F238E27FC236}">
                <a16:creationId xmlns:a16="http://schemas.microsoft.com/office/drawing/2014/main" id="{5B0535DC-9684-4E42-A132-79F6A093E7B4}"/>
              </a:ext>
            </a:extLst>
          </p:cNvPr>
          <p:cNvSpPr txBox="1"/>
          <p:nvPr/>
        </p:nvSpPr>
        <p:spPr>
          <a:xfrm>
            <a:off x="4938123" y="3887563"/>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7</a:t>
            </a:r>
          </a:p>
        </p:txBody>
      </p:sp>
      <p:sp>
        <p:nvSpPr>
          <p:cNvPr id="22" name="TextBox 21">
            <a:extLst>
              <a:ext uri="{FF2B5EF4-FFF2-40B4-BE49-F238E27FC236}">
                <a16:creationId xmlns:a16="http://schemas.microsoft.com/office/drawing/2014/main" id="{16C62D00-E39D-1941-9375-8A57A3882758}"/>
              </a:ext>
            </a:extLst>
          </p:cNvPr>
          <p:cNvSpPr txBox="1"/>
          <p:nvPr/>
        </p:nvSpPr>
        <p:spPr>
          <a:xfrm>
            <a:off x="5494427" y="3518231"/>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3</a:t>
            </a:r>
          </a:p>
        </p:txBody>
      </p:sp>
      <p:sp>
        <p:nvSpPr>
          <p:cNvPr id="23" name="TextBox 22">
            <a:extLst>
              <a:ext uri="{FF2B5EF4-FFF2-40B4-BE49-F238E27FC236}">
                <a16:creationId xmlns:a16="http://schemas.microsoft.com/office/drawing/2014/main" id="{CAA35B23-46D9-864D-B208-93C92088581B}"/>
              </a:ext>
            </a:extLst>
          </p:cNvPr>
          <p:cNvSpPr txBox="1"/>
          <p:nvPr/>
        </p:nvSpPr>
        <p:spPr>
          <a:xfrm>
            <a:off x="6780368" y="2707044"/>
            <a:ext cx="569387" cy="369332"/>
          </a:xfrm>
          <a:prstGeom prst="rect">
            <a:avLst/>
          </a:prstGeom>
          <a:solidFill>
            <a:srgbClr val="FFFFFF">
              <a:alpha val="52157"/>
            </a:srgbClr>
          </a:solidFill>
        </p:spPr>
        <p:txBody>
          <a:bodyPr wrap="none" rtlCol="0">
            <a:spAutoFit/>
          </a:bodyPr>
          <a:lstStyle/>
          <a:p>
            <a:r>
              <a:rPr lang="en-US" sz="1800" b="1" dirty="0">
                <a:solidFill>
                  <a:srgbClr val="FF0000"/>
                </a:solidFill>
              </a:rPr>
              <a:t>–13</a:t>
            </a:r>
          </a:p>
        </p:txBody>
      </p:sp>
    </p:spTree>
    <p:extLst>
      <p:ext uri="{BB962C8B-B14F-4D97-AF65-F5344CB8AC3E}">
        <p14:creationId xmlns:p14="http://schemas.microsoft.com/office/powerpoint/2010/main" val="18566952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DEC4CB-34BD-7A40-BD7F-E9762D5B4CF4}"/>
              </a:ext>
            </a:extLst>
          </p:cNvPr>
          <p:cNvPicPr>
            <a:picLocks noChangeAspect="1"/>
          </p:cNvPicPr>
          <p:nvPr/>
        </p:nvPicPr>
        <p:blipFill>
          <a:blip r:embed="rId2"/>
          <a:stretch>
            <a:fillRect/>
          </a:stretch>
        </p:blipFill>
        <p:spPr>
          <a:xfrm>
            <a:off x="1594793" y="0"/>
            <a:ext cx="7602233" cy="5676900"/>
          </a:xfrm>
          <a:prstGeom prst="rect">
            <a:avLst/>
          </a:prstGeom>
        </p:spPr>
      </p:pic>
      <p:sp>
        <p:nvSpPr>
          <p:cNvPr id="14" name="TextBox 13">
            <a:extLst>
              <a:ext uri="{FF2B5EF4-FFF2-40B4-BE49-F238E27FC236}">
                <a16:creationId xmlns:a16="http://schemas.microsoft.com/office/drawing/2014/main" id="{2851239D-2B22-FF4B-B3E4-3FE34029893C}"/>
              </a:ext>
            </a:extLst>
          </p:cNvPr>
          <p:cNvSpPr txBox="1"/>
          <p:nvPr/>
        </p:nvSpPr>
        <p:spPr>
          <a:xfrm>
            <a:off x="0" y="764866"/>
            <a:ext cx="2052806" cy="369332"/>
          </a:xfrm>
          <a:prstGeom prst="rect">
            <a:avLst/>
          </a:prstGeom>
          <a:solidFill>
            <a:srgbClr val="FFFFFF"/>
          </a:solidFill>
          <a:ln>
            <a:solidFill>
              <a:schemeClr val="tx1"/>
            </a:solidFill>
          </a:ln>
        </p:spPr>
        <p:txBody>
          <a:bodyPr wrap="none" rtlCol="0">
            <a:spAutoFit/>
          </a:bodyPr>
          <a:lstStyle/>
          <a:p>
            <a:r>
              <a:rPr lang="en-US" sz="1800" dirty="0"/>
              <a:t>Monday’s weather</a:t>
            </a:r>
          </a:p>
        </p:txBody>
      </p:sp>
      <p:sp>
        <p:nvSpPr>
          <p:cNvPr id="6" name="TextBox 5">
            <a:extLst>
              <a:ext uri="{FF2B5EF4-FFF2-40B4-BE49-F238E27FC236}">
                <a16:creationId xmlns:a16="http://schemas.microsoft.com/office/drawing/2014/main" id="{240F56A3-3421-5745-AF4F-8C042D29748E}"/>
              </a:ext>
            </a:extLst>
          </p:cNvPr>
          <p:cNvSpPr txBox="1"/>
          <p:nvPr/>
        </p:nvSpPr>
        <p:spPr>
          <a:xfrm>
            <a:off x="0" y="4457700"/>
            <a:ext cx="1492716" cy="646331"/>
          </a:xfrm>
          <a:prstGeom prst="rect">
            <a:avLst/>
          </a:prstGeom>
          <a:solidFill>
            <a:srgbClr val="FFFFFF"/>
          </a:solidFill>
          <a:ln>
            <a:solidFill>
              <a:schemeClr val="tx1"/>
            </a:solidFill>
          </a:ln>
        </p:spPr>
        <p:txBody>
          <a:bodyPr wrap="none" rtlCol="0">
            <a:spAutoFit/>
          </a:bodyPr>
          <a:lstStyle/>
          <a:p>
            <a:r>
              <a:rPr lang="en-US" sz="1800" b="1" dirty="0"/>
              <a:t>0000 UTC</a:t>
            </a:r>
          </a:p>
          <a:p>
            <a:r>
              <a:rPr lang="en-US" sz="1800" b="1" dirty="0"/>
              <a:t>17 Feb 2025</a:t>
            </a:r>
          </a:p>
        </p:txBody>
      </p:sp>
      <p:sp>
        <p:nvSpPr>
          <p:cNvPr id="9" name="Oval 8">
            <a:extLst>
              <a:ext uri="{FF2B5EF4-FFF2-40B4-BE49-F238E27FC236}">
                <a16:creationId xmlns:a16="http://schemas.microsoft.com/office/drawing/2014/main" id="{80FB71DA-7F51-2E4F-B2EA-9ABB688C8892}"/>
              </a:ext>
            </a:extLst>
          </p:cNvPr>
          <p:cNvSpPr/>
          <p:nvPr/>
        </p:nvSpPr>
        <p:spPr>
          <a:xfrm>
            <a:off x="5562600" y="2686050"/>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FA2145-B59D-6645-B2B1-4C82F3391C07}"/>
              </a:ext>
            </a:extLst>
          </p:cNvPr>
          <p:cNvSpPr txBox="1"/>
          <p:nvPr/>
        </p:nvSpPr>
        <p:spPr>
          <a:xfrm>
            <a:off x="5029326" y="135140"/>
            <a:ext cx="761747" cy="369332"/>
          </a:xfrm>
          <a:prstGeom prst="rect">
            <a:avLst/>
          </a:prstGeom>
          <a:solidFill>
            <a:srgbClr val="FFFFFF">
              <a:alpha val="52157"/>
            </a:srgbClr>
          </a:solidFill>
        </p:spPr>
        <p:txBody>
          <a:bodyPr wrap="none" rtlCol="0">
            <a:spAutoFit/>
          </a:bodyPr>
          <a:lstStyle/>
          <a:p>
            <a:r>
              <a:rPr lang="en-US" sz="1800" b="1" dirty="0"/>
              <a:t>HIGH</a:t>
            </a:r>
          </a:p>
        </p:txBody>
      </p:sp>
      <p:sp>
        <p:nvSpPr>
          <p:cNvPr id="11" name="TextBox 10">
            <a:extLst>
              <a:ext uri="{FF2B5EF4-FFF2-40B4-BE49-F238E27FC236}">
                <a16:creationId xmlns:a16="http://schemas.microsoft.com/office/drawing/2014/main" id="{6248E04D-2E12-7E45-83F7-CB26284645C3}"/>
              </a:ext>
            </a:extLst>
          </p:cNvPr>
          <p:cNvSpPr txBox="1"/>
          <p:nvPr/>
        </p:nvSpPr>
        <p:spPr>
          <a:xfrm>
            <a:off x="6096000" y="2592355"/>
            <a:ext cx="761747" cy="369332"/>
          </a:xfrm>
          <a:prstGeom prst="rect">
            <a:avLst/>
          </a:prstGeom>
          <a:solidFill>
            <a:srgbClr val="FFFFFF">
              <a:alpha val="52157"/>
            </a:srgbClr>
          </a:solidFill>
        </p:spPr>
        <p:txBody>
          <a:bodyPr wrap="none" rtlCol="0">
            <a:spAutoFit/>
          </a:bodyPr>
          <a:lstStyle/>
          <a:p>
            <a:r>
              <a:rPr lang="en-US" sz="1800" b="1" dirty="0"/>
              <a:t>HIGH</a:t>
            </a:r>
          </a:p>
        </p:txBody>
      </p:sp>
      <p:sp>
        <p:nvSpPr>
          <p:cNvPr id="12" name="TextBox 11">
            <a:extLst>
              <a:ext uri="{FF2B5EF4-FFF2-40B4-BE49-F238E27FC236}">
                <a16:creationId xmlns:a16="http://schemas.microsoft.com/office/drawing/2014/main" id="{B72AD0B7-A312-3641-953C-F6F48AC60216}"/>
              </a:ext>
            </a:extLst>
          </p:cNvPr>
          <p:cNvSpPr txBox="1"/>
          <p:nvPr/>
        </p:nvSpPr>
        <p:spPr>
          <a:xfrm>
            <a:off x="2819400" y="1802366"/>
            <a:ext cx="723275" cy="369332"/>
          </a:xfrm>
          <a:prstGeom prst="rect">
            <a:avLst/>
          </a:prstGeom>
          <a:solidFill>
            <a:srgbClr val="FFFFFF">
              <a:alpha val="52157"/>
            </a:srgbClr>
          </a:solidFill>
        </p:spPr>
        <p:txBody>
          <a:bodyPr wrap="none" rtlCol="0">
            <a:spAutoFit/>
          </a:bodyPr>
          <a:lstStyle/>
          <a:p>
            <a:r>
              <a:rPr lang="en-US" sz="1800" b="1" dirty="0"/>
              <a:t>LOW</a:t>
            </a:r>
          </a:p>
        </p:txBody>
      </p:sp>
      <p:sp>
        <p:nvSpPr>
          <p:cNvPr id="15" name="TextBox 14">
            <a:extLst>
              <a:ext uri="{FF2B5EF4-FFF2-40B4-BE49-F238E27FC236}">
                <a16:creationId xmlns:a16="http://schemas.microsoft.com/office/drawing/2014/main" id="{B95805DC-F064-1946-B5AE-239DBD1A6BFF}"/>
              </a:ext>
            </a:extLst>
          </p:cNvPr>
          <p:cNvSpPr txBox="1"/>
          <p:nvPr/>
        </p:nvSpPr>
        <p:spPr>
          <a:xfrm>
            <a:off x="5310750" y="2337712"/>
            <a:ext cx="572593" cy="369332"/>
          </a:xfrm>
          <a:prstGeom prst="rect">
            <a:avLst/>
          </a:prstGeom>
          <a:solidFill>
            <a:srgbClr val="FFFFFF">
              <a:alpha val="52157"/>
            </a:srgbClr>
          </a:solidFill>
        </p:spPr>
        <p:txBody>
          <a:bodyPr wrap="none" rtlCol="0">
            <a:spAutoFit/>
          </a:bodyPr>
          <a:lstStyle/>
          <a:p>
            <a:r>
              <a:rPr lang="en-US" sz="1800" b="1" dirty="0">
                <a:solidFill>
                  <a:srgbClr val="FF0000"/>
                </a:solidFill>
              </a:rPr>
              <a:t>0</a:t>
            </a:r>
            <a:r>
              <a:rPr lang="en-US" sz="18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800" b="1" dirty="0">
                <a:solidFill>
                  <a:srgbClr val="FF0000"/>
                </a:solidFill>
              </a:rPr>
              <a:t>C</a:t>
            </a:r>
          </a:p>
        </p:txBody>
      </p:sp>
      <p:sp>
        <p:nvSpPr>
          <p:cNvPr id="16" name="TextBox 15">
            <a:extLst>
              <a:ext uri="{FF2B5EF4-FFF2-40B4-BE49-F238E27FC236}">
                <a16:creationId xmlns:a16="http://schemas.microsoft.com/office/drawing/2014/main" id="{AC904E00-3B94-8F4F-9479-0CE430038907}"/>
              </a:ext>
            </a:extLst>
          </p:cNvPr>
          <p:cNvSpPr txBox="1"/>
          <p:nvPr/>
        </p:nvSpPr>
        <p:spPr>
          <a:xfrm>
            <a:off x="6241408" y="2316718"/>
            <a:ext cx="441146" cy="369332"/>
          </a:xfrm>
          <a:prstGeom prst="rect">
            <a:avLst/>
          </a:prstGeom>
          <a:solidFill>
            <a:srgbClr val="FFFFFF">
              <a:alpha val="52157"/>
            </a:srgbClr>
          </a:solidFill>
        </p:spPr>
        <p:txBody>
          <a:bodyPr wrap="none" rtlCol="0">
            <a:spAutoFit/>
          </a:bodyPr>
          <a:lstStyle/>
          <a:p>
            <a:r>
              <a:rPr lang="en-US" sz="1800" b="1" dirty="0">
                <a:solidFill>
                  <a:srgbClr val="FF0000"/>
                </a:solidFill>
              </a:rPr>
              <a:t>–6</a:t>
            </a:r>
          </a:p>
        </p:txBody>
      </p:sp>
      <p:sp>
        <p:nvSpPr>
          <p:cNvPr id="17" name="TextBox 16">
            <a:extLst>
              <a:ext uri="{FF2B5EF4-FFF2-40B4-BE49-F238E27FC236}">
                <a16:creationId xmlns:a16="http://schemas.microsoft.com/office/drawing/2014/main" id="{5CD7DE2E-A1C4-5E48-83AD-B6E13DFBC8DA}"/>
              </a:ext>
            </a:extLst>
          </p:cNvPr>
          <p:cNvSpPr txBox="1"/>
          <p:nvPr/>
        </p:nvSpPr>
        <p:spPr>
          <a:xfrm>
            <a:off x="5850678" y="2979593"/>
            <a:ext cx="441146" cy="369332"/>
          </a:xfrm>
          <a:prstGeom prst="rect">
            <a:avLst/>
          </a:prstGeom>
          <a:solidFill>
            <a:srgbClr val="FFFFFF">
              <a:alpha val="52157"/>
            </a:srgbClr>
          </a:solidFill>
        </p:spPr>
        <p:txBody>
          <a:bodyPr wrap="none" rtlCol="0">
            <a:spAutoFit/>
          </a:bodyPr>
          <a:lstStyle/>
          <a:p>
            <a:r>
              <a:rPr lang="en-US" sz="1800" b="1" dirty="0">
                <a:solidFill>
                  <a:srgbClr val="FF0000"/>
                </a:solidFill>
              </a:rPr>
              <a:t>–4</a:t>
            </a:r>
          </a:p>
        </p:txBody>
      </p:sp>
      <p:sp>
        <p:nvSpPr>
          <p:cNvPr id="18" name="TextBox 17">
            <a:extLst>
              <a:ext uri="{FF2B5EF4-FFF2-40B4-BE49-F238E27FC236}">
                <a16:creationId xmlns:a16="http://schemas.microsoft.com/office/drawing/2014/main" id="{8A693801-E5EC-DD40-A01C-8BB589683633}"/>
              </a:ext>
            </a:extLst>
          </p:cNvPr>
          <p:cNvSpPr txBox="1"/>
          <p:nvPr/>
        </p:nvSpPr>
        <p:spPr>
          <a:xfrm>
            <a:off x="6164948" y="1257300"/>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2</a:t>
            </a:r>
          </a:p>
        </p:txBody>
      </p:sp>
      <p:sp>
        <p:nvSpPr>
          <p:cNvPr id="19" name="TextBox 18">
            <a:extLst>
              <a:ext uri="{FF2B5EF4-FFF2-40B4-BE49-F238E27FC236}">
                <a16:creationId xmlns:a16="http://schemas.microsoft.com/office/drawing/2014/main" id="{4B3FF306-078E-244C-AE98-825635C7EEE9}"/>
              </a:ext>
            </a:extLst>
          </p:cNvPr>
          <p:cNvSpPr txBox="1"/>
          <p:nvPr/>
        </p:nvSpPr>
        <p:spPr>
          <a:xfrm>
            <a:off x="4255885" y="3241658"/>
            <a:ext cx="441146" cy="369332"/>
          </a:xfrm>
          <a:prstGeom prst="rect">
            <a:avLst/>
          </a:prstGeom>
          <a:solidFill>
            <a:srgbClr val="FFFFFF">
              <a:alpha val="52157"/>
            </a:srgbClr>
          </a:solidFill>
        </p:spPr>
        <p:txBody>
          <a:bodyPr wrap="none" rtlCol="0">
            <a:spAutoFit/>
          </a:bodyPr>
          <a:lstStyle/>
          <a:p>
            <a:r>
              <a:rPr lang="en-US" sz="1800" b="1" dirty="0">
                <a:solidFill>
                  <a:srgbClr val="FF0000"/>
                </a:solidFill>
              </a:rPr>
              <a:t>15</a:t>
            </a:r>
          </a:p>
        </p:txBody>
      </p:sp>
      <p:sp>
        <p:nvSpPr>
          <p:cNvPr id="20" name="TextBox 19">
            <a:extLst>
              <a:ext uri="{FF2B5EF4-FFF2-40B4-BE49-F238E27FC236}">
                <a16:creationId xmlns:a16="http://schemas.microsoft.com/office/drawing/2014/main" id="{776E3C10-1DD1-7B4B-AF82-2530AF379306}"/>
              </a:ext>
            </a:extLst>
          </p:cNvPr>
          <p:cNvSpPr txBox="1"/>
          <p:nvPr/>
        </p:nvSpPr>
        <p:spPr>
          <a:xfrm>
            <a:off x="4781670" y="4411533"/>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9</a:t>
            </a:r>
          </a:p>
        </p:txBody>
      </p:sp>
      <p:sp>
        <p:nvSpPr>
          <p:cNvPr id="21" name="TextBox 20">
            <a:extLst>
              <a:ext uri="{FF2B5EF4-FFF2-40B4-BE49-F238E27FC236}">
                <a16:creationId xmlns:a16="http://schemas.microsoft.com/office/drawing/2014/main" id="{5B0535DC-9684-4E42-A132-79F6A093E7B4}"/>
              </a:ext>
            </a:extLst>
          </p:cNvPr>
          <p:cNvSpPr txBox="1"/>
          <p:nvPr/>
        </p:nvSpPr>
        <p:spPr>
          <a:xfrm>
            <a:off x="4938123" y="3887563"/>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7</a:t>
            </a:r>
          </a:p>
        </p:txBody>
      </p:sp>
      <p:sp>
        <p:nvSpPr>
          <p:cNvPr id="22" name="TextBox 21">
            <a:extLst>
              <a:ext uri="{FF2B5EF4-FFF2-40B4-BE49-F238E27FC236}">
                <a16:creationId xmlns:a16="http://schemas.microsoft.com/office/drawing/2014/main" id="{16C62D00-E39D-1941-9375-8A57A3882758}"/>
              </a:ext>
            </a:extLst>
          </p:cNvPr>
          <p:cNvSpPr txBox="1"/>
          <p:nvPr/>
        </p:nvSpPr>
        <p:spPr>
          <a:xfrm>
            <a:off x="5494427" y="3518231"/>
            <a:ext cx="312906" cy="369332"/>
          </a:xfrm>
          <a:prstGeom prst="rect">
            <a:avLst/>
          </a:prstGeom>
          <a:solidFill>
            <a:srgbClr val="FFFFFF">
              <a:alpha val="52157"/>
            </a:srgbClr>
          </a:solidFill>
        </p:spPr>
        <p:txBody>
          <a:bodyPr wrap="none" rtlCol="0">
            <a:spAutoFit/>
          </a:bodyPr>
          <a:lstStyle/>
          <a:p>
            <a:r>
              <a:rPr lang="en-US" sz="1800" b="1" dirty="0">
                <a:solidFill>
                  <a:srgbClr val="FF0000"/>
                </a:solidFill>
              </a:rPr>
              <a:t>3</a:t>
            </a:r>
          </a:p>
        </p:txBody>
      </p:sp>
      <p:sp>
        <p:nvSpPr>
          <p:cNvPr id="23" name="TextBox 22">
            <a:extLst>
              <a:ext uri="{FF2B5EF4-FFF2-40B4-BE49-F238E27FC236}">
                <a16:creationId xmlns:a16="http://schemas.microsoft.com/office/drawing/2014/main" id="{CAA35B23-46D9-864D-B208-93C92088581B}"/>
              </a:ext>
            </a:extLst>
          </p:cNvPr>
          <p:cNvSpPr txBox="1"/>
          <p:nvPr/>
        </p:nvSpPr>
        <p:spPr>
          <a:xfrm>
            <a:off x="6780368" y="2707044"/>
            <a:ext cx="569387" cy="369332"/>
          </a:xfrm>
          <a:prstGeom prst="rect">
            <a:avLst/>
          </a:prstGeom>
          <a:solidFill>
            <a:srgbClr val="FFFFFF">
              <a:alpha val="52157"/>
            </a:srgbClr>
          </a:solidFill>
        </p:spPr>
        <p:txBody>
          <a:bodyPr wrap="none" rtlCol="0">
            <a:spAutoFit/>
          </a:bodyPr>
          <a:lstStyle/>
          <a:p>
            <a:r>
              <a:rPr lang="en-US" sz="1800" b="1" dirty="0">
                <a:solidFill>
                  <a:srgbClr val="FF0000"/>
                </a:solidFill>
              </a:rPr>
              <a:t>–13</a:t>
            </a:r>
          </a:p>
        </p:txBody>
      </p:sp>
      <p:sp>
        <p:nvSpPr>
          <p:cNvPr id="24" name="Right Arrow 23">
            <a:extLst>
              <a:ext uri="{FF2B5EF4-FFF2-40B4-BE49-F238E27FC236}">
                <a16:creationId xmlns:a16="http://schemas.microsoft.com/office/drawing/2014/main" id="{465E08D0-FEBF-884E-B067-44E82848FEC5}"/>
              </a:ext>
            </a:extLst>
          </p:cNvPr>
          <p:cNvSpPr/>
          <p:nvPr/>
        </p:nvSpPr>
        <p:spPr>
          <a:xfrm rot="17702958">
            <a:off x="4764973" y="3381548"/>
            <a:ext cx="457200" cy="1778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877D6A-2551-DA45-82B6-694E2CD6EDA3}"/>
              </a:ext>
            </a:extLst>
          </p:cNvPr>
          <p:cNvSpPr txBox="1"/>
          <p:nvPr/>
        </p:nvSpPr>
        <p:spPr>
          <a:xfrm>
            <a:off x="6120046" y="2834366"/>
            <a:ext cx="851515" cy="369332"/>
          </a:xfrm>
          <a:prstGeom prst="rect">
            <a:avLst/>
          </a:prstGeom>
          <a:solidFill>
            <a:srgbClr val="FFFFFF">
              <a:alpha val="52157"/>
            </a:srgbClr>
          </a:solidFill>
        </p:spPr>
        <p:txBody>
          <a:bodyPr wrap="none" rtlCol="0">
            <a:spAutoFit/>
          </a:bodyPr>
          <a:lstStyle/>
          <a:p>
            <a:r>
              <a:rPr lang="en-US" sz="1800" b="1" dirty="0">
                <a:solidFill>
                  <a:srgbClr val="FF0000"/>
                </a:solidFill>
              </a:rPr>
              <a:t>CALM</a:t>
            </a:r>
          </a:p>
        </p:txBody>
      </p:sp>
      <p:sp>
        <p:nvSpPr>
          <p:cNvPr id="26" name="Right Arrow 25">
            <a:extLst>
              <a:ext uri="{FF2B5EF4-FFF2-40B4-BE49-F238E27FC236}">
                <a16:creationId xmlns:a16="http://schemas.microsoft.com/office/drawing/2014/main" id="{DB25CDB9-5FD6-BC4C-A1C8-ED20627545FE}"/>
              </a:ext>
            </a:extLst>
          </p:cNvPr>
          <p:cNvSpPr/>
          <p:nvPr/>
        </p:nvSpPr>
        <p:spPr>
          <a:xfrm rot="21427694">
            <a:off x="75580" y="307407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3B28631-BB98-EC49-86C0-485332FDEAA4}"/>
              </a:ext>
            </a:extLst>
          </p:cNvPr>
          <p:cNvSpPr txBox="1"/>
          <p:nvPr/>
        </p:nvSpPr>
        <p:spPr>
          <a:xfrm>
            <a:off x="498454" y="2965607"/>
            <a:ext cx="1287532" cy="369332"/>
          </a:xfrm>
          <a:prstGeom prst="rect">
            <a:avLst/>
          </a:prstGeom>
          <a:noFill/>
        </p:spPr>
        <p:txBody>
          <a:bodyPr wrap="none" rtlCol="0">
            <a:spAutoFit/>
          </a:bodyPr>
          <a:lstStyle/>
          <a:p>
            <a:r>
              <a:rPr lang="en-US" sz="1800" dirty="0"/>
              <a:t>warm wind</a:t>
            </a:r>
          </a:p>
        </p:txBody>
      </p:sp>
      <p:sp>
        <p:nvSpPr>
          <p:cNvPr id="28" name="Down Arrow 27">
            <a:extLst>
              <a:ext uri="{FF2B5EF4-FFF2-40B4-BE49-F238E27FC236}">
                <a16:creationId xmlns:a16="http://schemas.microsoft.com/office/drawing/2014/main" id="{BDEF9B19-E138-A048-9489-7AB066FC2B56}"/>
              </a:ext>
            </a:extLst>
          </p:cNvPr>
          <p:cNvSpPr/>
          <p:nvPr/>
        </p:nvSpPr>
        <p:spPr>
          <a:xfrm rot="21250863">
            <a:off x="162052" y="331517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B5B4061-3FBF-B740-A02A-ADCB77735944}"/>
              </a:ext>
            </a:extLst>
          </p:cNvPr>
          <p:cNvSpPr txBox="1"/>
          <p:nvPr/>
        </p:nvSpPr>
        <p:spPr>
          <a:xfrm>
            <a:off x="352650" y="3345919"/>
            <a:ext cx="1146468" cy="369332"/>
          </a:xfrm>
          <a:prstGeom prst="rect">
            <a:avLst/>
          </a:prstGeom>
          <a:noFill/>
        </p:spPr>
        <p:txBody>
          <a:bodyPr wrap="none" rtlCol="0">
            <a:spAutoFit/>
          </a:bodyPr>
          <a:lstStyle/>
          <a:p>
            <a:r>
              <a:rPr lang="en-US" sz="1800" dirty="0"/>
              <a:t>cold wind</a:t>
            </a:r>
          </a:p>
        </p:txBody>
      </p:sp>
      <p:sp>
        <p:nvSpPr>
          <p:cNvPr id="30" name="Down Arrow 29">
            <a:extLst>
              <a:ext uri="{FF2B5EF4-FFF2-40B4-BE49-F238E27FC236}">
                <a16:creationId xmlns:a16="http://schemas.microsoft.com/office/drawing/2014/main" id="{29267B7E-8B96-F14E-BED3-900B6114E599}"/>
              </a:ext>
            </a:extLst>
          </p:cNvPr>
          <p:cNvSpPr/>
          <p:nvPr/>
        </p:nvSpPr>
        <p:spPr>
          <a:xfrm rot="5973215">
            <a:off x="6760089" y="3372035"/>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476586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457200" y="800100"/>
            <a:ext cx="782457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Weather: 3–6 Feb 2025</a:t>
            </a:r>
          </a:p>
          <a:p>
            <a:pPr>
              <a:spcBef>
                <a:spcPct val="0"/>
              </a:spcBef>
              <a:buFontTx/>
              <a:buNone/>
            </a:pPr>
            <a:endParaRPr lang="en-US" altLang="en-US" dirty="0">
              <a:solidFill>
                <a:srgbClr val="FFFF00"/>
              </a:solidFill>
              <a:cs typeface="Arial" panose="020B0604020202020204" pitchFamily="34" charset="0"/>
            </a:endParaRPr>
          </a:p>
          <a:p>
            <a:pPr>
              <a:spcBef>
                <a:spcPct val="0"/>
              </a:spcBef>
              <a:buFontTx/>
              <a:buNone/>
            </a:pPr>
            <a:r>
              <a:rPr lang="en-US" altLang="en-US" sz="2800" dirty="0">
                <a:solidFill>
                  <a:srgbClr val="FFFF00"/>
                </a:solidFill>
                <a:cs typeface="Arial" panose="020B0604020202020204" pitchFamily="34" charset="0"/>
              </a:rPr>
              <a:t>Extratropical cyclone (low-pressure system)</a:t>
            </a:r>
          </a:p>
          <a:p>
            <a:pPr>
              <a:spcBef>
                <a:spcPct val="0"/>
              </a:spcBef>
              <a:buFontTx/>
              <a:buNone/>
            </a:pPr>
            <a:r>
              <a:rPr lang="en-US" altLang="en-US" sz="2800" dirty="0">
                <a:solidFill>
                  <a:srgbClr val="FFFF00"/>
                </a:solidFill>
                <a:cs typeface="Arial" panose="020B0604020202020204" pitchFamily="34" charset="0"/>
              </a:rPr>
              <a:t>followed by </a:t>
            </a:r>
          </a:p>
          <a:p>
            <a:pPr>
              <a:spcBef>
                <a:spcPct val="0"/>
              </a:spcBef>
              <a:buFontTx/>
              <a:buNone/>
            </a:pPr>
            <a:r>
              <a:rPr lang="en-US" altLang="en-US" sz="2800" dirty="0">
                <a:solidFill>
                  <a:srgbClr val="FFFF00"/>
                </a:solidFill>
                <a:cs typeface="Arial" panose="020B0604020202020204" pitchFamily="34" charset="0"/>
              </a:rPr>
              <a:t>extratropical anticyclone (high-pressure system)</a:t>
            </a:r>
          </a:p>
          <a:p>
            <a:pPr>
              <a:spcBef>
                <a:spcPct val="0"/>
              </a:spcBef>
              <a:buFontTx/>
              <a:buNone/>
            </a:pPr>
            <a:endParaRPr lang="en-US" altLang="en-US" dirty="0">
              <a:solidFill>
                <a:srgbClr val="FFFF00"/>
              </a:solidFill>
              <a:cs typeface="Arial" panose="020B0604020202020204" pitchFamily="34" charset="0"/>
            </a:endParaRPr>
          </a:p>
        </p:txBody>
      </p:sp>
    </p:spTree>
    <p:extLst>
      <p:ext uri="{BB962C8B-B14F-4D97-AF65-F5344CB8AC3E}">
        <p14:creationId xmlns:p14="http://schemas.microsoft.com/office/powerpoint/2010/main" val="31504946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D1C48B-2463-3743-BC0E-DF4D8664AC21}"/>
              </a:ext>
            </a:extLst>
          </p:cNvPr>
          <p:cNvPicPr>
            <a:picLocks noChangeAspect="1"/>
          </p:cNvPicPr>
          <p:nvPr/>
        </p:nvPicPr>
        <p:blipFill>
          <a:blip r:embed="rId3"/>
          <a:stretch>
            <a:fillRect/>
          </a:stretch>
        </p:blipFill>
        <p:spPr>
          <a:xfrm>
            <a:off x="0" y="2015716"/>
            <a:ext cx="3810000" cy="1866900"/>
          </a:xfrm>
          <a:prstGeom prst="rect">
            <a:avLst/>
          </a:prstGeom>
        </p:spPr>
      </p:pic>
      <p:pic>
        <p:nvPicPr>
          <p:cNvPr id="11" name="Picture 10">
            <a:extLst>
              <a:ext uri="{FF2B5EF4-FFF2-40B4-BE49-F238E27FC236}">
                <a16:creationId xmlns:a16="http://schemas.microsoft.com/office/drawing/2014/main" id="{B9454584-0B62-824C-B205-51065D2517C8}"/>
              </a:ext>
            </a:extLst>
          </p:cNvPr>
          <p:cNvPicPr>
            <a:picLocks noChangeAspect="1"/>
          </p:cNvPicPr>
          <p:nvPr/>
        </p:nvPicPr>
        <p:blipFill>
          <a:blip r:embed="rId4"/>
          <a:stretch>
            <a:fillRect/>
          </a:stretch>
        </p:blipFill>
        <p:spPr>
          <a:xfrm>
            <a:off x="0" y="3914775"/>
            <a:ext cx="3810000" cy="1514475"/>
          </a:xfrm>
          <a:prstGeom prst="rect">
            <a:avLst/>
          </a:prstGeom>
        </p:spPr>
      </p:pic>
      <p:pic>
        <p:nvPicPr>
          <p:cNvPr id="13" name="Picture 12">
            <a:extLst>
              <a:ext uri="{FF2B5EF4-FFF2-40B4-BE49-F238E27FC236}">
                <a16:creationId xmlns:a16="http://schemas.microsoft.com/office/drawing/2014/main" id="{63E58BEE-8F26-6F43-B95E-A94BFFC4E77E}"/>
              </a:ext>
            </a:extLst>
          </p:cNvPr>
          <p:cNvPicPr>
            <a:picLocks noChangeAspect="1"/>
          </p:cNvPicPr>
          <p:nvPr/>
        </p:nvPicPr>
        <p:blipFill>
          <a:blip r:embed="rId5"/>
          <a:stretch>
            <a:fillRect/>
          </a:stretch>
        </p:blipFill>
        <p:spPr>
          <a:xfrm>
            <a:off x="3900402" y="409419"/>
            <a:ext cx="5243598" cy="5019831"/>
          </a:xfrm>
          <a:prstGeom prst="rect">
            <a:avLst/>
          </a:prstGeom>
        </p:spPr>
      </p:pic>
      <p:sp>
        <p:nvSpPr>
          <p:cNvPr id="14" name="TextBox 13">
            <a:extLst>
              <a:ext uri="{FF2B5EF4-FFF2-40B4-BE49-F238E27FC236}">
                <a16:creationId xmlns:a16="http://schemas.microsoft.com/office/drawing/2014/main" id="{FFDD1238-2A97-5440-B9FB-6411522C6363}"/>
              </a:ext>
            </a:extLst>
          </p:cNvPr>
          <p:cNvSpPr txBox="1"/>
          <p:nvPr/>
        </p:nvSpPr>
        <p:spPr>
          <a:xfrm>
            <a:off x="0" y="285750"/>
            <a:ext cx="6070893" cy="1200329"/>
          </a:xfrm>
          <a:prstGeom prst="rect">
            <a:avLst/>
          </a:prstGeom>
          <a:solidFill>
            <a:schemeClr val="bg1"/>
          </a:solidFill>
          <a:ln>
            <a:solidFill>
              <a:schemeClr val="tx1"/>
            </a:solidFill>
          </a:ln>
        </p:spPr>
        <p:txBody>
          <a:bodyPr wrap="none" rtlCol="0">
            <a:spAutoFit/>
          </a:bodyPr>
          <a:lstStyle/>
          <a:p>
            <a:r>
              <a:rPr lang="en-US" sz="1800" dirty="0">
                <a:latin typeface="Helvetica" pitchFamily="2" charset="0"/>
              </a:rPr>
              <a:t>0600 UTC 3 February 2025</a:t>
            </a:r>
          </a:p>
          <a:p>
            <a:r>
              <a:rPr lang="en-US" sz="1800" dirty="0">
                <a:latin typeface="Helvetica" pitchFamily="2" charset="0"/>
              </a:rPr>
              <a:t>Tip of warm front (analyzed just north of Manchester</a:t>
            </a:r>
          </a:p>
          <a:p>
            <a:r>
              <a:rPr lang="en-US" sz="1800" dirty="0">
                <a:latin typeface="Helvetica" pitchFamily="2" charset="0"/>
              </a:rPr>
              <a:t>passes.  Slight wind shift from 200</a:t>
            </a: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 (south-southwest) to</a:t>
            </a:r>
          </a:p>
          <a:p>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150°–180° </a:t>
            </a:r>
            <a:r>
              <a:rPr lang="en-US" sz="1800" dirty="0">
                <a:latin typeface="Helvetica" pitchFamily="2" charset="0"/>
              </a:rPr>
              <a:t>(south-southeast to south).</a:t>
            </a:r>
          </a:p>
        </p:txBody>
      </p:sp>
      <p:cxnSp>
        <p:nvCxnSpPr>
          <p:cNvPr id="16" name="Straight Connector 15">
            <a:extLst>
              <a:ext uri="{FF2B5EF4-FFF2-40B4-BE49-F238E27FC236}">
                <a16:creationId xmlns:a16="http://schemas.microsoft.com/office/drawing/2014/main" id="{7C734C25-FF50-4145-81AD-79A6168AAB62}"/>
              </a:ext>
            </a:extLst>
          </p:cNvPr>
          <p:cNvCxnSpPr>
            <a:cxnSpLocks/>
          </p:cNvCxnSpPr>
          <p:nvPr/>
        </p:nvCxnSpPr>
        <p:spPr>
          <a:xfrm>
            <a:off x="1180475" y="2466820"/>
            <a:ext cx="0" cy="279941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5261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D1C48B-2463-3743-BC0E-DF4D8664AC21}"/>
              </a:ext>
            </a:extLst>
          </p:cNvPr>
          <p:cNvPicPr>
            <a:picLocks noChangeAspect="1"/>
          </p:cNvPicPr>
          <p:nvPr/>
        </p:nvPicPr>
        <p:blipFill>
          <a:blip r:embed="rId3"/>
          <a:stretch>
            <a:fillRect/>
          </a:stretch>
        </p:blipFill>
        <p:spPr>
          <a:xfrm>
            <a:off x="0" y="2015716"/>
            <a:ext cx="3810000" cy="1866900"/>
          </a:xfrm>
          <a:prstGeom prst="rect">
            <a:avLst/>
          </a:prstGeom>
        </p:spPr>
      </p:pic>
      <p:pic>
        <p:nvPicPr>
          <p:cNvPr id="9" name="Picture 8">
            <a:extLst>
              <a:ext uri="{FF2B5EF4-FFF2-40B4-BE49-F238E27FC236}">
                <a16:creationId xmlns:a16="http://schemas.microsoft.com/office/drawing/2014/main" id="{1870429C-E4E5-DD49-B77F-EC2E55C4AB86}"/>
              </a:ext>
            </a:extLst>
          </p:cNvPr>
          <p:cNvPicPr>
            <a:picLocks noChangeAspect="1"/>
          </p:cNvPicPr>
          <p:nvPr/>
        </p:nvPicPr>
        <p:blipFill>
          <a:blip r:embed="rId4"/>
          <a:stretch>
            <a:fillRect/>
          </a:stretch>
        </p:blipFill>
        <p:spPr>
          <a:xfrm>
            <a:off x="4261752" y="315568"/>
            <a:ext cx="4824748" cy="5143500"/>
          </a:xfrm>
          <a:prstGeom prst="rect">
            <a:avLst/>
          </a:prstGeom>
        </p:spPr>
      </p:pic>
      <p:pic>
        <p:nvPicPr>
          <p:cNvPr id="5" name="Picture 4">
            <a:extLst>
              <a:ext uri="{FF2B5EF4-FFF2-40B4-BE49-F238E27FC236}">
                <a16:creationId xmlns:a16="http://schemas.microsoft.com/office/drawing/2014/main" id="{C85B0D00-560D-3647-9AB8-1C6DEF555750}"/>
              </a:ext>
            </a:extLst>
          </p:cNvPr>
          <p:cNvPicPr>
            <a:picLocks noChangeAspect="1"/>
          </p:cNvPicPr>
          <p:nvPr/>
        </p:nvPicPr>
        <p:blipFill>
          <a:blip r:embed="rId5"/>
          <a:stretch>
            <a:fillRect/>
          </a:stretch>
        </p:blipFill>
        <p:spPr>
          <a:xfrm>
            <a:off x="3917204" y="3882616"/>
            <a:ext cx="5171559" cy="1546634"/>
          </a:xfrm>
          <a:prstGeom prst="rect">
            <a:avLst/>
          </a:prstGeom>
        </p:spPr>
      </p:pic>
      <p:pic>
        <p:nvPicPr>
          <p:cNvPr id="11" name="Picture 10">
            <a:extLst>
              <a:ext uri="{FF2B5EF4-FFF2-40B4-BE49-F238E27FC236}">
                <a16:creationId xmlns:a16="http://schemas.microsoft.com/office/drawing/2014/main" id="{B9454584-0B62-824C-B205-51065D2517C8}"/>
              </a:ext>
            </a:extLst>
          </p:cNvPr>
          <p:cNvPicPr>
            <a:picLocks noChangeAspect="1"/>
          </p:cNvPicPr>
          <p:nvPr/>
        </p:nvPicPr>
        <p:blipFill>
          <a:blip r:embed="rId6"/>
          <a:stretch>
            <a:fillRect/>
          </a:stretch>
        </p:blipFill>
        <p:spPr>
          <a:xfrm>
            <a:off x="0" y="3914775"/>
            <a:ext cx="3810000" cy="1514475"/>
          </a:xfrm>
          <a:prstGeom prst="rect">
            <a:avLst/>
          </a:prstGeom>
        </p:spPr>
      </p:pic>
      <p:sp>
        <p:nvSpPr>
          <p:cNvPr id="6" name="TextBox 5">
            <a:extLst>
              <a:ext uri="{FF2B5EF4-FFF2-40B4-BE49-F238E27FC236}">
                <a16:creationId xmlns:a16="http://schemas.microsoft.com/office/drawing/2014/main" id="{3743CBBD-4CE3-6F46-A1B8-F903478BF2FC}"/>
              </a:ext>
            </a:extLst>
          </p:cNvPr>
          <p:cNvSpPr txBox="1"/>
          <p:nvPr/>
        </p:nvSpPr>
        <p:spPr>
          <a:xfrm>
            <a:off x="0" y="315568"/>
            <a:ext cx="5506636" cy="923330"/>
          </a:xfrm>
          <a:prstGeom prst="rect">
            <a:avLst/>
          </a:prstGeom>
          <a:solidFill>
            <a:schemeClr val="bg1"/>
          </a:solidFill>
          <a:ln>
            <a:solidFill>
              <a:schemeClr val="tx1"/>
            </a:solidFill>
          </a:ln>
        </p:spPr>
        <p:txBody>
          <a:bodyPr wrap="none" rtlCol="0">
            <a:spAutoFit/>
          </a:bodyPr>
          <a:lstStyle/>
          <a:p>
            <a:r>
              <a:rPr lang="en-US" sz="1800" dirty="0">
                <a:latin typeface="Helvetica" pitchFamily="2" charset="0"/>
              </a:rPr>
              <a:t>1200 UTC 3 February 2025: Inside the warm sector </a:t>
            </a:r>
          </a:p>
          <a:p>
            <a:r>
              <a:rPr lang="en-US" sz="1800" dirty="0">
                <a:latin typeface="Helvetica" pitchFamily="2" charset="0"/>
              </a:rPr>
              <a:t>(between the warm and cold fronts). Temperature </a:t>
            </a:r>
          </a:p>
          <a:p>
            <a:r>
              <a:rPr lang="en-US" sz="1800" dirty="0">
                <a:latin typeface="Helvetica" pitchFamily="2" charset="0"/>
              </a:rPr>
              <a:t>remains high overnight </a:t>
            </a:r>
            <a:r>
              <a:rPr lang="en-US" sz="1800" dirty="0">
                <a:latin typeface="Arial Unicode MS" panose="020B0604020202020204" pitchFamily="34" charset="-128"/>
                <a:ea typeface="Arial Unicode MS" panose="020B0604020202020204" pitchFamily="34" charset="-128"/>
                <a:cs typeface="Arial Unicode MS" panose="020B0604020202020204" pitchFamily="34" charset="-128"/>
              </a:rPr>
              <a:t>(8°C).</a:t>
            </a:r>
          </a:p>
        </p:txBody>
      </p:sp>
      <p:cxnSp>
        <p:nvCxnSpPr>
          <p:cNvPr id="8" name="Straight Connector 7">
            <a:extLst>
              <a:ext uri="{FF2B5EF4-FFF2-40B4-BE49-F238E27FC236}">
                <a16:creationId xmlns:a16="http://schemas.microsoft.com/office/drawing/2014/main" id="{EE0B5285-7541-4B4F-A793-42C4BF1BB61B}"/>
              </a:ext>
            </a:extLst>
          </p:cNvPr>
          <p:cNvCxnSpPr>
            <a:cxnSpLocks/>
          </p:cNvCxnSpPr>
          <p:nvPr/>
        </p:nvCxnSpPr>
        <p:spPr>
          <a:xfrm>
            <a:off x="2023672" y="2466820"/>
            <a:ext cx="0" cy="279941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6006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3664566-FE1E-754D-BB62-84C9F754E437}"/>
              </a:ext>
            </a:extLst>
          </p:cNvPr>
          <p:cNvPicPr>
            <a:picLocks noChangeAspect="1"/>
          </p:cNvPicPr>
          <p:nvPr/>
        </p:nvPicPr>
        <p:blipFill>
          <a:blip r:embed="rId3"/>
          <a:stretch>
            <a:fillRect/>
          </a:stretch>
        </p:blipFill>
        <p:spPr>
          <a:xfrm>
            <a:off x="2234960" y="285751"/>
            <a:ext cx="6909040" cy="5159264"/>
          </a:xfrm>
          <a:prstGeom prst="rect">
            <a:avLst/>
          </a:prstGeom>
        </p:spPr>
      </p:pic>
      <p:pic>
        <p:nvPicPr>
          <p:cNvPr id="15" name="Picture 14">
            <a:extLst>
              <a:ext uri="{FF2B5EF4-FFF2-40B4-BE49-F238E27FC236}">
                <a16:creationId xmlns:a16="http://schemas.microsoft.com/office/drawing/2014/main" id="{8FF52672-CD56-DA4E-BFCA-7427E98A1BE0}"/>
              </a:ext>
            </a:extLst>
          </p:cNvPr>
          <p:cNvPicPr>
            <a:picLocks noChangeAspect="1"/>
          </p:cNvPicPr>
          <p:nvPr/>
        </p:nvPicPr>
        <p:blipFill>
          <a:blip r:embed="rId4"/>
          <a:stretch>
            <a:fillRect/>
          </a:stretch>
        </p:blipFill>
        <p:spPr>
          <a:xfrm>
            <a:off x="14198" y="3664010"/>
            <a:ext cx="3810000" cy="1771650"/>
          </a:xfrm>
          <a:prstGeom prst="rect">
            <a:avLst/>
          </a:prstGeom>
        </p:spPr>
      </p:pic>
      <p:pic>
        <p:nvPicPr>
          <p:cNvPr id="10" name="Picture 9">
            <a:extLst>
              <a:ext uri="{FF2B5EF4-FFF2-40B4-BE49-F238E27FC236}">
                <a16:creationId xmlns:a16="http://schemas.microsoft.com/office/drawing/2014/main" id="{272C5DCA-190F-D84D-9280-8B8EF6295DBB}"/>
              </a:ext>
            </a:extLst>
          </p:cNvPr>
          <p:cNvPicPr>
            <a:picLocks noChangeAspect="1"/>
          </p:cNvPicPr>
          <p:nvPr/>
        </p:nvPicPr>
        <p:blipFill>
          <a:blip r:embed="rId5"/>
          <a:stretch>
            <a:fillRect/>
          </a:stretch>
        </p:blipFill>
        <p:spPr>
          <a:xfrm>
            <a:off x="-3040" y="551235"/>
            <a:ext cx="3810000" cy="1866900"/>
          </a:xfrm>
          <a:prstGeom prst="rect">
            <a:avLst/>
          </a:prstGeom>
        </p:spPr>
      </p:pic>
      <p:pic>
        <p:nvPicPr>
          <p:cNvPr id="13" name="Picture 12">
            <a:extLst>
              <a:ext uri="{FF2B5EF4-FFF2-40B4-BE49-F238E27FC236}">
                <a16:creationId xmlns:a16="http://schemas.microsoft.com/office/drawing/2014/main" id="{F430EB6E-C8A2-4448-966E-FB5C02937342}"/>
              </a:ext>
            </a:extLst>
          </p:cNvPr>
          <p:cNvPicPr>
            <a:picLocks noChangeAspect="1"/>
          </p:cNvPicPr>
          <p:nvPr/>
        </p:nvPicPr>
        <p:blipFill>
          <a:blip r:embed="rId6"/>
          <a:stretch>
            <a:fillRect/>
          </a:stretch>
        </p:blipFill>
        <p:spPr>
          <a:xfrm>
            <a:off x="-3040" y="2352050"/>
            <a:ext cx="3810000" cy="1514475"/>
          </a:xfrm>
          <a:prstGeom prst="rect">
            <a:avLst/>
          </a:prstGeom>
        </p:spPr>
      </p:pic>
      <p:sp>
        <p:nvSpPr>
          <p:cNvPr id="6" name="TextBox 5">
            <a:extLst>
              <a:ext uri="{FF2B5EF4-FFF2-40B4-BE49-F238E27FC236}">
                <a16:creationId xmlns:a16="http://schemas.microsoft.com/office/drawing/2014/main" id="{3743CBBD-4CE3-6F46-A1B8-F903478BF2FC}"/>
              </a:ext>
            </a:extLst>
          </p:cNvPr>
          <p:cNvSpPr txBox="1"/>
          <p:nvPr/>
        </p:nvSpPr>
        <p:spPr>
          <a:xfrm>
            <a:off x="0" y="277816"/>
            <a:ext cx="5506636" cy="923330"/>
          </a:xfrm>
          <a:prstGeom prst="rect">
            <a:avLst/>
          </a:prstGeom>
          <a:solidFill>
            <a:schemeClr val="bg1"/>
          </a:solidFill>
          <a:ln>
            <a:solidFill>
              <a:schemeClr val="tx1"/>
            </a:solidFill>
          </a:ln>
        </p:spPr>
        <p:txBody>
          <a:bodyPr wrap="none" rtlCol="0">
            <a:spAutoFit/>
          </a:bodyPr>
          <a:lstStyle/>
          <a:p>
            <a:r>
              <a:rPr lang="en-US" sz="1800" dirty="0">
                <a:latin typeface="Helvetica" pitchFamily="2" charset="0"/>
              </a:rPr>
              <a:t>1200 UTC 4 February 2025: Cold-front passage</a:t>
            </a:r>
          </a:p>
          <a:p>
            <a:r>
              <a:rPr lang="en-US" sz="1800" dirty="0">
                <a:latin typeface="Helvetica" pitchFamily="2" charset="0"/>
              </a:rPr>
              <a:t>shortly after 1300 UTC.  Rapid drop in temperature, </a:t>
            </a:r>
          </a:p>
          <a:p>
            <a:r>
              <a:rPr lang="en-US" sz="1800" dirty="0">
                <a:latin typeface="Helvetica" pitchFamily="2" charset="0"/>
              </a:rPr>
              <a:t>short burst of rain, and cooler.</a:t>
            </a:r>
          </a:p>
        </p:txBody>
      </p:sp>
      <p:cxnSp>
        <p:nvCxnSpPr>
          <p:cNvPr id="8" name="Straight Connector 7">
            <a:extLst>
              <a:ext uri="{FF2B5EF4-FFF2-40B4-BE49-F238E27FC236}">
                <a16:creationId xmlns:a16="http://schemas.microsoft.com/office/drawing/2014/main" id="{EE0B5285-7541-4B4F-A793-42C4BF1BB61B}"/>
              </a:ext>
            </a:extLst>
          </p:cNvPr>
          <p:cNvCxnSpPr>
            <a:cxnSpLocks/>
          </p:cNvCxnSpPr>
          <p:nvPr/>
        </p:nvCxnSpPr>
        <p:spPr>
          <a:xfrm>
            <a:off x="2195122" y="1028701"/>
            <a:ext cx="0" cy="4237532"/>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0EED028-A4D2-3A4E-AAC0-4C7D9C4F5227}"/>
              </a:ext>
            </a:extLst>
          </p:cNvPr>
          <p:cNvPicPr>
            <a:picLocks noChangeAspect="1"/>
          </p:cNvPicPr>
          <p:nvPr/>
        </p:nvPicPr>
        <p:blipFill>
          <a:blip r:embed="rId7"/>
          <a:stretch>
            <a:fillRect/>
          </a:stretch>
        </p:blipFill>
        <p:spPr>
          <a:xfrm>
            <a:off x="3841436" y="3489151"/>
            <a:ext cx="5302564" cy="1955864"/>
          </a:xfrm>
          <a:prstGeom prst="rect">
            <a:avLst/>
          </a:prstGeom>
        </p:spPr>
      </p:pic>
      <p:pic>
        <p:nvPicPr>
          <p:cNvPr id="19" name="Picture 18">
            <a:extLst>
              <a:ext uri="{FF2B5EF4-FFF2-40B4-BE49-F238E27FC236}">
                <a16:creationId xmlns:a16="http://schemas.microsoft.com/office/drawing/2014/main" id="{C297D3E6-9C7B-604B-81BB-5A3F3AEADD1A}"/>
              </a:ext>
            </a:extLst>
          </p:cNvPr>
          <p:cNvPicPr>
            <a:picLocks noChangeAspect="1"/>
          </p:cNvPicPr>
          <p:nvPr/>
        </p:nvPicPr>
        <p:blipFill>
          <a:blip r:embed="rId8"/>
          <a:stretch>
            <a:fillRect/>
          </a:stretch>
        </p:blipFill>
        <p:spPr>
          <a:xfrm>
            <a:off x="2569113" y="3866526"/>
            <a:ext cx="1255085" cy="676900"/>
          </a:xfrm>
          <a:prstGeom prst="rect">
            <a:avLst/>
          </a:prstGeom>
        </p:spPr>
      </p:pic>
    </p:spTree>
    <p:extLst>
      <p:ext uri="{BB962C8B-B14F-4D97-AF65-F5344CB8AC3E}">
        <p14:creationId xmlns:p14="http://schemas.microsoft.com/office/powerpoint/2010/main" val="20222246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BF59AA-3624-9F46-BC9A-F0CA358EE014}"/>
              </a:ext>
            </a:extLst>
          </p:cNvPr>
          <p:cNvPicPr>
            <a:picLocks noChangeAspect="1"/>
          </p:cNvPicPr>
          <p:nvPr/>
        </p:nvPicPr>
        <p:blipFill>
          <a:blip r:embed="rId3"/>
          <a:stretch>
            <a:fillRect/>
          </a:stretch>
        </p:blipFill>
        <p:spPr>
          <a:xfrm>
            <a:off x="-152400" y="235546"/>
            <a:ext cx="4674359" cy="5143500"/>
          </a:xfrm>
          <a:prstGeom prst="rect">
            <a:avLst/>
          </a:prstGeom>
        </p:spPr>
      </p:pic>
      <p:pic>
        <p:nvPicPr>
          <p:cNvPr id="4" name="Picture 3">
            <a:extLst>
              <a:ext uri="{FF2B5EF4-FFF2-40B4-BE49-F238E27FC236}">
                <a16:creationId xmlns:a16="http://schemas.microsoft.com/office/drawing/2014/main" id="{30504889-7227-7C4E-86C2-4D1ECE8D1258}"/>
              </a:ext>
            </a:extLst>
          </p:cNvPr>
          <p:cNvPicPr>
            <a:picLocks noChangeAspect="1"/>
          </p:cNvPicPr>
          <p:nvPr/>
        </p:nvPicPr>
        <p:blipFill>
          <a:blip r:embed="rId4"/>
          <a:stretch>
            <a:fillRect/>
          </a:stretch>
        </p:blipFill>
        <p:spPr>
          <a:xfrm>
            <a:off x="3269401" y="140863"/>
            <a:ext cx="5874599" cy="5143500"/>
          </a:xfrm>
          <a:prstGeom prst="rect">
            <a:avLst/>
          </a:prstGeom>
        </p:spPr>
      </p:pic>
      <p:sp>
        <p:nvSpPr>
          <p:cNvPr id="6" name="TextBox 5">
            <a:extLst>
              <a:ext uri="{FF2B5EF4-FFF2-40B4-BE49-F238E27FC236}">
                <a16:creationId xmlns:a16="http://schemas.microsoft.com/office/drawing/2014/main" id="{3743CBBD-4CE3-6F46-A1B8-F903478BF2FC}"/>
              </a:ext>
            </a:extLst>
          </p:cNvPr>
          <p:cNvSpPr txBox="1"/>
          <p:nvPr/>
        </p:nvSpPr>
        <p:spPr>
          <a:xfrm>
            <a:off x="4090372" y="5055881"/>
            <a:ext cx="5053628" cy="646331"/>
          </a:xfrm>
          <a:prstGeom prst="rect">
            <a:avLst/>
          </a:prstGeom>
          <a:solidFill>
            <a:schemeClr val="bg1"/>
          </a:solidFill>
          <a:ln>
            <a:solidFill>
              <a:schemeClr val="tx1"/>
            </a:solidFill>
          </a:ln>
        </p:spPr>
        <p:txBody>
          <a:bodyPr wrap="none" rtlCol="0">
            <a:spAutoFit/>
          </a:bodyPr>
          <a:lstStyle/>
          <a:p>
            <a:r>
              <a:rPr lang="en-US" sz="1800" dirty="0">
                <a:latin typeface="Helvetica" pitchFamily="2" charset="0"/>
              </a:rPr>
              <a:t>1200 UTC 6 February 2025: Clear skies, sunny,</a:t>
            </a:r>
          </a:p>
          <a:p>
            <a:r>
              <a:rPr lang="en-US" sz="1800" dirty="0">
                <a:latin typeface="Helvetica" pitchFamily="2" charset="0"/>
              </a:rPr>
              <a:t>warm, under high pressure.  Light winds.</a:t>
            </a:r>
          </a:p>
        </p:txBody>
      </p:sp>
    </p:spTree>
    <p:extLst>
      <p:ext uri="{BB962C8B-B14F-4D97-AF65-F5344CB8AC3E}">
        <p14:creationId xmlns:p14="http://schemas.microsoft.com/office/powerpoint/2010/main" val="14064486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43CBBD-4CE3-6F46-A1B8-F903478BF2FC}"/>
              </a:ext>
            </a:extLst>
          </p:cNvPr>
          <p:cNvSpPr txBox="1"/>
          <p:nvPr/>
        </p:nvSpPr>
        <p:spPr>
          <a:xfrm>
            <a:off x="5257801" y="974951"/>
            <a:ext cx="3733800" cy="1754326"/>
          </a:xfrm>
          <a:prstGeom prst="rect">
            <a:avLst/>
          </a:prstGeom>
          <a:solidFill>
            <a:schemeClr val="bg1"/>
          </a:solidFill>
          <a:ln>
            <a:solidFill>
              <a:schemeClr val="tx1"/>
            </a:solidFill>
          </a:ln>
        </p:spPr>
        <p:txBody>
          <a:bodyPr wrap="square" rtlCol="0">
            <a:spAutoFit/>
          </a:bodyPr>
          <a:lstStyle/>
          <a:p>
            <a:r>
              <a:rPr lang="en-US" sz="1800" dirty="0">
                <a:latin typeface="Helvetica" pitchFamily="2" charset="0"/>
              </a:rPr>
              <a:t>Today: 6 February 2025: Clear skies, sunny, warm, under high pressure.  Light winds.</a:t>
            </a:r>
          </a:p>
          <a:p>
            <a:endParaRPr lang="en-US" sz="1800" dirty="0">
              <a:latin typeface="Helvetica" pitchFamily="2" charset="0"/>
            </a:endParaRPr>
          </a:p>
          <a:p>
            <a:r>
              <a:rPr lang="en-US" sz="1800" dirty="0">
                <a:latin typeface="Helvetica" pitchFamily="2" charset="0"/>
              </a:rPr>
              <a:t>The solar radiation curve is almost a parabola, indicating no clouds.</a:t>
            </a:r>
          </a:p>
        </p:txBody>
      </p:sp>
      <p:pic>
        <p:nvPicPr>
          <p:cNvPr id="3" name="Picture 2">
            <a:extLst>
              <a:ext uri="{FF2B5EF4-FFF2-40B4-BE49-F238E27FC236}">
                <a16:creationId xmlns:a16="http://schemas.microsoft.com/office/drawing/2014/main" id="{08AE69C2-785F-384A-AC10-877B844B9B5E}"/>
              </a:ext>
            </a:extLst>
          </p:cNvPr>
          <p:cNvPicPr>
            <a:picLocks noChangeAspect="1"/>
          </p:cNvPicPr>
          <p:nvPr/>
        </p:nvPicPr>
        <p:blipFill>
          <a:blip r:embed="rId3"/>
          <a:stretch>
            <a:fillRect/>
          </a:stretch>
        </p:blipFill>
        <p:spPr>
          <a:xfrm>
            <a:off x="66675" y="469829"/>
            <a:ext cx="5076680" cy="2487573"/>
          </a:xfrm>
          <a:prstGeom prst="rect">
            <a:avLst/>
          </a:prstGeom>
        </p:spPr>
      </p:pic>
      <p:pic>
        <p:nvPicPr>
          <p:cNvPr id="9" name="Picture 8">
            <a:extLst>
              <a:ext uri="{FF2B5EF4-FFF2-40B4-BE49-F238E27FC236}">
                <a16:creationId xmlns:a16="http://schemas.microsoft.com/office/drawing/2014/main" id="{324155C2-1010-CA4A-AD24-774B42B12137}"/>
              </a:ext>
            </a:extLst>
          </p:cNvPr>
          <p:cNvPicPr>
            <a:picLocks noChangeAspect="1"/>
          </p:cNvPicPr>
          <p:nvPr/>
        </p:nvPicPr>
        <p:blipFill>
          <a:blip r:embed="rId4"/>
          <a:stretch>
            <a:fillRect/>
          </a:stretch>
        </p:blipFill>
        <p:spPr>
          <a:xfrm>
            <a:off x="66675" y="3141480"/>
            <a:ext cx="5083934" cy="2287770"/>
          </a:xfrm>
          <a:prstGeom prst="rect">
            <a:avLst/>
          </a:prstGeom>
        </p:spPr>
      </p:pic>
    </p:spTree>
    <p:extLst>
      <p:ext uri="{BB962C8B-B14F-4D97-AF65-F5344CB8AC3E}">
        <p14:creationId xmlns:p14="http://schemas.microsoft.com/office/powerpoint/2010/main" val="28845172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64B51C-F6EE-9544-B1B1-601B866592E6}"/>
              </a:ext>
            </a:extLst>
          </p:cNvPr>
          <p:cNvPicPr>
            <a:picLocks noChangeAspect="1"/>
          </p:cNvPicPr>
          <p:nvPr/>
        </p:nvPicPr>
        <p:blipFill>
          <a:blip r:embed="rId2"/>
          <a:stretch>
            <a:fillRect/>
          </a:stretch>
        </p:blipFill>
        <p:spPr>
          <a:xfrm>
            <a:off x="0" y="0"/>
            <a:ext cx="9041732" cy="5143500"/>
          </a:xfrm>
          <a:prstGeom prst="rect">
            <a:avLst/>
          </a:prstGeom>
        </p:spPr>
      </p:pic>
      <p:sp>
        <p:nvSpPr>
          <p:cNvPr id="3" name="Rectangle 2">
            <a:extLst>
              <a:ext uri="{FF2B5EF4-FFF2-40B4-BE49-F238E27FC236}">
                <a16:creationId xmlns:a16="http://schemas.microsoft.com/office/drawing/2014/main" id="{33F1D24B-9E6C-434D-9471-C992D22DAD51}"/>
              </a:ext>
            </a:extLst>
          </p:cNvPr>
          <p:cNvSpPr/>
          <p:nvPr/>
        </p:nvSpPr>
        <p:spPr>
          <a:xfrm>
            <a:off x="152400" y="5445341"/>
            <a:ext cx="4572000" cy="261610"/>
          </a:xfrm>
          <a:prstGeom prst="rect">
            <a:avLst/>
          </a:prstGeom>
        </p:spPr>
        <p:txBody>
          <a:bodyPr>
            <a:spAutoFit/>
          </a:bodyPr>
          <a:lstStyle/>
          <a:p>
            <a:r>
              <a:rPr lang="en-US" sz="1100" dirty="0"/>
              <a:t>https://</a:t>
            </a:r>
            <a:r>
              <a:rPr lang="en-US" sz="1100" dirty="0" err="1"/>
              <a:t>www.bbc.co.uk</a:t>
            </a:r>
            <a:r>
              <a:rPr lang="en-US" sz="1100" dirty="0"/>
              <a:t>/news/uk-scotland-64662300</a:t>
            </a:r>
          </a:p>
        </p:txBody>
      </p:sp>
    </p:spTree>
    <p:extLst>
      <p:ext uri="{BB962C8B-B14F-4D97-AF65-F5344CB8AC3E}">
        <p14:creationId xmlns:p14="http://schemas.microsoft.com/office/powerpoint/2010/main" val="11067619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C6E487-F85C-9548-B264-8BA41E5D12CD}"/>
              </a:ext>
            </a:extLst>
          </p:cNvPr>
          <p:cNvPicPr>
            <a:picLocks noChangeAspect="1"/>
          </p:cNvPicPr>
          <p:nvPr/>
        </p:nvPicPr>
        <p:blipFill>
          <a:blip r:embed="rId2"/>
          <a:stretch>
            <a:fillRect/>
          </a:stretch>
        </p:blipFill>
        <p:spPr>
          <a:xfrm>
            <a:off x="1496497" y="0"/>
            <a:ext cx="7653254" cy="5715000"/>
          </a:xfrm>
          <a:prstGeom prst="rect">
            <a:avLst/>
          </a:prstGeom>
        </p:spPr>
      </p:pic>
      <p:sp>
        <p:nvSpPr>
          <p:cNvPr id="4" name="Right Arrow 3">
            <a:extLst>
              <a:ext uri="{FF2B5EF4-FFF2-40B4-BE49-F238E27FC236}">
                <a16:creationId xmlns:a16="http://schemas.microsoft.com/office/drawing/2014/main" id="{82FDEB71-D864-5749-B1EC-176E6F54712C}"/>
              </a:ext>
            </a:extLst>
          </p:cNvPr>
          <p:cNvSpPr/>
          <p:nvPr/>
        </p:nvSpPr>
        <p:spPr>
          <a:xfrm rot="18714629">
            <a:off x="5423147" y="2252010"/>
            <a:ext cx="457200" cy="1778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0600 UTC</a:t>
            </a:r>
          </a:p>
          <a:p>
            <a:r>
              <a:rPr lang="en-US" sz="1800" b="1" dirty="0"/>
              <a:t>20 Feb 2024</a:t>
            </a:r>
          </a:p>
          <a:p>
            <a:r>
              <a:rPr lang="en-US" sz="1800" b="1" dirty="0"/>
              <a:t>Tuesday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4471609" y="3568184"/>
            <a:ext cx="851515" cy="369332"/>
          </a:xfrm>
          <a:prstGeom prst="rect">
            <a:avLst/>
          </a:prstGeom>
          <a:solidFill>
            <a:srgbClr val="FFFFFF">
              <a:alpha val="52157"/>
            </a:srgbClr>
          </a:solidFill>
        </p:spPr>
        <p:txBody>
          <a:bodyPr wrap="none" rtlCol="0">
            <a:spAutoFit/>
          </a:bodyPr>
          <a:lstStyle/>
          <a:p>
            <a:r>
              <a:rPr lang="en-US" sz="1800" b="1" dirty="0">
                <a:solidFill>
                  <a:srgbClr val="FF0000"/>
                </a:solidFill>
              </a:rPr>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517A3714-1C95-2749-815B-A87ABD119F39}"/>
              </a:ext>
            </a:extLst>
          </p:cNvPr>
          <p:cNvPicPr>
            <a:picLocks noChangeAspect="1"/>
          </p:cNvPicPr>
          <p:nvPr/>
        </p:nvPicPr>
        <p:blipFill>
          <a:blip r:embed="rId3"/>
          <a:stretch>
            <a:fillRect/>
          </a:stretch>
        </p:blipFill>
        <p:spPr>
          <a:xfrm>
            <a:off x="72050" y="2349469"/>
            <a:ext cx="266700" cy="254000"/>
          </a:xfrm>
          <a:prstGeom prst="rect">
            <a:avLst/>
          </a:prstGeom>
        </p:spPr>
      </p:pic>
      <p:sp>
        <p:nvSpPr>
          <p:cNvPr id="18" name="TextBox 17">
            <a:extLst>
              <a:ext uri="{FF2B5EF4-FFF2-40B4-BE49-F238E27FC236}">
                <a16:creationId xmlns:a16="http://schemas.microsoft.com/office/drawing/2014/main" id="{3014F28E-477C-F742-B8A0-B7B089DADDBC}"/>
              </a:ext>
            </a:extLst>
          </p:cNvPr>
          <p:cNvSpPr txBox="1"/>
          <p:nvPr/>
        </p:nvSpPr>
        <p:spPr>
          <a:xfrm>
            <a:off x="205400" y="2222222"/>
            <a:ext cx="1794081" cy="461665"/>
          </a:xfrm>
          <a:prstGeom prst="rect">
            <a:avLst/>
          </a:prstGeom>
          <a:noFill/>
        </p:spPr>
        <p:txBody>
          <a:bodyPr wrap="none" rtlCol="0">
            <a:spAutoFit/>
          </a:bodyPr>
          <a:lstStyle/>
          <a:p>
            <a:r>
              <a:rPr lang="en-US" dirty="0"/>
              <a:t>Manchester</a:t>
            </a:r>
          </a:p>
        </p:txBody>
      </p:sp>
      <p:sp>
        <p:nvSpPr>
          <p:cNvPr id="21" name="Right Arrow 20">
            <a:extLst>
              <a:ext uri="{FF2B5EF4-FFF2-40B4-BE49-F238E27FC236}">
                <a16:creationId xmlns:a16="http://schemas.microsoft.com/office/drawing/2014/main" id="{D04EF7D2-F6E6-3B48-B2E9-3C2352E654EA}"/>
              </a:ext>
            </a:extLst>
          </p:cNvPr>
          <p:cNvSpPr/>
          <p:nvPr/>
        </p:nvSpPr>
        <p:spPr>
          <a:xfrm rot="21427694">
            <a:off x="75580" y="307407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3994268-6FA7-F944-B4F0-2DE9BB52E7FE}"/>
              </a:ext>
            </a:extLst>
          </p:cNvPr>
          <p:cNvSpPr txBox="1"/>
          <p:nvPr/>
        </p:nvSpPr>
        <p:spPr>
          <a:xfrm>
            <a:off x="498454" y="2965607"/>
            <a:ext cx="1287532" cy="369332"/>
          </a:xfrm>
          <a:prstGeom prst="rect">
            <a:avLst/>
          </a:prstGeom>
          <a:noFill/>
        </p:spPr>
        <p:txBody>
          <a:bodyPr wrap="none" rtlCol="0">
            <a:spAutoFit/>
          </a:bodyPr>
          <a:lstStyle/>
          <a:p>
            <a:r>
              <a:rPr lang="en-US" sz="1800" dirty="0"/>
              <a:t>warm wind</a:t>
            </a:r>
          </a:p>
        </p:txBody>
      </p:sp>
      <p:sp>
        <p:nvSpPr>
          <p:cNvPr id="23" name="Down Arrow 22">
            <a:extLst>
              <a:ext uri="{FF2B5EF4-FFF2-40B4-BE49-F238E27FC236}">
                <a16:creationId xmlns:a16="http://schemas.microsoft.com/office/drawing/2014/main" id="{B93A2C96-8EFE-4540-A659-B7EBA5E6E765}"/>
              </a:ext>
            </a:extLst>
          </p:cNvPr>
          <p:cNvSpPr/>
          <p:nvPr/>
        </p:nvSpPr>
        <p:spPr>
          <a:xfrm rot="21250863">
            <a:off x="162052" y="331517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1EBD189-9664-B041-9FE5-9E365E6ACB36}"/>
              </a:ext>
            </a:extLst>
          </p:cNvPr>
          <p:cNvSpPr txBox="1"/>
          <p:nvPr/>
        </p:nvSpPr>
        <p:spPr>
          <a:xfrm>
            <a:off x="352650" y="3345919"/>
            <a:ext cx="1146468" cy="369332"/>
          </a:xfrm>
          <a:prstGeom prst="rect">
            <a:avLst/>
          </a:prstGeom>
          <a:noFill/>
        </p:spPr>
        <p:txBody>
          <a:bodyPr wrap="none" rtlCol="0">
            <a:spAutoFit/>
          </a:bodyPr>
          <a:lstStyle/>
          <a:p>
            <a:r>
              <a:rPr lang="en-US" sz="1800" dirty="0"/>
              <a:t>cold wind</a:t>
            </a:r>
          </a:p>
        </p:txBody>
      </p:sp>
      <p:sp>
        <p:nvSpPr>
          <p:cNvPr id="25" name="Down Arrow 24">
            <a:extLst>
              <a:ext uri="{FF2B5EF4-FFF2-40B4-BE49-F238E27FC236}">
                <a16:creationId xmlns:a16="http://schemas.microsoft.com/office/drawing/2014/main" id="{0149A7A4-817C-8F4B-9FBA-9F58AB41192B}"/>
              </a:ext>
            </a:extLst>
          </p:cNvPr>
          <p:cNvSpPr/>
          <p:nvPr/>
        </p:nvSpPr>
        <p:spPr>
          <a:xfrm rot="16200000">
            <a:off x="4876800" y="14859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14102C6-B233-1847-936D-BE3A0E0D156A}"/>
              </a:ext>
            </a:extLst>
          </p:cNvPr>
          <p:cNvSpPr txBox="1"/>
          <p:nvPr/>
        </p:nvSpPr>
        <p:spPr>
          <a:xfrm>
            <a:off x="3810000" y="647700"/>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6" name="TextBox 5">
            <a:extLst>
              <a:ext uri="{FF2B5EF4-FFF2-40B4-BE49-F238E27FC236}">
                <a16:creationId xmlns:a16="http://schemas.microsoft.com/office/drawing/2014/main" id="{FDB9A6E3-65ED-4341-8739-4659D200D307}"/>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10573669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0600 UTC</a:t>
            </a:r>
          </a:p>
          <a:p>
            <a:r>
              <a:rPr lang="en-US" sz="1800" b="1" dirty="0"/>
              <a:t>18 Feb 2023</a:t>
            </a:r>
          </a:p>
          <a:p>
            <a:r>
              <a:rPr lang="en-US" sz="1800" b="1" dirty="0"/>
              <a:t>Sunday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CE6EE1D-C587-984F-AC7F-5EB4603EC83D}"/>
              </a:ext>
            </a:extLst>
          </p:cNvPr>
          <p:cNvPicPr>
            <a:picLocks noChangeAspect="1"/>
          </p:cNvPicPr>
          <p:nvPr/>
        </p:nvPicPr>
        <p:blipFill>
          <a:blip r:embed="rId2"/>
          <a:stretch>
            <a:fillRect/>
          </a:stretch>
        </p:blipFill>
        <p:spPr>
          <a:xfrm>
            <a:off x="1507244" y="18824"/>
            <a:ext cx="7628045" cy="5696175"/>
          </a:xfrm>
          <a:prstGeom prst="rect">
            <a:avLst/>
          </a:prstGeom>
        </p:spPr>
      </p:pic>
      <p:sp>
        <p:nvSpPr>
          <p:cNvPr id="17" name="TextBox 16">
            <a:extLst>
              <a:ext uri="{FF2B5EF4-FFF2-40B4-BE49-F238E27FC236}">
                <a16:creationId xmlns:a16="http://schemas.microsoft.com/office/drawing/2014/main" id="{8309FCAE-70DC-D149-B11B-3017463A1217}"/>
              </a:ext>
            </a:extLst>
          </p:cNvPr>
          <p:cNvSpPr txBox="1"/>
          <p:nvPr/>
        </p:nvSpPr>
        <p:spPr>
          <a:xfrm>
            <a:off x="1600200" y="723900"/>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9" name="Oval 18">
            <a:extLst>
              <a:ext uri="{FF2B5EF4-FFF2-40B4-BE49-F238E27FC236}">
                <a16:creationId xmlns:a16="http://schemas.microsoft.com/office/drawing/2014/main" id="{163581D0-E1A2-AA4B-B550-6080F226B52F}"/>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7A3CD36-0890-D649-B1D3-B96918612BF2}"/>
              </a:ext>
            </a:extLst>
          </p:cNvPr>
          <p:cNvSpPr txBox="1"/>
          <p:nvPr/>
        </p:nvSpPr>
        <p:spPr>
          <a:xfrm>
            <a:off x="2373746" y="2989720"/>
            <a:ext cx="700833" cy="369332"/>
          </a:xfrm>
          <a:prstGeom prst="rect">
            <a:avLst/>
          </a:prstGeom>
          <a:solidFill>
            <a:srgbClr val="FFFFFF">
              <a:alpha val="52157"/>
            </a:srgbClr>
          </a:solidFill>
        </p:spPr>
        <p:txBody>
          <a:bodyPr wrap="none" rtlCol="0">
            <a:spAutoFit/>
          </a:bodyPr>
          <a:lstStyle/>
          <a:p>
            <a:r>
              <a:rPr lang="en-US" sz="1800" b="1" dirty="0">
                <a:solidFill>
                  <a:srgbClr val="FF0000"/>
                </a:solidFill>
              </a:rPr>
              <a:t>16</a:t>
            </a:r>
            <a:r>
              <a:rPr lang="en-US" sz="18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800" b="1" dirty="0">
                <a:solidFill>
                  <a:srgbClr val="FF0000"/>
                </a:solidFill>
              </a:rPr>
              <a:t>C</a:t>
            </a:r>
          </a:p>
        </p:txBody>
      </p:sp>
      <p:sp>
        <p:nvSpPr>
          <p:cNvPr id="21" name="TextBox 20">
            <a:extLst>
              <a:ext uri="{FF2B5EF4-FFF2-40B4-BE49-F238E27FC236}">
                <a16:creationId xmlns:a16="http://schemas.microsoft.com/office/drawing/2014/main" id="{8DFE6705-36B5-4647-BD5F-E62110E17D69}"/>
              </a:ext>
            </a:extLst>
          </p:cNvPr>
          <p:cNvSpPr txBox="1"/>
          <p:nvPr/>
        </p:nvSpPr>
        <p:spPr>
          <a:xfrm>
            <a:off x="2286000" y="885271"/>
            <a:ext cx="700833" cy="369332"/>
          </a:xfrm>
          <a:prstGeom prst="rect">
            <a:avLst/>
          </a:prstGeom>
          <a:solidFill>
            <a:srgbClr val="FFFFFF">
              <a:alpha val="52157"/>
            </a:srgbClr>
          </a:solidFill>
        </p:spPr>
        <p:txBody>
          <a:bodyPr wrap="none" rtlCol="0">
            <a:spAutoFit/>
          </a:bodyPr>
          <a:lstStyle/>
          <a:p>
            <a:r>
              <a:rPr lang="en-US" sz="1800" b="1" dirty="0">
                <a:solidFill>
                  <a:srgbClr val="FF0000"/>
                </a:solidFill>
              </a:rPr>
              <a:t>–1</a:t>
            </a:r>
            <a:r>
              <a:rPr lang="en-US" sz="18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800" b="1" dirty="0">
                <a:solidFill>
                  <a:srgbClr val="FF0000"/>
                </a:solidFill>
              </a:rPr>
              <a:t>C</a:t>
            </a:r>
          </a:p>
        </p:txBody>
      </p:sp>
      <p:sp>
        <p:nvSpPr>
          <p:cNvPr id="22" name="TextBox 21">
            <a:extLst>
              <a:ext uri="{FF2B5EF4-FFF2-40B4-BE49-F238E27FC236}">
                <a16:creationId xmlns:a16="http://schemas.microsoft.com/office/drawing/2014/main" id="{C714D559-2909-8047-B52E-0B5F41C16697}"/>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19270618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1200 UTC</a:t>
            </a:r>
          </a:p>
          <a:p>
            <a:r>
              <a:rPr lang="en-US" sz="1800" b="1" dirty="0"/>
              <a:t>18 Feb 2023</a:t>
            </a:r>
          </a:p>
          <a:p>
            <a:r>
              <a:rPr lang="en-US" sz="1800" b="1" dirty="0"/>
              <a:t>Sunday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3E5C6F1-39D4-024B-B931-6AB32C6C176C}"/>
              </a:ext>
            </a:extLst>
          </p:cNvPr>
          <p:cNvPicPr>
            <a:picLocks noChangeAspect="1"/>
          </p:cNvPicPr>
          <p:nvPr/>
        </p:nvPicPr>
        <p:blipFill>
          <a:blip r:embed="rId2"/>
          <a:stretch>
            <a:fillRect/>
          </a:stretch>
        </p:blipFill>
        <p:spPr>
          <a:xfrm>
            <a:off x="1469180" y="0"/>
            <a:ext cx="7653254" cy="5715000"/>
          </a:xfrm>
          <a:prstGeom prst="rect">
            <a:avLst/>
          </a:prstGeom>
        </p:spPr>
      </p:pic>
      <p:sp>
        <p:nvSpPr>
          <p:cNvPr id="17" name="TextBox 16">
            <a:extLst>
              <a:ext uri="{FF2B5EF4-FFF2-40B4-BE49-F238E27FC236}">
                <a16:creationId xmlns:a16="http://schemas.microsoft.com/office/drawing/2014/main" id="{BB1F45C9-005B-CC4F-9C22-D551D098CE6E}"/>
              </a:ext>
            </a:extLst>
          </p:cNvPr>
          <p:cNvSpPr txBox="1"/>
          <p:nvPr/>
        </p:nvSpPr>
        <p:spPr>
          <a:xfrm>
            <a:off x="1981200" y="795777"/>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9" name="Oval 18">
            <a:extLst>
              <a:ext uri="{FF2B5EF4-FFF2-40B4-BE49-F238E27FC236}">
                <a16:creationId xmlns:a16="http://schemas.microsoft.com/office/drawing/2014/main" id="{F85523B8-EFB2-6D4B-B86F-549F808F2A91}"/>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D88E55D-E68B-5B4E-9A7D-E9241F5BFFD4}"/>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11077565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1800 UTC</a:t>
            </a:r>
          </a:p>
          <a:p>
            <a:r>
              <a:rPr lang="en-US" sz="1800" b="1" dirty="0"/>
              <a:t>18 Feb 2023</a:t>
            </a:r>
          </a:p>
          <a:p>
            <a:r>
              <a:rPr lang="en-US" sz="1800" b="1" dirty="0"/>
              <a:t>Sunday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B3DB3AA-2875-F44E-9DD3-16371D79398D}"/>
              </a:ext>
            </a:extLst>
          </p:cNvPr>
          <p:cNvPicPr>
            <a:picLocks noChangeAspect="1"/>
          </p:cNvPicPr>
          <p:nvPr/>
        </p:nvPicPr>
        <p:blipFill>
          <a:blip r:embed="rId2"/>
          <a:stretch>
            <a:fillRect/>
          </a:stretch>
        </p:blipFill>
        <p:spPr>
          <a:xfrm>
            <a:off x="1485401" y="8986"/>
            <a:ext cx="7670101" cy="5727580"/>
          </a:xfrm>
          <a:prstGeom prst="rect">
            <a:avLst/>
          </a:prstGeom>
        </p:spPr>
      </p:pic>
      <p:sp>
        <p:nvSpPr>
          <p:cNvPr id="17" name="TextBox 16">
            <a:extLst>
              <a:ext uri="{FF2B5EF4-FFF2-40B4-BE49-F238E27FC236}">
                <a16:creationId xmlns:a16="http://schemas.microsoft.com/office/drawing/2014/main" id="{DA43885E-5892-F448-B769-A71CE2850F69}"/>
              </a:ext>
            </a:extLst>
          </p:cNvPr>
          <p:cNvSpPr txBox="1"/>
          <p:nvPr/>
        </p:nvSpPr>
        <p:spPr>
          <a:xfrm>
            <a:off x="2561015" y="794930"/>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81248619-EF0B-2E4D-89C8-E61306C234EE}"/>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DC9D95A-0B7D-1E43-AE43-AD2BC96992EE}"/>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5776365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0000 UTC</a:t>
            </a:r>
          </a:p>
          <a:p>
            <a:r>
              <a:rPr lang="en-US" sz="1800" b="1" dirty="0"/>
              <a:t>19 Feb 2023</a:t>
            </a:r>
          </a:p>
          <a:p>
            <a:r>
              <a:rPr lang="en-US" sz="1800" b="1" dirty="0"/>
              <a:t>Monday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C95A8FF-2128-7C48-A61C-0F0AABD72A54}"/>
              </a:ext>
            </a:extLst>
          </p:cNvPr>
          <p:cNvPicPr>
            <a:picLocks noChangeAspect="1"/>
          </p:cNvPicPr>
          <p:nvPr/>
        </p:nvPicPr>
        <p:blipFill>
          <a:blip r:embed="rId2"/>
          <a:stretch>
            <a:fillRect/>
          </a:stretch>
        </p:blipFill>
        <p:spPr>
          <a:xfrm>
            <a:off x="1502779" y="8986"/>
            <a:ext cx="7641221" cy="5706014"/>
          </a:xfrm>
          <a:prstGeom prst="rect">
            <a:avLst/>
          </a:prstGeom>
        </p:spPr>
      </p:pic>
      <p:sp>
        <p:nvSpPr>
          <p:cNvPr id="17" name="TextBox 16">
            <a:extLst>
              <a:ext uri="{FF2B5EF4-FFF2-40B4-BE49-F238E27FC236}">
                <a16:creationId xmlns:a16="http://schemas.microsoft.com/office/drawing/2014/main" id="{B3B4246B-FFB5-8849-81BC-B0EF2772A170}"/>
              </a:ext>
            </a:extLst>
          </p:cNvPr>
          <p:cNvSpPr txBox="1"/>
          <p:nvPr/>
        </p:nvSpPr>
        <p:spPr>
          <a:xfrm>
            <a:off x="2855337" y="764866"/>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E672221A-5A10-0C44-8575-3240EFD54539}"/>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5B8F6FD-7D76-D54F-A69B-6B7F56E42058}"/>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20444198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0600 UTC</a:t>
            </a:r>
          </a:p>
          <a:p>
            <a:r>
              <a:rPr lang="en-US" sz="1800" b="1" dirty="0"/>
              <a:t>19 Feb 2023</a:t>
            </a:r>
          </a:p>
          <a:p>
            <a:r>
              <a:rPr lang="en-US" sz="1800" b="1" dirty="0"/>
              <a:t>Monday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EE118E5-A2AB-BE4C-A973-73591B81F5BB}"/>
              </a:ext>
            </a:extLst>
          </p:cNvPr>
          <p:cNvPicPr>
            <a:picLocks noChangeAspect="1"/>
          </p:cNvPicPr>
          <p:nvPr/>
        </p:nvPicPr>
        <p:blipFill>
          <a:blip r:embed="rId2"/>
          <a:stretch>
            <a:fillRect/>
          </a:stretch>
        </p:blipFill>
        <p:spPr>
          <a:xfrm>
            <a:off x="1491580" y="622"/>
            <a:ext cx="7652420" cy="5714377"/>
          </a:xfrm>
          <a:prstGeom prst="rect">
            <a:avLst/>
          </a:prstGeom>
        </p:spPr>
      </p:pic>
      <p:sp>
        <p:nvSpPr>
          <p:cNvPr id="17" name="TextBox 16">
            <a:extLst>
              <a:ext uri="{FF2B5EF4-FFF2-40B4-BE49-F238E27FC236}">
                <a16:creationId xmlns:a16="http://schemas.microsoft.com/office/drawing/2014/main" id="{CE03B047-3DD3-8448-A387-7E1BE29E071D}"/>
              </a:ext>
            </a:extLst>
          </p:cNvPr>
          <p:cNvSpPr txBox="1"/>
          <p:nvPr/>
        </p:nvSpPr>
        <p:spPr>
          <a:xfrm>
            <a:off x="3200400" y="752645"/>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6FBC8FAE-1D09-004B-AAAF-0225EC45B7CA}"/>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4EA57F0-9F2A-7049-9E9D-D4C3525C92B1}"/>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60730933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1200 UTC</a:t>
            </a:r>
          </a:p>
          <a:p>
            <a:r>
              <a:rPr lang="en-US" sz="1800" b="1" dirty="0"/>
              <a:t>19 Feb 2023</a:t>
            </a:r>
          </a:p>
          <a:p>
            <a:r>
              <a:rPr lang="en-US" sz="1800" b="1" dirty="0"/>
              <a:t>Monday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59FFE95-0381-1F4C-BDA5-0ADC617C57BA}"/>
              </a:ext>
            </a:extLst>
          </p:cNvPr>
          <p:cNvPicPr>
            <a:picLocks noChangeAspect="1"/>
          </p:cNvPicPr>
          <p:nvPr/>
        </p:nvPicPr>
        <p:blipFill>
          <a:blip r:embed="rId2"/>
          <a:stretch>
            <a:fillRect/>
          </a:stretch>
        </p:blipFill>
        <p:spPr>
          <a:xfrm>
            <a:off x="1516737" y="19408"/>
            <a:ext cx="7627263" cy="5695591"/>
          </a:xfrm>
          <a:prstGeom prst="rect">
            <a:avLst/>
          </a:prstGeom>
        </p:spPr>
      </p:pic>
      <p:sp>
        <p:nvSpPr>
          <p:cNvPr id="17" name="TextBox 16">
            <a:extLst>
              <a:ext uri="{FF2B5EF4-FFF2-40B4-BE49-F238E27FC236}">
                <a16:creationId xmlns:a16="http://schemas.microsoft.com/office/drawing/2014/main" id="{CCF956C7-D91B-3B45-9380-C3AEBC5A70F3}"/>
              </a:ext>
            </a:extLst>
          </p:cNvPr>
          <p:cNvSpPr txBox="1"/>
          <p:nvPr/>
        </p:nvSpPr>
        <p:spPr>
          <a:xfrm>
            <a:off x="3473016" y="764866"/>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3E43E375-78E6-9E4B-8EEF-05DC4D6B4A58}"/>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2BFD3DB-D254-F34F-9E69-A2B26442337F}"/>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38666862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1800 UTC</a:t>
            </a:r>
          </a:p>
          <a:p>
            <a:r>
              <a:rPr lang="en-US" sz="1800" b="1" dirty="0"/>
              <a:t>19 Feb 2023</a:t>
            </a:r>
          </a:p>
          <a:p>
            <a:r>
              <a:rPr lang="en-US" sz="1800" b="1" dirty="0"/>
              <a:t>Monday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168DA-671D-124E-ABD2-96629EB15F2C}"/>
              </a:ext>
            </a:extLst>
          </p:cNvPr>
          <p:cNvPicPr>
            <a:picLocks noChangeAspect="1"/>
          </p:cNvPicPr>
          <p:nvPr/>
        </p:nvPicPr>
        <p:blipFill>
          <a:blip r:embed="rId2"/>
          <a:stretch>
            <a:fillRect/>
          </a:stretch>
        </p:blipFill>
        <p:spPr>
          <a:xfrm>
            <a:off x="1492717" y="11836"/>
            <a:ext cx="7651284" cy="5713529"/>
          </a:xfrm>
          <a:prstGeom prst="rect">
            <a:avLst/>
          </a:prstGeom>
        </p:spPr>
      </p:pic>
      <p:sp>
        <p:nvSpPr>
          <p:cNvPr id="17" name="TextBox 16">
            <a:extLst>
              <a:ext uri="{FF2B5EF4-FFF2-40B4-BE49-F238E27FC236}">
                <a16:creationId xmlns:a16="http://schemas.microsoft.com/office/drawing/2014/main" id="{A60500DC-E974-B144-90CA-4795C624C70F}"/>
              </a:ext>
            </a:extLst>
          </p:cNvPr>
          <p:cNvSpPr txBox="1"/>
          <p:nvPr/>
        </p:nvSpPr>
        <p:spPr>
          <a:xfrm>
            <a:off x="3530742" y="727691"/>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060C9116-49CB-9244-B3B1-F4B07BB1DA18}"/>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2243CF6-676A-4444-A645-99B19CAD08E8}"/>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21317122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0000 UTC</a:t>
            </a:r>
          </a:p>
          <a:p>
            <a:r>
              <a:rPr lang="en-US" sz="1800" b="1" dirty="0"/>
              <a:t>20 Feb 2023</a:t>
            </a:r>
          </a:p>
          <a:p>
            <a:r>
              <a:rPr lang="en-US" sz="1800" b="1" dirty="0"/>
              <a:t>Tuesday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BA4F0EC-A1F0-F546-B63F-1BB5148CC78C}"/>
              </a:ext>
            </a:extLst>
          </p:cNvPr>
          <p:cNvPicPr>
            <a:picLocks noChangeAspect="1"/>
          </p:cNvPicPr>
          <p:nvPr/>
        </p:nvPicPr>
        <p:blipFill>
          <a:blip r:embed="rId2"/>
          <a:stretch>
            <a:fillRect/>
          </a:stretch>
        </p:blipFill>
        <p:spPr>
          <a:xfrm>
            <a:off x="1479492" y="0"/>
            <a:ext cx="7653254" cy="5715000"/>
          </a:xfrm>
          <a:prstGeom prst="rect">
            <a:avLst/>
          </a:prstGeom>
        </p:spPr>
      </p:pic>
      <p:sp>
        <p:nvSpPr>
          <p:cNvPr id="17" name="TextBox 16">
            <a:extLst>
              <a:ext uri="{FF2B5EF4-FFF2-40B4-BE49-F238E27FC236}">
                <a16:creationId xmlns:a16="http://schemas.microsoft.com/office/drawing/2014/main" id="{52ECB4CA-458D-EA4F-B1A4-9FC94E3468B5}"/>
              </a:ext>
            </a:extLst>
          </p:cNvPr>
          <p:cNvSpPr txBox="1"/>
          <p:nvPr/>
        </p:nvSpPr>
        <p:spPr>
          <a:xfrm>
            <a:off x="3663170" y="647700"/>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D8491D62-BEAA-5647-B08F-4F0D896C7ACF}"/>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F623A01-F150-1344-9687-FF9D5E0BE51A}"/>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32534737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Down Arrow 8">
            <a:extLst>
              <a:ext uri="{FF2B5EF4-FFF2-40B4-BE49-F238E27FC236}">
                <a16:creationId xmlns:a16="http://schemas.microsoft.com/office/drawing/2014/main" id="{C5133F3E-C913-EF40-882E-EC5E3B582247}"/>
              </a:ext>
            </a:extLst>
          </p:cNvPr>
          <p:cNvSpPr/>
          <p:nvPr/>
        </p:nvSpPr>
        <p:spPr>
          <a:xfrm rot="21250863">
            <a:off x="7033183" y="1736594"/>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A4BEC397-84D6-C34D-A892-E8809AB7DF83}"/>
              </a:ext>
            </a:extLst>
          </p:cNvPr>
          <p:cNvSpPr/>
          <p:nvPr/>
        </p:nvSpPr>
        <p:spPr>
          <a:xfrm rot="5823831">
            <a:off x="6407774" y="3572656"/>
            <a:ext cx="152400" cy="457200"/>
          </a:xfrm>
          <a:prstGeom prst="downArrow">
            <a:avLst/>
          </a:prstGeom>
          <a:solidFill>
            <a:srgbClr val="FFFF0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D6A6EC78-5409-F04A-8293-10960970F70E}"/>
              </a:ext>
            </a:extLst>
          </p:cNvPr>
          <p:cNvSpPr/>
          <p:nvPr/>
        </p:nvSpPr>
        <p:spPr>
          <a:xfrm rot="20328282">
            <a:off x="7467600" y="2705100"/>
            <a:ext cx="152400" cy="457200"/>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82FDEB71-D864-5749-B1EC-176E6F54712C}"/>
              </a:ext>
            </a:extLst>
          </p:cNvPr>
          <p:cNvSpPr/>
          <p:nvPr/>
        </p:nvSpPr>
        <p:spPr>
          <a:xfrm rot="19037656">
            <a:off x="4716323" y="2653418"/>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CA667275-DC8E-CE4C-8F16-47C5B78460ED}"/>
              </a:ext>
            </a:extLst>
          </p:cNvPr>
          <p:cNvSpPr/>
          <p:nvPr/>
        </p:nvSpPr>
        <p:spPr>
          <a:xfrm rot="19309119">
            <a:off x="3673352" y="3281133"/>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59D7A9-FF67-4B49-A9C8-702E5A949ED5}"/>
              </a:ext>
            </a:extLst>
          </p:cNvPr>
          <p:cNvSpPr txBox="1"/>
          <p:nvPr/>
        </p:nvSpPr>
        <p:spPr>
          <a:xfrm>
            <a:off x="0" y="4457700"/>
            <a:ext cx="1492716" cy="923330"/>
          </a:xfrm>
          <a:prstGeom prst="rect">
            <a:avLst/>
          </a:prstGeom>
          <a:solidFill>
            <a:srgbClr val="FFFFFF"/>
          </a:solidFill>
          <a:ln>
            <a:solidFill>
              <a:schemeClr val="tx1"/>
            </a:solidFill>
          </a:ln>
        </p:spPr>
        <p:txBody>
          <a:bodyPr wrap="none" rtlCol="0">
            <a:spAutoFit/>
          </a:bodyPr>
          <a:lstStyle/>
          <a:p>
            <a:r>
              <a:rPr lang="en-US" sz="1800" b="1" dirty="0"/>
              <a:t>0600 UTC</a:t>
            </a:r>
          </a:p>
          <a:p>
            <a:r>
              <a:rPr lang="en-US" sz="1800" b="1" dirty="0"/>
              <a:t>20 Feb 2023</a:t>
            </a:r>
          </a:p>
          <a:p>
            <a:r>
              <a:rPr lang="en-US" sz="1800" b="1" dirty="0"/>
              <a:t>Tuesday</a:t>
            </a:r>
          </a:p>
        </p:txBody>
      </p:sp>
      <p:sp>
        <p:nvSpPr>
          <p:cNvPr id="7" name="TextBox 6">
            <a:extLst>
              <a:ext uri="{FF2B5EF4-FFF2-40B4-BE49-F238E27FC236}">
                <a16:creationId xmlns:a16="http://schemas.microsoft.com/office/drawing/2014/main" id="{C4547F9E-8584-C44F-8799-6F1E28F7B1FA}"/>
              </a:ext>
            </a:extLst>
          </p:cNvPr>
          <p:cNvSpPr txBox="1"/>
          <p:nvPr/>
        </p:nvSpPr>
        <p:spPr>
          <a:xfrm>
            <a:off x="5411604" y="3413353"/>
            <a:ext cx="851515" cy="369332"/>
          </a:xfrm>
          <a:prstGeom prst="rect">
            <a:avLst/>
          </a:prstGeom>
          <a:solidFill>
            <a:srgbClr val="FFFFFF">
              <a:alpha val="52157"/>
            </a:srgbClr>
          </a:solidFill>
        </p:spPr>
        <p:txBody>
          <a:bodyPr wrap="none" rtlCol="0">
            <a:spAutoFit/>
          </a:bodyPr>
          <a:lstStyle/>
          <a:p>
            <a:r>
              <a:rPr lang="en-US" sz="1800" b="1" dirty="0"/>
              <a:t>CALM</a:t>
            </a:r>
          </a:p>
        </p:txBody>
      </p:sp>
      <p:sp>
        <p:nvSpPr>
          <p:cNvPr id="13" name="TextBox 12">
            <a:extLst>
              <a:ext uri="{FF2B5EF4-FFF2-40B4-BE49-F238E27FC236}">
                <a16:creationId xmlns:a16="http://schemas.microsoft.com/office/drawing/2014/main" id="{EB27D3CD-019A-FD4A-847B-C75C45E42AB2}"/>
              </a:ext>
            </a:extLst>
          </p:cNvPr>
          <p:cNvSpPr txBox="1"/>
          <p:nvPr/>
        </p:nvSpPr>
        <p:spPr>
          <a:xfrm>
            <a:off x="0" y="764866"/>
            <a:ext cx="1479892" cy="1200329"/>
          </a:xfrm>
          <a:prstGeom prst="rect">
            <a:avLst/>
          </a:prstGeom>
          <a:solidFill>
            <a:srgbClr val="FFFFFF"/>
          </a:solidFill>
          <a:ln>
            <a:solidFill>
              <a:schemeClr val="tx1"/>
            </a:solidFill>
          </a:ln>
        </p:spPr>
        <p:txBody>
          <a:bodyPr wrap="none" rtlCol="0">
            <a:spAutoFit/>
          </a:bodyPr>
          <a:lstStyle/>
          <a:p>
            <a:r>
              <a:rPr lang="en-US" sz="1800" dirty="0"/>
              <a:t>strong</a:t>
            </a:r>
          </a:p>
          <a:p>
            <a:r>
              <a:rPr lang="en-US" sz="1800" dirty="0"/>
              <a:t>pressure</a:t>
            </a:r>
          </a:p>
          <a:p>
            <a:r>
              <a:rPr lang="en-US" sz="1800" dirty="0"/>
              <a:t>gradient →</a:t>
            </a:r>
          </a:p>
          <a:p>
            <a:r>
              <a:rPr lang="en-US" sz="1800" dirty="0"/>
              <a:t>strong winds</a:t>
            </a:r>
          </a:p>
        </p:txBody>
      </p:sp>
      <p:sp>
        <p:nvSpPr>
          <p:cNvPr id="11" name="Oval 10">
            <a:extLst>
              <a:ext uri="{FF2B5EF4-FFF2-40B4-BE49-F238E27FC236}">
                <a16:creationId xmlns:a16="http://schemas.microsoft.com/office/drawing/2014/main" id="{4379E032-C9C3-3E44-8F98-526556299524}"/>
              </a:ext>
            </a:extLst>
          </p:cNvPr>
          <p:cNvSpPr/>
          <p:nvPr/>
        </p:nvSpPr>
        <p:spPr>
          <a:xfrm>
            <a:off x="5486400" y="254061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449AC0BA-7643-7E4A-8471-F641744154FA}"/>
              </a:ext>
            </a:extLst>
          </p:cNvPr>
          <p:cNvSpPr/>
          <p:nvPr/>
        </p:nvSpPr>
        <p:spPr>
          <a:xfrm>
            <a:off x="4684059" y="1288676"/>
            <a:ext cx="304800" cy="631695"/>
          </a:xfrm>
          <a:prstGeom prst="downArrow">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ED47002-21C0-DB40-8188-B94CD4CEE924}"/>
              </a:ext>
            </a:extLst>
          </p:cNvPr>
          <p:cNvSpPr/>
          <p:nvPr/>
        </p:nvSpPr>
        <p:spPr>
          <a:xfrm rot="21427694">
            <a:off x="4194366" y="2479136"/>
            <a:ext cx="457200" cy="152400"/>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C75145E-2E03-4448-82CC-2D85DAF2B994}"/>
              </a:ext>
            </a:extLst>
          </p:cNvPr>
          <p:cNvSpPr/>
          <p:nvPr/>
        </p:nvSpPr>
        <p:spPr>
          <a:xfrm>
            <a:off x="5483772" y="2442378"/>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3117C9E-EF52-714A-A661-87F505481138}"/>
              </a:ext>
            </a:extLst>
          </p:cNvPr>
          <p:cNvPicPr>
            <a:picLocks noChangeAspect="1"/>
          </p:cNvPicPr>
          <p:nvPr/>
        </p:nvPicPr>
        <p:blipFill>
          <a:blip r:embed="rId2"/>
          <a:stretch>
            <a:fillRect/>
          </a:stretch>
        </p:blipFill>
        <p:spPr>
          <a:xfrm>
            <a:off x="1512319" y="16110"/>
            <a:ext cx="7631681" cy="5698890"/>
          </a:xfrm>
          <a:prstGeom prst="rect">
            <a:avLst/>
          </a:prstGeom>
        </p:spPr>
      </p:pic>
      <p:sp>
        <p:nvSpPr>
          <p:cNvPr id="17" name="TextBox 16">
            <a:extLst>
              <a:ext uri="{FF2B5EF4-FFF2-40B4-BE49-F238E27FC236}">
                <a16:creationId xmlns:a16="http://schemas.microsoft.com/office/drawing/2014/main" id="{47948F4B-89A8-3B41-A6D8-98A009716D30}"/>
              </a:ext>
            </a:extLst>
          </p:cNvPr>
          <p:cNvSpPr txBox="1"/>
          <p:nvPr/>
        </p:nvSpPr>
        <p:spPr>
          <a:xfrm>
            <a:off x="3748913" y="647700"/>
            <a:ext cx="404278" cy="523220"/>
          </a:xfrm>
          <a:prstGeom prst="rect">
            <a:avLst/>
          </a:prstGeom>
          <a:solidFill>
            <a:srgbClr val="FFFFFF">
              <a:alpha val="52157"/>
            </a:srgbClr>
          </a:solidFill>
        </p:spPr>
        <p:txBody>
          <a:bodyPr wrap="none" rtlCol="0">
            <a:spAutoFit/>
          </a:bodyPr>
          <a:lstStyle/>
          <a:p>
            <a:r>
              <a:rPr lang="en-US" sz="2800" b="1" dirty="0">
                <a:solidFill>
                  <a:srgbClr val="FF0000"/>
                </a:solidFill>
              </a:rPr>
              <a:t>L</a:t>
            </a:r>
          </a:p>
        </p:txBody>
      </p:sp>
      <p:sp>
        <p:nvSpPr>
          <p:cNvPr id="18" name="Oval 17">
            <a:extLst>
              <a:ext uri="{FF2B5EF4-FFF2-40B4-BE49-F238E27FC236}">
                <a16:creationId xmlns:a16="http://schemas.microsoft.com/office/drawing/2014/main" id="{833E4ECC-7F08-5745-B08F-B2A66F9A8FF0}"/>
              </a:ext>
            </a:extLst>
          </p:cNvPr>
          <p:cNvSpPr/>
          <p:nvPr/>
        </p:nvSpPr>
        <p:spPr>
          <a:xfrm>
            <a:off x="5486400" y="2652534"/>
            <a:ext cx="152400" cy="15240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DCD8921-A831-4C4B-B224-0C7DE849A397}"/>
              </a:ext>
            </a:extLst>
          </p:cNvPr>
          <p:cNvSpPr txBox="1"/>
          <p:nvPr/>
        </p:nvSpPr>
        <p:spPr>
          <a:xfrm>
            <a:off x="-2968" y="-43935"/>
            <a:ext cx="1143262" cy="338554"/>
          </a:xfrm>
          <a:prstGeom prst="rect">
            <a:avLst/>
          </a:prstGeom>
          <a:noFill/>
        </p:spPr>
        <p:txBody>
          <a:bodyPr wrap="none" rtlCol="0">
            <a:spAutoFit/>
          </a:bodyPr>
          <a:lstStyle/>
          <a:p>
            <a:r>
              <a:rPr lang="en-US" sz="1600" dirty="0"/>
              <a:t>wetter3.de</a:t>
            </a:r>
          </a:p>
        </p:txBody>
      </p:sp>
    </p:spTree>
    <p:extLst>
      <p:ext uri="{BB962C8B-B14F-4D97-AF65-F5344CB8AC3E}">
        <p14:creationId xmlns:p14="http://schemas.microsoft.com/office/powerpoint/2010/main" val="41754984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828800" y="1866900"/>
            <a:ext cx="483177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Extratropical anticyclones</a:t>
            </a:r>
          </a:p>
          <a:p>
            <a:pPr>
              <a:spcBef>
                <a:spcPct val="0"/>
              </a:spcBef>
              <a:buFontTx/>
              <a:buNone/>
            </a:pPr>
            <a:endParaRPr lang="en-US" altLang="en-US" dirty="0">
              <a:solidFill>
                <a:srgbClr val="FFFF00"/>
              </a:solidFill>
              <a:cs typeface="Arial" panose="020B0604020202020204" pitchFamily="34" charset="0"/>
            </a:endParaRPr>
          </a:p>
        </p:txBody>
      </p:sp>
    </p:spTree>
    <p:extLst>
      <p:ext uri="{BB962C8B-B14F-4D97-AF65-F5344CB8AC3E}">
        <p14:creationId xmlns:p14="http://schemas.microsoft.com/office/powerpoint/2010/main" val="39028085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B3F6DF-2C0E-4847-B838-69F0AAE04460}"/>
              </a:ext>
            </a:extLst>
          </p:cNvPr>
          <p:cNvPicPr>
            <a:picLocks noChangeAspect="1"/>
          </p:cNvPicPr>
          <p:nvPr/>
        </p:nvPicPr>
        <p:blipFill>
          <a:blip r:embed="rId3"/>
          <a:stretch>
            <a:fillRect/>
          </a:stretch>
        </p:blipFill>
        <p:spPr>
          <a:xfrm>
            <a:off x="-837441" y="82446"/>
            <a:ext cx="7454312" cy="5600700"/>
          </a:xfrm>
          <a:prstGeom prst="rect">
            <a:avLst/>
          </a:prstGeom>
        </p:spPr>
      </p:pic>
      <p:pic>
        <p:nvPicPr>
          <p:cNvPr id="7" name="Picture 6">
            <a:extLst>
              <a:ext uri="{FF2B5EF4-FFF2-40B4-BE49-F238E27FC236}">
                <a16:creationId xmlns:a16="http://schemas.microsoft.com/office/drawing/2014/main" id="{E48F5858-499F-F24C-A9D9-255392F38CBB}"/>
              </a:ext>
            </a:extLst>
          </p:cNvPr>
          <p:cNvPicPr>
            <a:picLocks noChangeAspect="1"/>
          </p:cNvPicPr>
          <p:nvPr/>
        </p:nvPicPr>
        <p:blipFill>
          <a:blip r:embed="rId4"/>
          <a:stretch>
            <a:fillRect/>
          </a:stretch>
        </p:blipFill>
        <p:spPr>
          <a:xfrm>
            <a:off x="6635609" y="0"/>
            <a:ext cx="2487155" cy="3314700"/>
          </a:xfrm>
          <a:prstGeom prst="rect">
            <a:avLst/>
          </a:prstGeom>
        </p:spPr>
      </p:pic>
      <p:pic>
        <p:nvPicPr>
          <p:cNvPr id="9" name="Picture 8">
            <a:extLst>
              <a:ext uri="{FF2B5EF4-FFF2-40B4-BE49-F238E27FC236}">
                <a16:creationId xmlns:a16="http://schemas.microsoft.com/office/drawing/2014/main" id="{FA94F16D-7927-6F4E-83D9-C79A9A01969E}"/>
              </a:ext>
            </a:extLst>
          </p:cNvPr>
          <p:cNvPicPr>
            <a:picLocks noChangeAspect="1"/>
          </p:cNvPicPr>
          <p:nvPr/>
        </p:nvPicPr>
        <p:blipFill>
          <a:blip r:embed="rId5"/>
          <a:stretch>
            <a:fillRect/>
          </a:stretch>
        </p:blipFill>
        <p:spPr>
          <a:xfrm>
            <a:off x="5686069" y="3314700"/>
            <a:ext cx="3424203" cy="2368446"/>
          </a:xfrm>
          <a:prstGeom prst="rect">
            <a:avLst/>
          </a:prstGeom>
        </p:spPr>
      </p:pic>
      <p:sp>
        <p:nvSpPr>
          <p:cNvPr id="10" name="TextBox 9">
            <a:extLst>
              <a:ext uri="{FF2B5EF4-FFF2-40B4-BE49-F238E27FC236}">
                <a16:creationId xmlns:a16="http://schemas.microsoft.com/office/drawing/2014/main" id="{9C533727-730D-494C-A28D-E273159A3396}"/>
              </a:ext>
            </a:extLst>
          </p:cNvPr>
          <p:cNvSpPr txBox="1"/>
          <p:nvPr/>
        </p:nvSpPr>
        <p:spPr>
          <a:xfrm>
            <a:off x="3741076" y="5036815"/>
            <a:ext cx="1944763" cy="646331"/>
          </a:xfrm>
          <a:prstGeom prst="rect">
            <a:avLst/>
          </a:prstGeom>
          <a:solidFill>
            <a:srgbClr val="FFFFFF"/>
          </a:solidFill>
          <a:ln>
            <a:solidFill>
              <a:schemeClr val="tx1"/>
            </a:solidFill>
          </a:ln>
        </p:spPr>
        <p:txBody>
          <a:bodyPr wrap="none" rtlCol="0">
            <a:spAutoFit/>
          </a:bodyPr>
          <a:lstStyle/>
          <a:p>
            <a:r>
              <a:rPr lang="en-US" sz="1800" b="1" dirty="0"/>
              <a:t>1200 UTC</a:t>
            </a:r>
          </a:p>
          <a:p>
            <a:r>
              <a:rPr lang="en-US" sz="1800" b="1" dirty="0"/>
              <a:t>13 Feb 2021 (</a:t>
            </a:r>
            <a:r>
              <a:rPr lang="en-US" sz="1800" b="1"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800" b="1" dirty="0"/>
              <a:t>F)</a:t>
            </a:r>
          </a:p>
        </p:txBody>
      </p:sp>
      <p:sp>
        <p:nvSpPr>
          <p:cNvPr id="11" name="Down Arrow 10">
            <a:extLst>
              <a:ext uri="{FF2B5EF4-FFF2-40B4-BE49-F238E27FC236}">
                <a16:creationId xmlns:a16="http://schemas.microsoft.com/office/drawing/2014/main" id="{B5FB6FA1-DEA3-FB4E-83C0-2058A1F12CE8}"/>
              </a:ext>
            </a:extLst>
          </p:cNvPr>
          <p:cNvSpPr/>
          <p:nvPr/>
        </p:nvSpPr>
        <p:spPr>
          <a:xfrm>
            <a:off x="2418342" y="3094292"/>
            <a:ext cx="567068" cy="839689"/>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21F69A67-615E-464F-8DFF-47542D5700D0}"/>
              </a:ext>
            </a:extLst>
          </p:cNvPr>
          <p:cNvSpPr/>
          <p:nvPr/>
        </p:nvSpPr>
        <p:spPr>
          <a:xfrm rot="21056267">
            <a:off x="2134808" y="1668662"/>
            <a:ext cx="567068" cy="839689"/>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3128936-364C-F441-A665-9C022837E53E}"/>
              </a:ext>
            </a:extLst>
          </p:cNvPr>
          <p:cNvSpPr txBox="1"/>
          <p:nvPr/>
        </p:nvSpPr>
        <p:spPr>
          <a:xfrm rot="3854228">
            <a:off x="966464" y="2169916"/>
            <a:ext cx="1544012" cy="646331"/>
          </a:xfrm>
          <a:prstGeom prst="rect">
            <a:avLst/>
          </a:prstGeom>
          <a:solidFill>
            <a:srgbClr val="FFFFFF">
              <a:alpha val="52157"/>
            </a:srgbClr>
          </a:solidFill>
        </p:spPr>
        <p:txBody>
          <a:bodyPr wrap="none" rtlCol="0">
            <a:spAutoFit/>
          </a:bodyPr>
          <a:lstStyle/>
          <a:p>
            <a:r>
              <a:rPr lang="en-US" sz="1800" b="1" dirty="0"/>
              <a:t>Front Range</a:t>
            </a:r>
          </a:p>
          <a:p>
            <a:r>
              <a:rPr lang="en-US" sz="1800" b="1" dirty="0"/>
              <a:t>Rockies</a:t>
            </a:r>
          </a:p>
        </p:txBody>
      </p:sp>
    </p:spTree>
    <p:extLst>
      <p:ext uri="{BB962C8B-B14F-4D97-AF65-F5344CB8AC3E}">
        <p14:creationId xmlns:p14="http://schemas.microsoft.com/office/powerpoint/2010/main" val="4886207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2770" name="TextBox 4">
            <a:extLst>
              <a:ext uri="{FF2B5EF4-FFF2-40B4-BE49-F238E27FC236}">
                <a16:creationId xmlns:a16="http://schemas.microsoft.com/office/drawing/2014/main" id="{1EDDCE51-E107-9441-ACE6-0CD470519982}"/>
              </a:ext>
            </a:extLst>
          </p:cNvPr>
          <p:cNvSpPr txBox="1">
            <a:spLocks noChangeArrowheads="1"/>
          </p:cNvSpPr>
          <p:nvPr/>
        </p:nvSpPr>
        <p:spPr bwMode="auto">
          <a:xfrm>
            <a:off x="381000" y="1638300"/>
            <a:ext cx="7988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FontTx/>
              <a:buNone/>
            </a:pPr>
            <a:r>
              <a:rPr lang="en-US" altLang="en-US">
                <a:solidFill>
                  <a:srgbClr val="FFFF00"/>
                </a:solidFill>
              </a:rPr>
              <a:t>How to use the web to see today’s weather</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295400" y="800100"/>
            <a:ext cx="61722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3000" dirty="0">
                <a:solidFill>
                  <a:srgbClr val="FFFF00"/>
                </a:solidFill>
                <a:cs typeface="Arial" panose="020B0604020202020204" pitchFamily="34" charset="0"/>
              </a:rPr>
              <a:t>Observations                     Forecast</a:t>
            </a:r>
          </a:p>
        </p:txBody>
      </p:sp>
      <p:cxnSp>
        <p:nvCxnSpPr>
          <p:cNvPr id="6" name="Straight Connector 5">
            <a:extLst>
              <a:ext uri="{FF2B5EF4-FFF2-40B4-BE49-F238E27FC236}">
                <a16:creationId xmlns:a16="http://schemas.microsoft.com/office/drawing/2014/main" id="{4F018C66-2DDF-2D47-B12E-94791AA1F994}"/>
              </a:ext>
            </a:extLst>
          </p:cNvPr>
          <p:cNvCxnSpPr/>
          <p:nvPr/>
        </p:nvCxnSpPr>
        <p:spPr>
          <a:xfrm>
            <a:off x="5029200" y="1257300"/>
            <a:ext cx="0" cy="129540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7B80FBB-9DC4-DA42-ABBA-46CD2558472C}"/>
              </a:ext>
            </a:extLst>
          </p:cNvPr>
          <p:cNvSpPr txBox="1"/>
          <p:nvPr/>
        </p:nvSpPr>
        <p:spPr>
          <a:xfrm>
            <a:off x="4560962" y="2590083"/>
            <a:ext cx="936475" cy="461665"/>
          </a:xfrm>
          <a:prstGeom prst="rect">
            <a:avLst/>
          </a:prstGeom>
          <a:noFill/>
        </p:spPr>
        <p:txBody>
          <a:bodyPr wrap="none" rtlCol="0">
            <a:spAutoFit/>
          </a:bodyPr>
          <a:lstStyle/>
          <a:p>
            <a:r>
              <a:rPr lang="en-US" dirty="0">
                <a:solidFill>
                  <a:schemeClr val="bg1"/>
                </a:solidFill>
              </a:rPr>
              <a:t>NOW</a:t>
            </a:r>
          </a:p>
        </p:txBody>
      </p:sp>
      <p:sp>
        <p:nvSpPr>
          <p:cNvPr id="9" name="TextBox 8">
            <a:extLst>
              <a:ext uri="{FF2B5EF4-FFF2-40B4-BE49-F238E27FC236}">
                <a16:creationId xmlns:a16="http://schemas.microsoft.com/office/drawing/2014/main" id="{D1D44D00-3B3D-1941-B9B4-51FF78F3CC83}"/>
              </a:ext>
            </a:extLst>
          </p:cNvPr>
          <p:cNvSpPr txBox="1"/>
          <p:nvPr/>
        </p:nvSpPr>
        <p:spPr>
          <a:xfrm>
            <a:off x="6172200" y="2590083"/>
            <a:ext cx="1433406" cy="461665"/>
          </a:xfrm>
          <a:prstGeom prst="rect">
            <a:avLst/>
          </a:prstGeom>
          <a:noFill/>
        </p:spPr>
        <p:txBody>
          <a:bodyPr wrap="none" rtlCol="0">
            <a:spAutoFit/>
          </a:bodyPr>
          <a:lstStyle/>
          <a:p>
            <a:r>
              <a:rPr lang="en-US" dirty="0">
                <a:solidFill>
                  <a:schemeClr val="bg1"/>
                </a:solidFill>
              </a:rPr>
              <a:t>FUTURE</a:t>
            </a:r>
          </a:p>
        </p:txBody>
      </p:sp>
      <p:sp>
        <p:nvSpPr>
          <p:cNvPr id="10" name="TextBox 9">
            <a:extLst>
              <a:ext uri="{FF2B5EF4-FFF2-40B4-BE49-F238E27FC236}">
                <a16:creationId xmlns:a16="http://schemas.microsoft.com/office/drawing/2014/main" id="{E5FD281C-9BA9-E949-A0AB-E377F9EF7535}"/>
              </a:ext>
            </a:extLst>
          </p:cNvPr>
          <p:cNvSpPr txBox="1"/>
          <p:nvPr/>
        </p:nvSpPr>
        <p:spPr>
          <a:xfrm>
            <a:off x="1752600" y="2590083"/>
            <a:ext cx="964944" cy="461665"/>
          </a:xfrm>
          <a:prstGeom prst="rect">
            <a:avLst/>
          </a:prstGeom>
          <a:noFill/>
        </p:spPr>
        <p:txBody>
          <a:bodyPr wrap="none" rtlCol="0">
            <a:spAutoFit/>
          </a:bodyPr>
          <a:lstStyle/>
          <a:p>
            <a:r>
              <a:rPr lang="en-US" dirty="0">
                <a:solidFill>
                  <a:schemeClr val="bg1"/>
                </a:solidFill>
              </a:rPr>
              <a:t>PAST</a:t>
            </a:r>
          </a:p>
        </p:txBody>
      </p:sp>
      <p:sp>
        <p:nvSpPr>
          <p:cNvPr id="11" name="TextBox 10">
            <a:extLst>
              <a:ext uri="{FF2B5EF4-FFF2-40B4-BE49-F238E27FC236}">
                <a16:creationId xmlns:a16="http://schemas.microsoft.com/office/drawing/2014/main" id="{A68C19EF-A5AC-1444-A5AF-E42B64E84734}"/>
              </a:ext>
            </a:extLst>
          </p:cNvPr>
          <p:cNvSpPr txBox="1"/>
          <p:nvPr/>
        </p:nvSpPr>
        <p:spPr>
          <a:xfrm>
            <a:off x="1218607" y="3543300"/>
            <a:ext cx="2032929" cy="1200329"/>
          </a:xfrm>
          <a:prstGeom prst="rect">
            <a:avLst/>
          </a:prstGeom>
          <a:noFill/>
        </p:spPr>
        <p:txBody>
          <a:bodyPr wrap="none" rtlCol="0">
            <a:spAutoFit/>
          </a:bodyPr>
          <a:lstStyle/>
          <a:p>
            <a:r>
              <a:rPr lang="en-US" dirty="0">
                <a:solidFill>
                  <a:schemeClr val="bg1"/>
                </a:solidFill>
              </a:rPr>
              <a:t>surface maps</a:t>
            </a:r>
          </a:p>
          <a:p>
            <a:r>
              <a:rPr lang="en-US" dirty="0">
                <a:solidFill>
                  <a:schemeClr val="bg1"/>
                </a:solidFill>
              </a:rPr>
              <a:t>satellite</a:t>
            </a:r>
          </a:p>
          <a:p>
            <a:r>
              <a:rPr lang="en-US" dirty="0">
                <a:solidFill>
                  <a:schemeClr val="bg1"/>
                </a:solidFill>
              </a:rPr>
              <a:t>radar</a:t>
            </a:r>
          </a:p>
        </p:txBody>
      </p:sp>
      <p:sp>
        <p:nvSpPr>
          <p:cNvPr id="2" name="Right Arrow 1">
            <a:extLst>
              <a:ext uri="{FF2B5EF4-FFF2-40B4-BE49-F238E27FC236}">
                <a16:creationId xmlns:a16="http://schemas.microsoft.com/office/drawing/2014/main" id="{500DD2F6-17B8-FC4E-A1E3-534B6374AED0}"/>
              </a:ext>
            </a:extLst>
          </p:cNvPr>
          <p:cNvSpPr/>
          <p:nvPr/>
        </p:nvSpPr>
        <p:spPr>
          <a:xfrm>
            <a:off x="838200" y="1638300"/>
            <a:ext cx="7543800" cy="381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0802C20-019F-D947-A7B7-66E38FE17119}"/>
              </a:ext>
            </a:extLst>
          </p:cNvPr>
          <p:cNvSpPr txBox="1"/>
          <p:nvPr/>
        </p:nvSpPr>
        <p:spPr>
          <a:xfrm>
            <a:off x="5767182" y="3543299"/>
            <a:ext cx="2614818" cy="1200329"/>
          </a:xfrm>
          <a:prstGeom prst="rect">
            <a:avLst/>
          </a:prstGeom>
          <a:noFill/>
        </p:spPr>
        <p:txBody>
          <a:bodyPr wrap="none" rtlCol="0">
            <a:spAutoFit/>
          </a:bodyPr>
          <a:lstStyle/>
          <a:p>
            <a:r>
              <a:rPr lang="en-US" dirty="0">
                <a:solidFill>
                  <a:schemeClr val="bg1"/>
                </a:solidFill>
              </a:rPr>
              <a:t>forecast model</a:t>
            </a:r>
          </a:p>
          <a:p>
            <a:r>
              <a:rPr lang="en-US" dirty="0">
                <a:solidFill>
                  <a:schemeClr val="bg1"/>
                </a:solidFill>
              </a:rPr>
              <a:t>output of all those</a:t>
            </a:r>
          </a:p>
          <a:p>
            <a:r>
              <a:rPr lang="en-US" dirty="0">
                <a:solidFill>
                  <a:schemeClr val="bg1"/>
                </a:solidFill>
              </a:rPr>
              <a:t>things</a:t>
            </a:r>
          </a:p>
        </p:txBody>
      </p:sp>
    </p:spTree>
    <p:extLst>
      <p:ext uri="{BB962C8B-B14F-4D97-AF65-F5344CB8AC3E}">
        <p14:creationId xmlns:p14="http://schemas.microsoft.com/office/powerpoint/2010/main" val="33008595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832792-652E-7044-BFB8-95F14DAEB5F9}"/>
              </a:ext>
            </a:extLst>
          </p:cNvPr>
          <p:cNvPicPr>
            <a:picLocks noChangeAspect="1"/>
          </p:cNvPicPr>
          <p:nvPr/>
        </p:nvPicPr>
        <p:blipFill>
          <a:blip r:embed="rId2"/>
          <a:stretch>
            <a:fillRect/>
          </a:stretch>
        </p:blipFill>
        <p:spPr>
          <a:xfrm>
            <a:off x="895608" y="0"/>
            <a:ext cx="7352783" cy="5715000"/>
          </a:xfrm>
          <a:prstGeom prst="rect">
            <a:avLst/>
          </a:prstGeom>
        </p:spPr>
      </p:pic>
    </p:spTree>
    <p:extLst>
      <p:ext uri="{BB962C8B-B14F-4D97-AF65-F5344CB8AC3E}">
        <p14:creationId xmlns:p14="http://schemas.microsoft.com/office/powerpoint/2010/main" val="6065655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70155" y="64315"/>
            <a:ext cx="9067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3000" dirty="0">
                <a:solidFill>
                  <a:srgbClr val="FFFF00"/>
                </a:solidFill>
                <a:cs typeface="Arial" panose="020B0604020202020204" pitchFamily="34" charset="0"/>
              </a:rPr>
              <a:t>Surface maps: http://wetter3.de</a:t>
            </a:r>
          </a:p>
          <a:p>
            <a:pPr algn="ctr">
              <a:spcBef>
                <a:spcPct val="0"/>
              </a:spcBef>
              <a:buFontTx/>
              <a:buNone/>
            </a:pPr>
            <a:r>
              <a:rPr lang="en-US" altLang="en-US" sz="3000" dirty="0">
                <a:solidFill>
                  <a:srgbClr val="FFFF00"/>
                </a:solidFill>
                <a:cs typeface="Arial" panose="020B0604020202020204" pitchFamily="34" charset="0"/>
              </a:rPr>
              <a:t>Observations and Forecasts</a:t>
            </a:r>
          </a:p>
        </p:txBody>
      </p:sp>
      <p:sp>
        <p:nvSpPr>
          <p:cNvPr id="4" name="TextBox 3">
            <a:extLst>
              <a:ext uri="{FF2B5EF4-FFF2-40B4-BE49-F238E27FC236}">
                <a16:creationId xmlns:a16="http://schemas.microsoft.com/office/drawing/2014/main" id="{44A7E4C6-6036-8D4A-9CE6-1CE0E53832AD}"/>
              </a:ext>
            </a:extLst>
          </p:cNvPr>
          <p:cNvSpPr txBox="1"/>
          <p:nvPr/>
        </p:nvSpPr>
        <p:spPr>
          <a:xfrm>
            <a:off x="8077200" y="5203667"/>
            <a:ext cx="920445" cy="461665"/>
          </a:xfrm>
          <a:prstGeom prst="rect">
            <a:avLst/>
          </a:prstGeom>
          <a:noFill/>
        </p:spPr>
        <p:txBody>
          <a:bodyPr wrap="none" rtlCol="0">
            <a:spAutoFit/>
          </a:bodyPr>
          <a:lstStyle/>
          <a:p>
            <a:r>
              <a:rPr lang="en-US" dirty="0">
                <a:solidFill>
                  <a:schemeClr val="bg1"/>
                </a:solidFill>
              </a:rPr>
              <a:t>DWD</a:t>
            </a:r>
          </a:p>
        </p:txBody>
      </p:sp>
      <p:pic>
        <p:nvPicPr>
          <p:cNvPr id="5" name="Picture 4">
            <a:extLst>
              <a:ext uri="{FF2B5EF4-FFF2-40B4-BE49-F238E27FC236}">
                <a16:creationId xmlns:a16="http://schemas.microsoft.com/office/drawing/2014/main" id="{1DB98584-44FD-B24A-87C1-CE621F05529A}"/>
              </a:ext>
            </a:extLst>
          </p:cNvPr>
          <p:cNvPicPr>
            <a:picLocks noChangeAspect="1"/>
          </p:cNvPicPr>
          <p:nvPr/>
        </p:nvPicPr>
        <p:blipFill>
          <a:blip r:embed="rId2"/>
          <a:stretch>
            <a:fillRect/>
          </a:stretch>
        </p:blipFill>
        <p:spPr>
          <a:xfrm>
            <a:off x="1524000" y="1066800"/>
            <a:ext cx="6224647" cy="4648200"/>
          </a:xfrm>
          <a:prstGeom prst="rect">
            <a:avLst/>
          </a:prstGeom>
        </p:spPr>
      </p:pic>
    </p:spTree>
    <p:extLst>
      <p:ext uri="{BB962C8B-B14F-4D97-AF65-F5344CB8AC3E}">
        <p14:creationId xmlns:p14="http://schemas.microsoft.com/office/powerpoint/2010/main" val="417186001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5638800" y="571500"/>
            <a:ext cx="348498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dirty="0">
                <a:solidFill>
                  <a:srgbClr val="FFFF00"/>
                </a:solidFill>
                <a:cs typeface="Arial" panose="020B0604020202020204" pitchFamily="34" charset="0"/>
              </a:rPr>
              <a:t>Satellite imagery: sat24.com</a:t>
            </a:r>
          </a:p>
          <a:p>
            <a:pPr algn="ctr">
              <a:spcBef>
                <a:spcPct val="0"/>
              </a:spcBef>
              <a:buFontTx/>
              <a:buNone/>
            </a:pPr>
            <a:r>
              <a:rPr lang="en-US" altLang="en-US" dirty="0">
                <a:solidFill>
                  <a:srgbClr val="FFFF00"/>
                </a:solidFill>
                <a:cs typeface="Arial" panose="020B0604020202020204" pitchFamily="34" charset="0"/>
              </a:rPr>
              <a:t>Observations</a:t>
            </a:r>
          </a:p>
        </p:txBody>
      </p:sp>
      <p:pic>
        <p:nvPicPr>
          <p:cNvPr id="4" name="Picture 3">
            <a:extLst>
              <a:ext uri="{FF2B5EF4-FFF2-40B4-BE49-F238E27FC236}">
                <a16:creationId xmlns:a16="http://schemas.microsoft.com/office/drawing/2014/main" id="{22BB4B32-152D-2245-94C7-D9A4EAD63D33}"/>
              </a:ext>
            </a:extLst>
          </p:cNvPr>
          <p:cNvPicPr>
            <a:picLocks noChangeAspect="1"/>
          </p:cNvPicPr>
          <p:nvPr/>
        </p:nvPicPr>
        <p:blipFill>
          <a:blip r:embed="rId3"/>
          <a:stretch>
            <a:fillRect/>
          </a:stretch>
        </p:blipFill>
        <p:spPr>
          <a:xfrm>
            <a:off x="0" y="0"/>
            <a:ext cx="5722280" cy="5715000"/>
          </a:xfrm>
          <a:prstGeom prst="rect">
            <a:avLst/>
          </a:prstGeom>
        </p:spPr>
      </p:pic>
    </p:spTree>
    <p:extLst>
      <p:ext uri="{BB962C8B-B14F-4D97-AF65-F5344CB8AC3E}">
        <p14:creationId xmlns:p14="http://schemas.microsoft.com/office/powerpoint/2010/main" val="91359987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flipH="1">
            <a:off x="152400" y="190500"/>
            <a:ext cx="8915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None/>
            </a:pPr>
            <a:r>
              <a:rPr lang="en-US" altLang="en-US" dirty="0">
                <a:solidFill>
                  <a:srgbClr val="FFFF00"/>
                </a:solidFill>
                <a:cs typeface="Arial" panose="020B0604020202020204" pitchFamily="34" charset="0"/>
              </a:rPr>
              <a:t>Radar: Observation</a:t>
            </a:r>
          </a:p>
          <a:p>
            <a:pPr>
              <a:spcBef>
                <a:spcPct val="0"/>
              </a:spcBef>
              <a:buFontTx/>
              <a:buNone/>
            </a:pPr>
            <a:r>
              <a:rPr lang="en-US" altLang="en-US" dirty="0">
                <a:solidFill>
                  <a:srgbClr val="FFFF00"/>
                </a:solidFill>
                <a:cs typeface="Arial" panose="020B0604020202020204" pitchFamily="34" charset="0"/>
              </a:rPr>
              <a:t>https://</a:t>
            </a:r>
            <a:r>
              <a:rPr lang="en-US" altLang="en-US" dirty="0" err="1">
                <a:solidFill>
                  <a:srgbClr val="FFFF00"/>
                </a:solidFill>
                <a:cs typeface="Arial" panose="020B0604020202020204" pitchFamily="34" charset="0"/>
              </a:rPr>
              <a:t>www.netweather.tv</a:t>
            </a:r>
            <a:r>
              <a:rPr lang="en-US" altLang="en-US" dirty="0">
                <a:solidFill>
                  <a:srgbClr val="FFFF00"/>
                </a:solidFill>
                <a:cs typeface="Arial" panose="020B0604020202020204" pitchFamily="34" charset="0"/>
              </a:rPr>
              <a:t>/live-weather/radar/</a:t>
            </a:r>
          </a:p>
        </p:txBody>
      </p:sp>
      <p:pic>
        <p:nvPicPr>
          <p:cNvPr id="3" name="Picture 2">
            <a:extLst>
              <a:ext uri="{FF2B5EF4-FFF2-40B4-BE49-F238E27FC236}">
                <a16:creationId xmlns:a16="http://schemas.microsoft.com/office/drawing/2014/main" id="{E0F53FD7-58CA-4648-AF02-C085A5BDD76E}"/>
              </a:ext>
            </a:extLst>
          </p:cNvPr>
          <p:cNvPicPr>
            <a:picLocks noChangeAspect="1"/>
          </p:cNvPicPr>
          <p:nvPr/>
        </p:nvPicPr>
        <p:blipFill>
          <a:blip r:embed="rId2"/>
          <a:stretch>
            <a:fillRect/>
          </a:stretch>
        </p:blipFill>
        <p:spPr>
          <a:xfrm>
            <a:off x="2819400" y="1262868"/>
            <a:ext cx="3426547" cy="4435803"/>
          </a:xfrm>
          <a:prstGeom prst="rect">
            <a:avLst/>
          </a:prstGeom>
        </p:spPr>
      </p:pic>
    </p:spTree>
    <p:extLst>
      <p:ext uri="{BB962C8B-B14F-4D97-AF65-F5344CB8AC3E}">
        <p14:creationId xmlns:p14="http://schemas.microsoft.com/office/powerpoint/2010/main" val="395463477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flipH="1">
            <a:off x="152400" y="190500"/>
            <a:ext cx="8915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None/>
            </a:pPr>
            <a:r>
              <a:rPr lang="en-US" altLang="en-US" dirty="0">
                <a:solidFill>
                  <a:srgbClr val="FFFF00"/>
                </a:solidFill>
                <a:cs typeface="Arial" panose="020B0604020202020204" pitchFamily="34" charset="0"/>
              </a:rPr>
              <a:t>Lightning: Observation</a:t>
            </a:r>
          </a:p>
          <a:p>
            <a:pPr>
              <a:spcBef>
                <a:spcPct val="0"/>
              </a:spcBef>
              <a:buFontTx/>
              <a:buNone/>
            </a:pPr>
            <a:r>
              <a:rPr lang="en-US" altLang="en-US" dirty="0">
                <a:solidFill>
                  <a:srgbClr val="FFFF00"/>
                </a:solidFill>
                <a:cs typeface="Arial" panose="020B0604020202020204" pitchFamily="34" charset="0"/>
              </a:rPr>
              <a:t>https://</a:t>
            </a:r>
            <a:r>
              <a:rPr lang="en-US" altLang="en-US" dirty="0" err="1">
                <a:solidFill>
                  <a:srgbClr val="FFFF00"/>
                </a:solidFill>
                <a:cs typeface="Arial" panose="020B0604020202020204" pitchFamily="34" charset="0"/>
              </a:rPr>
              <a:t>www.blitzortung.org</a:t>
            </a:r>
            <a:endParaRPr lang="en-US" altLang="en-US" dirty="0">
              <a:solidFill>
                <a:srgbClr val="FFFF00"/>
              </a:solidFill>
              <a:cs typeface="Arial" panose="020B0604020202020204" pitchFamily="34" charset="0"/>
            </a:endParaRPr>
          </a:p>
        </p:txBody>
      </p:sp>
      <p:pic>
        <p:nvPicPr>
          <p:cNvPr id="6" name="Picture 5">
            <a:extLst>
              <a:ext uri="{FF2B5EF4-FFF2-40B4-BE49-F238E27FC236}">
                <a16:creationId xmlns:a16="http://schemas.microsoft.com/office/drawing/2014/main" id="{2BC141F3-F313-C64C-BF7B-3C9A9D9F693A}"/>
              </a:ext>
            </a:extLst>
          </p:cNvPr>
          <p:cNvPicPr>
            <a:picLocks noChangeAspect="1"/>
          </p:cNvPicPr>
          <p:nvPr/>
        </p:nvPicPr>
        <p:blipFill>
          <a:blip r:embed="rId2"/>
          <a:stretch>
            <a:fillRect/>
          </a:stretch>
        </p:blipFill>
        <p:spPr>
          <a:xfrm>
            <a:off x="0" y="1346132"/>
            <a:ext cx="5930992" cy="4375218"/>
          </a:xfrm>
          <a:prstGeom prst="rect">
            <a:avLst/>
          </a:prstGeom>
        </p:spPr>
      </p:pic>
      <p:pic>
        <p:nvPicPr>
          <p:cNvPr id="8" name="Picture 7">
            <a:extLst>
              <a:ext uri="{FF2B5EF4-FFF2-40B4-BE49-F238E27FC236}">
                <a16:creationId xmlns:a16="http://schemas.microsoft.com/office/drawing/2014/main" id="{9438BCFA-FF21-5C45-B348-3BD1B4AFC019}"/>
              </a:ext>
            </a:extLst>
          </p:cNvPr>
          <p:cNvPicPr>
            <a:picLocks noChangeAspect="1"/>
          </p:cNvPicPr>
          <p:nvPr/>
        </p:nvPicPr>
        <p:blipFill>
          <a:blip r:embed="rId3"/>
          <a:stretch>
            <a:fillRect/>
          </a:stretch>
        </p:blipFill>
        <p:spPr>
          <a:xfrm>
            <a:off x="6040667" y="1485900"/>
            <a:ext cx="2995383" cy="2552700"/>
          </a:xfrm>
          <a:prstGeom prst="rect">
            <a:avLst/>
          </a:prstGeom>
        </p:spPr>
      </p:pic>
    </p:spTree>
    <p:extLst>
      <p:ext uri="{BB962C8B-B14F-4D97-AF65-F5344CB8AC3E}">
        <p14:creationId xmlns:p14="http://schemas.microsoft.com/office/powerpoint/2010/main" val="382064890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079A63-EE49-FB41-8DC8-66BCDD41F3DA}"/>
              </a:ext>
            </a:extLst>
          </p:cNvPr>
          <p:cNvSpPr txBox="1"/>
          <p:nvPr/>
        </p:nvSpPr>
        <p:spPr>
          <a:xfrm>
            <a:off x="1066800" y="5295900"/>
            <a:ext cx="5540427" cy="338554"/>
          </a:xfrm>
          <a:prstGeom prst="rect">
            <a:avLst/>
          </a:prstGeom>
          <a:noFill/>
        </p:spPr>
        <p:txBody>
          <a:bodyPr wrap="none" rtlCol="0">
            <a:spAutoFit/>
          </a:bodyPr>
          <a:lstStyle/>
          <a:p>
            <a:r>
              <a:rPr lang="en-US" sz="1600" dirty="0">
                <a:solidFill>
                  <a:schemeClr val="bg1"/>
                </a:solidFill>
              </a:rPr>
              <a:t>https://</a:t>
            </a:r>
            <a:r>
              <a:rPr lang="en-US" sz="1600" dirty="0" err="1">
                <a:solidFill>
                  <a:schemeClr val="bg1"/>
                </a:solidFill>
              </a:rPr>
              <a:t>www.metoffice.gov.uk</a:t>
            </a:r>
            <a:r>
              <a:rPr lang="en-US" sz="1600" dirty="0">
                <a:solidFill>
                  <a:schemeClr val="bg1"/>
                </a:solidFill>
              </a:rPr>
              <a:t>/weather/forecast/gcw2hzs1u#</a:t>
            </a:r>
          </a:p>
        </p:txBody>
      </p:sp>
      <p:sp>
        <p:nvSpPr>
          <p:cNvPr id="11" name="TextBox 4">
            <a:extLst>
              <a:ext uri="{FF2B5EF4-FFF2-40B4-BE49-F238E27FC236}">
                <a16:creationId xmlns:a16="http://schemas.microsoft.com/office/drawing/2014/main" id="{B99972BD-272E-5E42-BD0D-C4D509827C20}"/>
              </a:ext>
            </a:extLst>
          </p:cNvPr>
          <p:cNvSpPr txBox="1">
            <a:spLocks noChangeArrowheads="1"/>
          </p:cNvSpPr>
          <p:nvPr/>
        </p:nvSpPr>
        <p:spPr bwMode="auto">
          <a:xfrm flipH="1">
            <a:off x="1088571" y="194855"/>
            <a:ext cx="68609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dirty="0">
                <a:solidFill>
                  <a:srgbClr val="FFFF00"/>
                </a:solidFill>
                <a:cs typeface="Arial" panose="020B0604020202020204" pitchFamily="34" charset="0"/>
              </a:rPr>
              <a:t>Forecast for Manchester</a:t>
            </a:r>
          </a:p>
        </p:txBody>
      </p:sp>
      <p:pic>
        <p:nvPicPr>
          <p:cNvPr id="3" name="Picture 2">
            <a:extLst>
              <a:ext uri="{FF2B5EF4-FFF2-40B4-BE49-F238E27FC236}">
                <a16:creationId xmlns:a16="http://schemas.microsoft.com/office/drawing/2014/main" id="{D4F06ED5-7C03-224C-8633-DB106A312024}"/>
              </a:ext>
            </a:extLst>
          </p:cNvPr>
          <p:cNvPicPr>
            <a:picLocks noChangeAspect="1"/>
          </p:cNvPicPr>
          <p:nvPr/>
        </p:nvPicPr>
        <p:blipFill>
          <a:blip r:embed="rId2"/>
          <a:stretch>
            <a:fillRect/>
          </a:stretch>
        </p:blipFill>
        <p:spPr>
          <a:xfrm>
            <a:off x="1107232" y="834856"/>
            <a:ext cx="6559610" cy="4472688"/>
          </a:xfrm>
          <a:prstGeom prst="rect">
            <a:avLst/>
          </a:prstGeom>
        </p:spPr>
      </p:pic>
    </p:spTree>
    <p:extLst>
      <p:ext uri="{BB962C8B-B14F-4D97-AF65-F5344CB8AC3E}">
        <p14:creationId xmlns:p14="http://schemas.microsoft.com/office/powerpoint/2010/main" val="23996330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079A63-EE49-FB41-8DC8-66BCDD41F3DA}"/>
              </a:ext>
            </a:extLst>
          </p:cNvPr>
          <p:cNvSpPr txBox="1"/>
          <p:nvPr/>
        </p:nvSpPr>
        <p:spPr>
          <a:xfrm>
            <a:off x="1066800" y="5295900"/>
            <a:ext cx="5540427" cy="338554"/>
          </a:xfrm>
          <a:prstGeom prst="rect">
            <a:avLst/>
          </a:prstGeom>
          <a:noFill/>
        </p:spPr>
        <p:txBody>
          <a:bodyPr wrap="none" rtlCol="0">
            <a:spAutoFit/>
          </a:bodyPr>
          <a:lstStyle/>
          <a:p>
            <a:r>
              <a:rPr lang="en-US" sz="1600" dirty="0">
                <a:solidFill>
                  <a:schemeClr val="bg1"/>
                </a:solidFill>
              </a:rPr>
              <a:t>https://</a:t>
            </a:r>
            <a:r>
              <a:rPr lang="en-US" sz="1600" dirty="0" err="1">
                <a:solidFill>
                  <a:schemeClr val="bg1"/>
                </a:solidFill>
              </a:rPr>
              <a:t>www.metoffice.gov.uk</a:t>
            </a:r>
            <a:r>
              <a:rPr lang="en-US" sz="1600" dirty="0">
                <a:solidFill>
                  <a:schemeClr val="bg1"/>
                </a:solidFill>
              </a:rPr>
              <a:t>/weather/forecast/gcw2hzs1u#</a:t>
            </a:r>
          </a:p>
        </p:txBody>
      </p:sp>
      <p:sp>
        <p:nvSpPr>
          <p:cNvPr id="11" name="TextBox 4">
            <a:extLst>
              <a:ext uri="{FF2B5EF4-FFF2-40B4-BE49-F238E27FC236}">
                <a16:creationId xmlns:a16="http://schemas.microsoft.com/office/drawing/2014/main" id="{B99972BD-272E-5E42-BD0D-C4D509827C20}"/>
              </a:ext>
            </a:extLst>
          </p:cNvPr>
          <p:cNvSpPr txBox="1">
            <a:spLocks noChangeArrowheads="1"/>
          </p:cNvSpPr>
          <p:nvPr/>
        </p:nvSpPr>
        <p:spPr bwMode="auto">
          <a:xfrm flipH="1">
            <a:off x="1088571" y="194855"/>
            <a:ext cx="68609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dirty="0">
                <a:solidFill>
                  <a:srgbClr val="FFFF00"/>
                </a:solidFill>
                <a:cs typeface="Arial" panose="020B0604020202020204" pitchFamily="34" charset="0"/>
              </a:rPr>
              <a:t>Forecast for Manchester</a:t>
            </a:r>
          </a:p>
        </p:txBody>
      </p:sp>
      <p:pic>
        <p:nvPicPr>
          <p:cNvPr id="3" name="Picture 2">
            <a:extLst>
              <a:ext uri="{FF2B5EF4-FFF2-40B4-BE49-F238E27FC236}">
                <a16:creationId xmlns:a16="http://schemas.microsoft.com/office/drawing/2014/main" id="{D4F06ED5-7C03-224C-8633-DB106A312024}"/>
              </a:ext>
            </a:extLst>
          </p:cNvPr>
          <p:cNvPicPr>
            <a:picLocks noChangeAspect="1"/>
          </p:cNvPicPr>
          <p:nvPr/>
        </p:nvPicPr>
        <p:blipFill>
          <a:blip r:embed="rId2"/>
          <a:stretch>
            <a:fillRect/>
          </a:stretch>
        </p:blipFill>
        <p:spPr>
          <a:xfrm>
            <a:off x="1107232" y="834856"/>
            <a:ext cx="6559610" cy="4472688"/>
          </a:xfrm>
          <a:prstGeom prst="rect">
            <a:avLst/>
          </a:prstGeom>
        </p:spPr>
      </p:pic>
      <p:sp>
        <p:nvSpPr>
          <p:cNvPr id="5" name="TextBox 4">
            <a:extLst>
              <a:ext uri="{FF2B5EF4-FFF2-40B4-BE49-F238E27FC236}">
                <a16:creationId xmlns:a16="http://schemas.microsoft.com/office/drawing/2014/main" id="{A5D2865E-C3FF-4E4A-BFBD-0369142950E0}"/>
              </a:ext>
            </a:extLst>
          </p:cNvPr>
          <p:cNvSpPr txBox="1">
            <a:spLocks noChangeArrowheads="1"/>
          </p:cNvSpPr>
          <p:nvPr/>
        </p:nvSpPr>
        <p:spPr bwMode="auto">
          <a:xfrm rot="21149121" flipH="1">
            <a:off x="792097" y="530715"/>
            <a:ext cx="6860944" cy="1077218"/>
          </a:xfrm>
          <a:prstGeom prst="rect">
            <a:avLst/>
          </a:prstGeom>
          <a:solidFill>
            <a:srgbClr val="FF0000"/>
          </a:solid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dirty="0">
                <a:solidFill>
                  <a:srgbClr val="FFFF00"/>
                </a:solidFill>
                <a:cs typeface="Arial" panose="020B0604020202020204" pitchFamily="34" charset="0"/>
              </a:rPr>
              <a:t>How do they make post-code forecasts?</a:t>
            </a:r>
          </a:p>
        </p:txBody>
      </p:sp>
    </p:spTree>
    <p:extLst>
      <p:ext uri="{BB962C8B-B14F-4D97-AF65-F5344CB8AC3E}">
        <p14:creationId xmlns:p14="http://schemas.microsoft.com/office/powerpoint/2010/main" val="38987746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3794" name="TextBox 4">
            <a:extLst>
              <a:ext uri="{FF2B5EF4-FFF2-40B4-BE49-F238E27FC236}">
                <a16:creationId xmlns:a16="http://schemas.microsoft.com/office/drawing/2014/main" id="{205A757C-5ABF-864F-A388-979FA9309B1F}"/>
              </a:ext>
            </a:extLst>
          </p:cNvPr>
          <p:cNvSpPr txBox="1">
            <a:spLocks noChangeArrowheads="1"/>
          </p:cNvSpPr>
          <p:nvPr/>
        </p:nvSpPr>
        <p:spPr bwMode="auto">
          <a:xfrm>
            <a:off x="1981200" y="1638300"/>
            <a:ext cx="4988866"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FontTx/>
              <a:buNone/>
            </a:pPr>
            <a:r>
              <a:rPr lang="en-US" altLang="en-US" dirty="0">
                <a:solidFill>
                  <a:srgbClr val="FFFF00"/>
                </a:solidFill>
              </a:rPr>
              <a:t>How to use </a:t>
            </a:r>
            <a:r>
              <a:rPr lang="en-US" altLang="en-US" dirty="0" err="1">
                <a:solidFill>
                  <a:srgbClr val="FFFF00"/>
                </a:solidFill>
              </a:rPr>
              <a:t>ManUniCast</a:t>
            </a:r>
            <a:r>
              <a:rPr lang="en-US" altLang="en-US" dirty="0">
                <a:solidFill>
                  <a:srgbClr val="FFFF00"/>
                </a:solidFill>
              </a:rPr>
              <a:t> </a:t>
            </a:r>
          </a:p>
          <a:p>
            <a:pPr>
              <a:buFontTx/>
              <a:buNone/>
            </a:pPr>
            <a:r>
              <a:rPr lang="en-US" altLang="en-US" dirty="0">
                <a:solidFill>
                  <a:srgbClr val="FFFF00"/>
                </a:solidFill>
              </a:rPr>
              <a:t>to make your own forecast</a:t>
            </a:r>
          </a:p>
        </p:txBody>
      </p:sp>
      <p:pic>
        <p:nvPicPr>
          <p:cNvPr id="3" name="Picture 2">
            <a:extLst>
              <a:ext uri="{FF2B5EF4-FFF2-40B4-BE49-F238E27FC236}">
                <a16:creationId xmlns:a16="http://schemas.microsoft.com/office/drawing/2014/main" id="{20DD4CA7-F6C1-B14A-9711-9FECCA98F43E}"/>
              </a:ext>
            </a:extLst>
          </p:cNvPr>
          <p:cNvPicPr>
            <a:picLocks noChangeAspect="1"/>
          </p:cNvPicPr>
          <p:nvPr/>
        </p:nvPicPr>
        <p:blipFill>
          <a:blip r:embed="rId2"/>
          <a:stretch>
            <a:fillRect/>
          </a:stretch>
        </p:blipFill>
        <p:spPr>
          <a:xfrm>
            <a:off x="25879" y="3558042"/>
            <a:ext cx="2149494" cy="2156958"/>
          </a:xfrm>
          <a:prstGeom prst="rect">
            <a:avLst/>
          </a:prstGeom>
        </p:spPr>
      </p:pic>
      <p:sp>
        <p:nvSpPr>
          <p:cNvPr id="2" name="TextBox 1">
            <a:extLst>
              <a:ext uri="{FF2B5EF4-FFF2-40B4-BE49-F238E27FC236}">
                <a16:creationId xmlns:a16="http://schemas.microsoft.com/office/drawing/2014/main" id="{0CA97C0A-1B99-E347-9E26-373DECAB9D5F}"/>
              </a:ext>
            </a:extLst>
          </p:cNvPr>
          <p:cNvSpPr txBox="1"/>
          <p:nvPr/>
        </p:nvSpPr>
        <p:spPr>
          <a:xfrm>
            <a:off x="5181600" y="4636521"/>
            <a:ext cx="2427268" cy="461665"/>
          </a:xfrm>
          <a:prstGeom prst="rect">
            <a:avLst/>
          </a:prstGeom>
          <a:noFill/>
        </p:spPr>
        <p:txBody>
          <a:bodyPr wrap="none" rtlCol="0">
            <a:spAutoFit/>
          </a:bodyPr>
          <a:lstStyle/>
          <a:p>
            <a:r>
              <a:rPr lang="en-US" dirty="0" err="1">
                <a:solidFill>
                  <a:schemeClr val="bg1"/>
                </a:solidFill>
              </a:rPr>
              <a:t>manunicast.com</a:t>
            </a:r>
            <a:endParaRPr lang="en-US" dirty="0">
              <a:solidFill>
                <a:schemeClr val="bg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98D17D-F59D-2E47-B97E-A072901569E6}"/>
              </a:ext>
            </a:extLst>
          </p:cNvPr>
          <p:cNvPicPr>
            <a:picLocks noChangeAspect="1"/>
          </p:cNvPicPr>
          <p:nvPr/>
        </p:nvPicPr>
        <p:blipFill>
          <a:blip r:embed="rId2"/>
          <a:stretch>
            <a:fillRect/>
          </a:stretch>
        </p:blipFill>
        <p:spPr>
          <a:xfrm>
            <a:off x="0" y="-8284"/>
            <a:ext cx="9144000" cy="5723283"/>
          </a:xfrm>
          <a:prstGeom prst="rect">
            <a:avLst/>
          </a:prstGeom>
        </p:spPr>
      </p:pic>
      <p:sp>
        <p:nvSpPr>
          <p:cNvPr id="5" name="TextBox 4">
            <a:extLst>
              <a:ext uri="{FF2B5EF4-FFF2-40B4-BE49-F238E27FC236}">
                <a16:creationId xmlns:a16="http://schemas.microsoft.com/office/drawing/2014/main" id="{A6D9C4F6-5CB8-1B4B-A81B-4994F94B34B1}"/>
              </a:ext>
            </a:extLst>
          </p:cNvPr>
          <p:cNvSpPr txBox="1">
            <a:spLocks noChangeArrowheads="1"/>
          </p:cNvSpPr>
          <p:nvPr/>
        </p:nvSpPr>
        <p:spPr bwMode="auto">
          <a:xfrm>
            <a:off x="5715000" y="-8284"/>
            <a:ext cx="33281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err="1">
                <a:solidFill>
                  <a:srgbClr val="FFFF00"/>
                </a:solidFill>
                <a:cs typeface="Arial" panose="020B0604020202020204" pitchFamily="34" charset="0"/>
              </a:rPr>
              <a:t>ManUniCast.com</a:t>
            </a:r>
            <a:endParaRPr lang="en-US" altLang="en-US" dirty="0">
              <a:solidFill>
                <a:srgbClr val="FFFF00"/>
              </a:solidFill>
              <a:cs typeface="Arial" panose="020B0604020202020204" pitchFamily="34" charset="0"/>
            </a:endParaRPr>
          </a:p>
        </p:txBody>
      </p:sp>
    </p:spTree>
    <p:extLst>
      <p:ext uri="{BB962C8B-B14F-4D97-AF65-F5344CB8AC3E}">
        <p14:creationId xmlns:p14="http://schemas.microsoft.com/office/powerpoint/2010/main" val="42569921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4818" name="TextBox 4">
            <a:extLst>
              <a:ext uri="{FF2B5EF4-FFF2-40B4-BE49-F238E27FC236}">
                <a16:creationId xmlns:a16="http://schemas.microsoft.com/office/drawing/2014/main" id="{E4EDDA61-BC47-D745-8818-BACD06F1B30B}"/>
              </a:ext>
            </a:extLst>
          </p:cNvPr>
          <p:cNvSpPr txBox="1">
            <a:spLocks noChangeArrowheads="1"/>
          </p:cNvSpPr>
          <p:nvPr/>
        </p:nvSpPr>
        <p:spPr bwMode="auto">
          <a:xfrm>
            <a:off x="1981200" y="1790700"/>
            <a:ext cx="49141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Weather safety in the field</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34818" name="TextBox 4">
            <a:extLst>
              <a:ext uri="{FF2B5EF4-FFF2-40B4-BE49-F238E27FC236}">
                <a16:creationId xmlns:a16="http://schemas.microsoft.com/office/drawing/2014/main" id="{E4EDDA61-BC47-D745-8818-BACD06F1B30B}"/>
              </a:ext>
            </a:extLst>
          </p:cNvPr>
          <p:cNvSpPr txBox="1">
            <a:spLocks noChangeArrowheads="1"/>
          </p:cNvSpPr>
          <p:nvPr/>
        </p:nvSpPr>
        <p:spPr bwMode="auto">
          <a:xfrm>
            <a:off x="304800" y="1409700"/>
            <a:ext cx="8510663"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8000" dirty="0">
                <a:solidFill>
                  <a:srgbClr val="FFFF00"/>
                </a:solidFill>
                <a:cs typeface="Arial" panose="020B0604020202020204" pitchFamily="34" charset="0"/>
              </a:rPr>
              <a:t>This lecture could </a:t>
            </a:r>
          </a:p>
          <a:p>
            <a:pPr algn="ctr">
              <a:spcBef>
                <a:spcPct val="0"/>
              </a:spcBef>
              <a:buFontTx/>
              <a:buNone/>
            </a:pPr>
            <a:r>
              <a:rPr lang="en-US" altLang="en-US" sz="8000" dirty="0">
                <a:solidFill>
                  <a:srgbClr val="FFFF00"/>
                </a:solidFill>
                <a:cs typeface="Arial" panose="020B0604020202020204" pitchFamily="34" charset="0"/>
              </a:rPr>
              <a:t>save your life.</a:t>
            </a:r>
          </a:p>
        </p:txBody>
      </p:sp>
    </p:spTree>
    <p:extLst>
      <p:ext uri="{BB962C8B-B14F-4D97-AF65-F5344CB8AC3E}">
        <p14:creationId xmlns:p14="http://schemas.microsoft.com/office/powerpoint/2010/main" val="335887542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C8A1ED-E5A5-5541-AF97-B640935B970C}"/>
              </a:ext>
            </a:extLst>
          </p:cNvPr>
          <p:cNvSpPr txBox="1"/>
          <p:nvPr/>
        </p:nvSpPr>
        <p:spPr>
          <a:xfrm>
            <a:off x="381000" y="5295900"/>
            <a:ext cx="8389925" cy="307777"/>
          </a:xfrm>
          <a:prstGeom prst="rect">
            <a:avLst/>
          </a:prstGeom>
          <a:noFill/>
        </p:spPr>
        <p:txBody>
          <a:bodyPr wrap="none" rtlCol="0">
            <a:spAutoFit/>
          </a:bodyPr>
          <a:lstStyle/>
          <a:p>
            <a:r>
              <a:rPr lang="en-US" sz="1400" dirty="0">
                <a:solidFill>
                  <a:schemeClr val="bg1"/>
                </a:solidFill>
              </a:rPr>
              <a:t>https://</a:t>
            </a:r>
            <a:r>
              <a:rPr lang="en-US" sz="1400" dirty="0" err="1">
                <a:solidFill>
                  <a:schemeClr val="bg1"/>
                </a:solidFill>
              </a:rPr>
              <a:t>www.mub.eps.manchester.ac.uk</a:t>
            </a:r>
            <a:r>
              <a:rPr lang="en-US" sz="1400" dirty="0">
                <a:solidFill>
                  <a:schemeClr val="bg1"/>
                </a:solidFill>
              </a:rPr>
              <a:t>/sees/2021/01/21/mountain-safety-student-ambassador-insights/</a:t>
            </a:r>
          </a:p>
        </p:txBody>
      </p:sp>
      <p:pic>
        <p:nvPicPr>
          <p:cNvPr id="5" name="Picture 4">
            <a:extLst>
              <a:ext uri="{FF2B5EF4-FFF2-40B4-BE49-F238E27FC236}">
                <a16:creationId xmlns:a16="http://schemas.microsoft.com/office/drawing/2014/main" id="{DA8D2E88-09A4-994B-A098-CB46F7ADDCEE}"/>
              </a:ext>
            </a:extLst>
          </p:cNvPr>
          <p:cNvPicPr>
            <a:picLocks noChangeAspect="1"/>
          </p:cNvPicPr>
          <p:nvPr/>
        </p:nvPicPr>
        <p:blipFill>
          <a:blip r:embed="rId2"/>
          <a:stretch>
            <a:fillRect/>
          </a:stretch>
        </p:blipFill>
        <p:spPr>
          <a:xfrm>
            <a:off x="1066800" y="495300"/>
            <a:ext cx="3581400" cy="4635500"/>
          </a:xfrm>
          <a:prstGeom prst="rect">
            <a:avLst/>
          </a:prstGeom>
        </p:spPr>
      </p:pic>
      <p:pic>
        <p:nvPicPr>
          <p:cNvPr id="7" name="Picture 6">
            <a:extLst>
              <a:ext uri="{FF2B5EF4-FFF2-40B4-BE49-F238E27FC236}">
                <a16:creationId xmlns:a16="http://schemas.microsoft.com/office/drawing/2014/main" id="{25F684A6-6DB3-4B4F-80C5-53457363A091}"/>
              </a:ext>
            </a:extLst>
          </p:cNvPr>
          <p:cNvPicPr>
            <a:picLocks noChangeAspect="1"/>
          </p:cNvPicPr>
          <p:nvPr/>
        </p:nvPicPr>
        <p:blipFill>
          <a:blip r:embed="rId3"/>
          <a:stretch>
            <a:fillRect/>
          </a:stretch>
        </p:blipFill>
        <p:spPr>
          <a:xfrm>
            <a:off x="4648200" y="495300"/>
            <a:ext cx="3606800" cy="4635500"/>
          </a:xfrm>
          <a:prstGeom prst="rect">
            <a:avLst/>
          </a:prstGeom>
        </p:spPr>
      </p:pic>
      <p:sp>
        <p:nvSpPr>
          <p:cNvPr id="8" name="TextBox 7">
            <a:extLst>
              <a:ext uri="{FF2B5EF4-FFF2-40B4-BE49-F238E27FC236}">
                <a16:creationId xmlns:a16="http://schemas.microsoft.com/office/drawing/2014/main" id="{FC6D8086-1EBD-0448-971F-A488D41DA3ED}"/>
              </a:ext>
            </a:extLst>
          </p:cNvPr>
          <p:cNvSpPr txBox="1"/>
          <p:nvPr/>
        </p:nvSpPr>
        <p:spPr>
          <a:xfrm>
            <a:off x="1066800" y="4607580"/>
            <a:ext cx="2454518" cy="523220"/>
          </a:xfrm>
          <a:prstGeom prst="rect">
            <a:avLst/>
          </a:prstGeom>
          <a:noFill/>
        </p:spPr>
        <p:txBody>
          <a:bodyPr wrap="none" rtlCol="0">
            <a:spAutoFit/>
          </a:bodyPr>
          <a:lstStyle/>
          <a:p>
            <a:r>
              <a:rPr lang="en-US" sz="1400" dirty="0">
                <a:solidFill>
                  <a:schemeClr val="bg1"/>
                </a:solidFill>
              </a:rPr>
              <a:t>Olivia Heard, third-year BSc </a:t>
            </a:r>
          </a:p>
          <a:p>
            <a:r>
              <a:rPr lang="en-US" sz="1400" dirty="0">
                <a:solidFill>
                  <a:schemeClr val="bg1"/>
                </a:solidFill>
              </a:rPr>
              <a:t>Geology/Geography student</a:t>
            </a:r>
          </a:p>
        </p:txBody>
      </p:sp>
      <p:pic>
        <p:nvPicPr>
          <p:cNvPr id="10" name="Picture 9">
            <a:extLst>
              <a:ext uri="{FF2B5EF4-FFF2-40B4-BE49-F238E27FC236}">
                <a16:creationId xmlns:a16="http://schemas.microsoft.com/office/drawing/2014/main" id="{B725797B-7E8D-BA40-BA70-495C7BDC36F5}"/>
              </a:ext>
            </a:extLst>
          </p:cNvPr>
          <p:cNvPicPr>
            <a:picLocks noChangeAspect="1"/>
          </p:cNvPicPr>
          <p:nvPr/>
        </p:nvPicPr>
        <p:blipFill>
          <a:blip r:embed="rId4"/>
          <a:stretch>
            <a:fillRect/>
          </a:stretch>
        </p:blipFill>
        <p:spPr>
          <a:xfrm>
            <a:off x="3498294" y="1"/>
            <a:ext cx="2188029" cy="2171700"/>
          </a:xfrm>
          <a:prstGeom prst="rect">
            <a:avLst/>
          </a:prstGeom>
        </p:spPr>
      </p:pic>
      <p:sp>
        <p:nvSpPr>
          <p:cNvPr id="11" name="Oval 10">
            <a:extLst>
              <a:ext uri="{FF2B5EF4-FFF2-40B4-BE49-F238E27FC236}">
                <a16:creationId xmlns:a16="http://schemas.microsoft.com/office/drawing/2014/main" id="{D5858E3C-4965-FC4C-8D6F-16757BE270B4}"/>
              </a:ext>
            </a:extLst>
          </p:cNvPr>
          <p:cNvSpPr/>
          <p:nvPr/>
        </p:nvSpPr>
        <p:spPr>
          <a:xfrm rot="16200000">
            <a:off x="4800600" y="1257300"/>
            <a:ext cx="76200" cy="76200"/>
          </a:xfrm>
          <a:prstGeom prst="ellipse">
            <a:avLst/>
          </a:prstGeom>
          <a:solidFill>
            <a:srgbClr val="FF0000"/>
          </a:solidFill>
          <a:ln>
            <a:solidFill>
              <a:srgbClr val="FF0000"/>
            </a:solidFill>
          </a:ln>
          <a:effectLst>
            <a:outerShdw blurRad="40000" dist="23000" dir="5400000" rotWithShape="0">
              <a:srgbClr val="FF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9030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03295C7-3561-F94E-B81F-DD1CC102E274}"/>
              </a:ext>
            </a:extLst>
          </p:cNvPr>
          <p:cNvPicPr>
            <a:picLocks noChangeAspect="1"/>
          </p:cNvPicPr>
          <p:nvPr/>
        </p:nvPicPr>
        <p:blipFill>
          <a:blip r:embed="rId2"/>
          <a:stretch>
            <a:fillRect/>
          </a:stretch>
        </p:blipFill>
        <p:spPr>
          <a:xfrm>
            <a:off x="-24848" y="-222595"/>
            <a:ext cx="9193696" cy="5937595"/>
          </a:xfrm>
          <a:prstGeom prst="rect">
            <a:avLst/>
          </a:prstGeom>
        </p:spPr>
      </p:pic>
      <p:pic>
        <p:nvPicPr>
          <p:cNvPr id="9" name="Picture 8">
            <a:extLst>
              <a:ext uri="{FF2B5EF4-FFF2-40B4-BE49-F238E27FC236}">
                <a16:creationId xmlns:a16="http://schemas.microsoft.com/office/drawing/2014/main" id="{EAFBC414-1461-6C4C-BD68-CE3DB6BB0FA6}"/>
              </a:ext>
            </a:extLst>
          </p:cNvPr>
          <p:cNvPicPr>
            <a:picLocks noChangeAspect="1"/>
          </p:cNvPicPr>
          <p:nvPr/>
        </p:nvPicPr>
        <p:blipFill>
          <a:blip r:embed="rId3"/>
          <a:stretch>
            <a:fillRect/>
          </a:stretch>
        </p:blipFill>
        <p:spPr>
          <a:xfrm>
            <a:off x="5562600" y="367954"/>
            <a:ext cx="3329547" cy="4756495"/>
          </a:xfrm>
          <a:prstGeom prst="rect">
            <a:avLst/>
          </a:prstGeom>
        </p:spPr>
      </p:pic>
      <p:sp>
        <p:nvSpPr>
          <p:cNvPr id="14" name="TextBox 13">
            <a:extLst>
              <a:ext uri="{FF2B5EF4-FFF2-40B4-BE49-F238E27FC236}">
                <a16:creationId xmlns:a16="http://schemas.microsoft.com/office/drawing/2014/main" id="{96DC4FF8-95C2-094F-9A71-7D275ACFDE1F}"/>
              </a:ext>
            </a:extLst>
          </p:cNvPr>
          <p:cNvSpPr txBox="1"/>
          <p:nvPr/>
        </p:nvSpPr>
        <p:spPr>
          <a:xfrm>
            <a:off x="228600" y="-93711"/>
            <a:ext cx="3954929" cy="923330"/>
          </a:xfrm>
          <a:prstGeom prst="rect">
            <a:avLst/>
          </a:prstGeom>
          <a:noFill/>
        </p:spPr>
        <p:txBody>
          <a:bodyPr wrap="none" rtlCol="0">
            <a:spAutoFit/>
          </a:bodyPr>
          <a:lstStyle/>
          <a:p>
            <a:r>
              <a:rPr lang="en-US" sz="5400" dirty="0">
                <a:solidFill>
                  <a:srgbClr val="FFFF00"/>
                </a:solidFill>
              </a:rPr>
              <a:t>LIGHTNING</a:t>
            </a:r>
          </a:p>
        </p:txBody>
      </p:sp>
    </p:spTree>
    <p:extLst>
      <p:ext uri="{BB962C8B-B14F-4D97-AF65-F5344CB8AC3E}">
        <p14:creationId xmlns:p14="http://schemas.microsoft.com/office/powerpoint/2010/main" val="205768316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F76E31-9846-9648-8E54-2A0E8435A0E5}"/>
              </a:ext>
            </a:extLst>
          </p:cNvPr>
          <p:cNvPicPr>
            <a:picLocks noChangeAspect="1"/>
          </p:cNvPicPr>
          <p:nvPr/>
        </p:nvPicPr>
        <p:blipFill>
          <a:blip r:embed="rId3"/>
          <a:stretch>
            <a:fillRect/>
          </a:stretch>
        </p:blipFill>
        <p:spPr>
          <a:xfrm>
            <a:off x="74841" y="136608"/>
            <a:ext cx="6400800" cy="5352081"/>
          </a:xfrm>
          <a:prstGeom prst="rect">
            <a:avLst/>
          </a:prstGeom>
        </p:spPr>
      </p:pic>
      <p:sp>
        <p:nvSpPr>
          <p:cNvPr id="6" name="TextBox 5">
            <a:extLst>
              <a:ext uri="{FF2B5EF4-FFF2-40B4-BE49-F238E27FC236}">
                <a16:creationId xmlns:a16="http://schemas.microsoft.com/office/drawing/2014/main" id="{B2A791D7-0562-EA41-BC0F-0AA684DCB305}"/>
              </a:ext>
            </a:extLst>
          </p:cNvPr>
          <p:cNvSpPr txBox="1"/>
          <p:nvPr/>
        </p:nvSpPr>
        <p:spPr>
          <a:xfrm>
            <a:off x="6475641" y="5345668"/>
            <a:ext cx="2668359" cy="369332"/>
          </a:xfrm>
          <a:prstGeom prst="rect">
            <a:avLst/>
          </a:prstGeom>
          <a:noFill/>
        </p:spPr>
        <p:txBody>
          <a:bodyPr wrap="none" rtlCol="0">
            <a:spAutoFit/>
          </a:bodyPr>
          <a:lstStyle/>
          <a:p>
            <a:r>
              <a:rPr lang="en-US" sz="1800" dirty="0"/>
              <a:t>(</a:t>
            </a:r>
            <a:r>
              <a:rPr lang="en-US" sz="1800" dirty="0" err="1"/>
              <a:t>Elsom</a:t>
            </a:r>
            <a:r>
              <a:rPr lang="en-US" sz="1800" dirty="0"/>
              <a:t> and Webb 2017)</a:t>
            </a:r>
          </a:p>
        </p:txBody>
      </p:sp>
      <p:sp>
        <p:nvSpPr>
          <p:cNvPr id="7" name="TextBox 6">
            <a:extLst>
              <a:ext uri="{FF2B5EF4-FFF2-40B4-BE49-F238E27FC236}">
                <a16:creationId xmlns:a16="http://schemas.microsoft.com/office/drawing/2014/main" id="{7CBAFCA2-A90F-764B-A9D5-F5082CCEC7D8}"/>
              </a:ext>
            </a:extLst>
          </p:cNvPr>
          <p:cNvSpPr txBox="1"/>
          <p:nvPr/>
        </p:nvSpPr>
        <p:spPr>
          <a:xfrm>
            <a:off x="6475641" y="1562100"/>
            <a:ext cx="2146742" cy="923330"/>
          </a:xfrm>
          <a:prstGeom prst="rect">
            <a:avLst/>
          </a:prstGeom>
          <a:noFill/>
        </p:spPr>
        <p:txBody>
          <a:bodyPr wrap="none" rtlCol="0">
            <a:spAutoFit/>
          </a:bodyPr>
          <a:lstStyle/>
          <a:p>
            <a:r>
              <a:rPr lang="en-US" sz="1800" dirty="0"/>
              <a:t>On average in UK:</a:t>
            </a:r>
          </a:p>
          <a:p>
            <a:r>
              <a:rPr lang="en-US" sz="1800" dirty="0"/>
              <a:t>2 deaths per year</a:t>
            </a:r>
          </a:p>
          <a:p>
            <a:r>
              <a:rPr lang="en-US" sz="1800" dirty="0"/>
              <a:t>29 injuries per year</a:t>
            </a:r>
          </a:p>
        </p:txBody>
      </p:sp>
    </p:spTree>
    <p:extLst>
      <p:ext uri="{BB962C8B-B14F-4D97-AF65-F5344CB8AC3E}">
        <p14:creationId xmlns:p14="http://schemas.microsoft.com/office/powerpoint/2010/main" val="356133851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2A791D7-0562-EA41-BC0F-0AA684DCB305}"/>
              </a:ext>
            </a:extLst>
          </p:cNvPr>
          <p:cNvSpPr txBox="1"/>
          <p:nvPr/>
        </p:nvSpPr>
        <p:spPr>
          <a:xfrm>
            <a:off x="6475641" y="5345668"/>
            <a:ext cx="2668359" cy="369332"/>
          </a:xfrm>
          <a:prstGeom prst="rect">
            <a:avLst/>
          </a:prstGeom>
          <a:noFill/>
        </p:spPr>
        <p:txBody>
          <a:bodyPr wrap="none" rtlCol="0">
            <a:spAutoFit/>
          </a:bodyPr>
          <a:lstStyle/>
          <a:p>
            <a:r>
              <a:rPr lang="en-US" sz="1800" dirty="0"/>
              <a:t>(</a:t>
            </a:r>
            <a:r>
              <a:rPr lang="en-US" sz="1800" dirty="0" err="1"/>
              <a:t>Elsom</a:t>
            </a:r>
            <a:r>
              <a:rPr lang="en-US" sz="1800" dirty="0"/>
              <a:t> and Webb 2014)</a:t>
            </a:r>
          </a:p>
        </p:txBody>
      </p:sp>
      <p:pic>
        <p:nvPicPr>
          <p:cNvPr id="9" name="Picture 8">
            <a:extLst>
              <a:ext uri="{FF2B5EF4-FFF2-40B4-BE49-F238E27FC236}">
                <a16:creationId xmlns:a16="http://schemas.microsoft.com/office/drawing/2014/main" id="{ABEAB073-A6CC-7743-BF1F-9FB1C565DFD7}"/>
              </a:ext>
            </a:extLst>
          </p:cNvPr>
          <p:cNvPicPr>
            <a:picLocks noChangeAspect="1"/>
          </p:cNvPicPr>
          <p:nvPr/>
        </p:nvPicPr>
        <p:blipFill>
          <a:blip r:embed="rId3"/>
          <a:stretch>
            <a:fillRect/>
          </a:stretch>
        </p:blipFill>
        <p:spPr>
          <a:xfrm>
            <a:off x="74841" y="136608"/>
            <a:ext cx="8210470" cy="5209060"/>
          </a:xfrm>
          <a:prstGeom prst="rect">
            <a:avLst/>
          </a:prstGeom>
        </p:spPr>
      </p:pic>
    </p:spTree>
    <p:extLst>
      <p:ext uri="{BB962C8B-B14F-4D97-AF65-F5344CB8AC3E}">
        <p14:creationId xmlns:p14="http://schemas.microsoft.com/office/powerpoint/2010/main" val="21849036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00E727CF-F76E-D946-979F-3B8434F2810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083" y="1545167"/>
            <a:ext cx="6085417" cy="3852333"/>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5" name="Rectangle 3">
            <a:extLst>
              <a:ext uri="{FF2B5EF4-FFF2-40B4-BE49-F238E27FC236}">
                <a16:creationId xmlns:a16="http://schemas.microsoft.com/office/drawing/2014/main" id="{07199555-96CA-6F4A-B146-7C391A54B60F}"/>
              </a:ext>
            </a:extLst>
          </p:cNvPr>
          <p:cNvSpPr>
            <a:spLocks noChangeArrowheads="1"/>
          </p:cNvSpPr>
          <p:nvPr/>
        </p:nvSpPr>
        <p:spPr bwMode="auto">
          <a:xfrm>
            <a:off x="1016000" y="317500"/>
            <a:ext cx="7112000" cy="635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p>
            <a:pPr algn="ctr">
              <a:lnSpc>
                <a:spcPct val="90000"/>
              </a:lnSpc>
            </a:pPr>
            <a:r>
              <a:rPr lang="en-US" altLang="en-US" sz="3333" b="1">
                <a:solidFill>
                  <a:schemeClr val="accent2"/>
                </a:solidFill>
              </a:rPr>
              <a:t>Cumulus</a:t>
            </a:r>
            <a:r>
              <a:rPr lang="en-US" altLang="en-US" sz="3333" b="1">
                <a:solidFill>
                  <a:srgbClr val="114FFB"/>
                </a:solidFill>
              </a:rPr>
              <a:t> </a:t>
            </a:r>
            <a:r>
              <a:rPr lang="en-US" altLang="en-US" sz="3333" b="1">
                <a:solidFill>
                  <a:schemeClr val="accent2"/>
                </a:solidFill>
              </a:rPr>
              <a:t>Towers</a:t>
            </a:r>
            <a:endParaRPr lang="en-US" altLang="en-US" sz="3333" b="1">
              <a:solidFill>
                <a:srgbClr val="114FFB"/>
              </a:solidFill>
            </a:endParaRPr>
          </a:p>
        </p:txBody>
      </p:sp>
      <p:sp>
        <p:nvSpPr>
          <p:cNvPr id="8196" name="Arc 4">
            <a:extLst>
              <a:ext uri="{FF2B5EF4-FFF2-40B4-BE49-F238E27FC236}">
                <a16:creationId xmlns:a16="http://schemas.microsoft.com/office/drawing/2014/main" id="{BB7ADBCE-E7B8-514B-98D6-C2C246C2C795}"/>
              </a:ext>
            </a:extLst>
          </p:cNvPr>
          <p:cNvSpPr>
            <a:spLocks/>
          </p:cNvSpPr>
          <p:nvPr/>
        </p:nvSpPr>
        <p:spPr bwMode="auto">
          <a:xfrm>
            <a:off x="3984625" y="2984500"/>
            <a:ext cx="523875" cy="254000"/>
          </a:xfrm>
          <a:custGeom>
            <a:avLst/>
            <a:gdLst>
              <a:gd name="G0" fmla="+- 21600 0 0"/>
              <a:gd name="G1" fmla="+- 21600 0 0"/>
              <a:gd name="G2" fmla="+- 21600 0 0"/>
              <a:gd name="T0" fmla="*/ 0 w 21600"/>
              <a:gd name="T1" fmla="*/ 21600 h 21600"/>
              <a:gd name="T2" fmla="*/ 2154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92"/>
                  <a:pt x="9637" y="30"/>
                  <a:pt x="21545" y="0"/>
                </a:cubicBezTo>
              </a:path>
              <a:path w="21600" h="21600" stroke="0" extrusionOk="0">
                <a:moveTo>
                  <a:pt x="0" y="21600"/>
                </a:moveTo>
                <a:cubicBezTo>
                  <a:pt x="0" y="9692"/>
                  <a:pt x="9637" y="30"/>
                  <a:pt x="21545" y="0"/>
                </a:cubicBezTo>
                <a:lnTo>
                  <a:pt x="21600" y="21600"/>
                </a:lnTo>
                <a:close/>
              </a:path>
            </a:pathLst>
          </a:custGeom>
          <a:noFill/>
          <a:ln w="63500" cap="rnd">
            <a:solidFill>
              <a:srgbClr val="FC012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197" name="Arc 5">
            <a:extLst>
              <a:ext uri="{FF2B5EF4-FFF2-40B4-BE49-F238E27FC236}">
                <a16:creationId xmlns:a16="http://schemas.microsoft.com/office/drawing/2014/main" id="{F3A1BA78-E55A-454A-93A2-037A142C764E}"/>
              </a:ext>
            </a:extLst>
          </p:cNvPr>
          <p:cNvSpPr>
            <a:spLocks/>
          </p:cNvSpPr>
          <p:nvPr/>
        </p:nvSpPr>
        <p:spPr bwMode="auto">
          <a:xfrm>
            <a:off x="5507303" y="2640542"/>
            <a:ext cx="441854" cy="216958"/>
          </a:xfrm>
          <a:custGeom>
            <a:avLst/>
            <a:gdLst>
              <a:gd name="G0" fmla="+- 948 0 0"/>
              <a:gd name="G1" fmla="+- 21600 0 0"/>
              <a:gd name="G2" fmla="+- 21600 0 0"/>
              <a:gd name="T0" fmla="*/ 0 w 22548"/>
              <a:gd name="T1" fmla="*/ 21 h 21600"/>
              <a:gd name="T2" fmla="*/ 22548 w 22548"/>
              <a:gd name="T3" fmla="*/ 21600 h 21600"/>
              <a:gd name="T4" fmla="*/ 948 w 22548"/>
              <a:gd name="T5" fmla="*/ 21600 h 21600"/>
            </a:gdLst>
            <a:ahLst/>
            <a:cxnLst>
              <a:cxn ang="0">
                <a:pos x="T0" y="T1"/>
              </a:cxn>
              <a:cxn ang="0">
                <a:pos x="T2" y="T3"/>
              </a:cxn>
              <a:cxn ang="0">
                <a:pos x="T4" y="T5"/>
              </a:cxn>
            </a:cxnLst>
            <a:rect l="0" t="0" r="r" b="b"/>
            <a:pathLst>
              <a:path w="22548" h="21600" fill="none" extrusionOk="0">
                <a:moveTo>
                  <a:pt x="-1" y="20"/>
                </a:moveTo>
                <a:cubicBezTo>
                  <a:pt x="315" y="6"/>
                  <a:pt x="631" y="0"/>
                  <a:pt x="948" y="0"/>
                </a:cubicBezTo>
                <a:cubicBezTo>
                  <a:pt x="12877" y="0"/>
                  <a:pt x="22548" y="9670"/>
                  <a:pt x="22548" y="21600"/>
                </a:cubicBezTo>
              </a:path>
              <a:path w="22548" h="21600" stroke="0" extrusionOk="0">
                <a:moveTo>
                  <a:pt x="-1" y="20"/>
                </a:moveTo>
                <a:cubicBezTo>
                  <a:pt x="315" y="6"/>
                  <a:pt x="631" y="0"/>
                  <a:pt x="948" y="0"/>
                </a:cubicBezTo>
                <a:cubicBezTo>
                  <a:pt x="12877" y="0"/>
                  <a:pt x="22548" y="9670"/>
                  <a:pt x="22548" y="21600"/>
                </a:cubicBezTo>
                <a:lnTo>
                  <a:pt x="948" y="21600"/>
                </a:lnTo>
                <a:close/>
              </a:path>
            </a:pathLst>
          </a:custGeom>
          <a:noFill/>
          <a:ln w="63500" cap="rnd">
            <a:solidFill>
              <a:srgbClr val="FC012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198" name="Arc 6">
            <a:extLst>
              <a:ext uri="{FF2B5EF4-FFF2-40B4-BE49-F238E27FC236}">
                <a16:creationId xmlns:a16="http://schemas.microsoft.com/office/drawing/2014/main" id="{A99E6F42-C8D7-CF44-BFC7-410F3E259C83}"/>
              </a:ext>
            </a:extLst>
          </p:cNvPr>
          <p:cNvSpPr>
            <a:spLocks/>
          </p:cNvSpPr>
          <p:nvPr/>
        </p:nvSpPr>
        <p:spPr bwMode="auto">
          <a:xfrm>
            <a:off x="5103813" y="2640542"/>
            <a:ext cx="423333" cy="216958"/>
          </a:xfrm>
          <a:custGeom>
            <a:avLst/>
            <a:gdLst>
              <a:gd name="G0" fmla="+- 21600 0 0"/>
              <a:gd name="G1" fmla="+- 21600 0 0"/>
              <a:gd name="G2" fmla="+- 21600 0 0"/>
              <a:gd name="T0" fmla="*/ 0 w 21600"/>
              <a:gd name="T1" fmla="*/ 21600 h 21600"/>
              <a:gd name="T2" fmla="*/ 21547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91"/>
                  <a:pt x="9638" y="29"/>
                  <a:pt x="21547" y="0"/>
                </a:cubicBezTo>
              </a:path>
              <a:path w="21600" h="21600" stroke="0" extrusionOk="0">
                <a:moveTo>
                  <a:pt x="0" y="21600"/>
                </a:moveTo>
                <a:cubicBezTo>
                  <a:pt x="0" y="9691"/>
                  <a:pt x="9638" y="29"/>
                  <a:pt x="21547" y="0"/>
                </a:cubicBezTo>
                <a:lnTo>
                  <a:pt x="21600" y="21600"/>
                </a:lnTo>
                <a:close/>
              </a:path>
            </a:pathLst>
          </a:custGeom>
          <a:noFill/>
          <a:ln w="63500" cap="rnd">
            <a:solidFill>
              <a:srgbClr val="FC012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199" name="Arc 7">
            <a:extLst>
              <a:ext uri="{FF2B5EF4-FFF2-40B4-BE49-F238E27FC236}">
                <a16:creationId xmlns:a16="http://schemas.microsoft.com/office/drawing/2014/main" id="{E88284C4-7B82-834A-AC62-9708FE0F1BCB}"/>
              </a:ext>
            </a:extLst>
          </p:cNvPr>
          <p:cNvSpPr>
            <a:spLocks/>
          </p:cNvSpPr>
          <p:nvPr/>
        </p:nvSpPr>
        <p:spPr bwMode="auto">
          <a:xfrm>
            <a:off x="3343011" y="3772958"/>
            <a:ext cx="276489" cy="164042"/>
          </a:xfrm>
          <a:custGeom>
            <a:avLst/>
            <a:gdLst>
              <a:gd name="G0" fmla="+- 104 0 0"/>
              <a:gd name="G1" fmla="+- 21600 0 0"/>
              <a:gd name="G2" fmla="+- 21600 0 0"/>
              <a:gd name="T0" fmla="*/ 0 w 21704"/>
              <a:gd name="T1" fmla="*/ 0 h 21600"/>
              <a:gd name="T2" fmla="*/ 21704 w 21704"/>
              <a:gd name="T3" fmla="*/ 21600 h 21600"/>
              <a:gd name="T4" fmla="*/ 104 w 21704"/>
              <a:gd name="T5" fmla="*/ 21600 h 21600"/>
            </a:gdLst>
            <a:ahLst/>
            <a:cxnLst>
              <a:cxn ang="0">
                <a:pos x="T0" y="T1"/>
              </a:cxn>
              <a:cxn ang="0">
                <a:pos x="T2" y="T3"/>
              </a:cxn>
              <a:cxn ang="0">
                <a:pos x="T4" y="T5"/>
              </a:cxn>
            </a:cxnLst>
            <a:rect l="0" t="0" r="r" b="b"/>
            <a:pathLst>
              <a:path w="21704" h="21600" fill="none" extrusionOk="0">
                <a:moveTo>
                  <a:pt x="0" y="0"/>
                </a:moveTo>
                <a:cubicBezTo>
                  <a:pt x="34" y="0"/>
                  <a:pt x="69" y="0"/>
                  <a:pt x="104" y="0"/>
                </a:cubicBezTo>
                <a:cubicBezTo>
                  <a:pt x="12033" y="0"/>
                  <a:pt x="21704" y="9670"/>
                  <a:pt x="21704" y="21600"/>
                </a:cubicBezTo>
              </a:path>
              <a:path w="21704" h="21600" stroke="0" extrusionOk="0">
                <a:moveTo>
                  <a:pt x="0" y="0"/>
                </a:moveTo>
                <a:cubicBezTo>
                  <a:pt x="34" y="0"/>
                  <a:pt x="69" y="0"/>
                  <a:pt x="104" y="0"/>
                </a:cubicBezTo>
                <a:cubicBezTo>
                  <a:pt x="12033" y="0"/>
                  <a:pt x="21704" y="9670"/>
                  <a:pt x="21704" y="21600"/>
                </a:cubicBezTo>
                <a:lnTo>
                  <a:pt x="104" y="21600"/>
                </a:lnTo>
                <a:close/>
              </a:path>
            </a:pathLst>
          </a:custGeom>
          <a:noFill/>
          <a:ln w="63500" cap="rnd">
            <a:solidFill>
              <a:srgbClr val="FC012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200" name="Arc 8">
            <a:extLst>
              <a:ext uri="{FF2B5EF4-FFF2-40B4-BE49-F238E27FC236}">
                <a16:creationId xmlns:a16="http://schemas.microsoft.com/office/drawing/2014/main" id="{2A25A261-FAD0-A346-A044-A62D1C5A9CBF}"/>
              </a:ext>
            </a:extLst>
          </p:cNvPr>
          <p:cNvSpPr>
            <a:spLocks/>
          </p:cNvSpPr>
          <p:nvPr/>
        </p:nvSpPr>
        <p:spPr bwMode="auto">
          <a:xfrm>
            <a:off x="4508500" y="2984500"/>
            <a:ext cx="525198" cy="254000"/>
          </a:xfrm>
          <a:custGeom>
            <a:avLst/>
            <a:gdLst>
              <a:gd name="G0" fmla="+- 55 0 0"/>
              <a:gd name="G1" fmla="+- 21600 0 0"/>
              <a:gd name="G2" fmla="+- 21600 0 0"/>
              <a:gd name="T0" fmla="*/ 0 w 21655"/>
              <a:gd name="T1" fmla="*/ 0 h 21600"/>
              <a:gd name="T2" fmla="*/ 21655 w 21655"/>
              <a:gd name="T3" fmla="*/ 21600 h 21600"/>
              <a:gd name="T4" fmla="*/ 55 w 21655"/>
              <a:gd name="T5" fmla="*/ 21600 h 21600"/>
            </a:gdLst>
            <a:ahLst/>
            <a:cxnLst>
              <a:cxn ang="0">
                <a:pos x="T0" y="T1"/>
              </a:cxn>
              <a:cxn ang="0">
                <a:pos x="T2" y="T3"/>
              </a:cxn>
              <a:cxn ang="0">
                <a:pos x="T4" y="T5"/>
              </a:cxn>
            </a:cxnLst>
            <a:rect l="0" t="0" r="r" b="b"/>
            <a:pathLst>
              <a:path w="21655" h="21600" fill="none" extrusionOk="0">
                <a:moveTo>
                  <a:pt x="0" y="0"/>
                </a:moveTo>
                <a:cubicBezTo>
                  <a:pt x="18" y="0"/>
                  <a:pt x="36" y="0"/>
                  <a:pt x="55" y="0"/>
                </a:cubicBezTo>
                <a:cubicBezTo>
                  <a:pt x="11984" y="0"/>
                  <a:pt x="21655" y="9670"/>
                  <a:pt x="21655" y="21600"/>
                </a:cubicBezTo>
              </a:path>
              <a:path w="21655" h="21600" stroke="0" extrusionOk="0">
                <a:moveTo>
                  <a:pt x="0" y="0"/>
                </a:moveTo>
                <a:cubicBezTo>
                  <a:pt x="18" y="0"/>
                  <a:pt x="36" y="0"/>
                  <a:pt x="55" y="0"/>
                </a:cubicBezTo>
                <a:cubicBezTo>
                  <a:pt x="11984" y="0"/>
                  <a:pt x="21655" y="9670"/>
                  <a:pt x="21655" y="21600"/>
                </a:cubicBezTo>
                <a:lnTo>
                  <a:pt x="55" y="21600"/>
                </a:lnTo>
                <a:close/>
              </a:path>
            </a:pathLst>
          </a:custGeom>
          <a:noFill/>
          <a:ln w="63500" cap="rnd">
            <a:solidFill>
              <a:srgbClr val="FC012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201" name="Arc 9">
            <a:extLst>
              <a:ext uri="{FF2B5EF4-FFF2-40B4-BE49-F238E27FC236}">
                <a16:creationId xmlns:a16="http://schemas.microsoft.com/office/drawing/2014/main" id="{507E01D0-3D79-F346-89E0-286449FB372F}"/>
              </a:ext>
            </a:extLst>
          </p:cNvPr>
          <p:cNvSpPr>
            <a:spLocks/>
          </p:cNvSpPr>
          <p:nvPr/>
        </p:nvSpPr>
        <p:spPr bwMode="auto">
          <a:xfrm>
            <a:off x="3090333" y="3772958"/>
            <a:ext cx="275167" cy="164042"/>
          </a:xfrm>
          <a:custGeom>
            <a:avLst/>
            <a:gdLst>
              <a:gd name="G0" fmla="+- 21600 0 0"/>
              <a:gd name="G1" fmla="+- 21600 0 0"/>
              <a:gd name="G2" fmla="+- 21600 0 0"/>
              <a:gd name="T0" fmla="*/ 0 w 21600"/>
              <a:gd name="T1" fmla="*/ 21600 h 21600"/>
              <a:gd name="T2" fmla="*/ 21496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711"/>
                  <a:pt x="9607" y="57"/>
                  <a:pt x="21496" y="0"/>
                </a:cubicBezTo>
              </a:path>
              <a:path w="21600" h="21600" stroke="0" extrusionOk="0">
                <a:moveTo>
                  <a:pt x="0" y="21600"/>
                </a:moveTo>
                <a:cubicBezTo>
                  <a:pt x="0" y="9711"/>
                  <a:pt x="9607" y="57"/>
                  <a:pt x="21496" y="0"/>
                </a:cubicBezTo>
                <a:lnTo>
                  <a:pt x="21600" y="21600"/>
                </a:lnTo>
                <a:close/>
              </a:path>
            </a:pathLst>
          </a:custGeom>
          <a:noFill/>
          <a:ln w="63500" cap="rnd">
            <a:solidFill>
              <a:srgbClr val="FC0128"/>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202" name="Rectangle 10">
            <a:extLst>
              <a:ext uri="{FF2B5EF4-FFF2-40B4-BE49-F238E27FC236}">
                <a16:creationId xmlns:a16="http://schemas.microsoft.com/office/drawing/2014/main" id="{D94F413E-0873-D947-B8D1-5CF0808912AB}"/>
              </a:ext>
            </a:extLst>
          </p:cNvPr>
          <p:cNvSpPr>
            <a:spLocks noChangeArrowheads="1"/>
          </p:cNvSpPr>
          <p:nvPr/>
        </p:nvSpPr>
        <p:spPr bwMode="auto">
          <a:xfrm>
            <a:off x="6604001" y="5218907"/>
            <a:ext cx="1031051" cy="194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667" i="1">
                <a:solidFill>
                  <a:srgbClr val="EEF319"/>
                </a:solidFill>
              </a:rPr>
              <a:t>Ronald L. Holle©1990</a:t>
            </a:r>
          </a:p>
        </p:txBody>
      </p:sp>
      <p:sp>
        <p:nvSpPr>
          <p:cNvPr id="8203" name="Line 11">
            <a:extLst>
              <a:ext uri="{FF2B5EF4-FFF2-40B4-BE49-F238E27FC236}">
                <a16:creationId xmlns:a16="http://schemas.microsoft.com/office/drawing/2014/main" id="{17DCBDDA-1CFF-014A-B542-D9CD8E2D6E48}"/>
              </a:ext>
            </a:extLst>
          </p:cNvPr>
          <p:cNvSpPr>
            <a:spLocks noChangeShapeType="1"/>
          </p:cNvSpPr>
          <p:nvPr/>
        </p:nvSpPr>
        <p:spPr bwMode="auto">
          <a:xfrm>
            <a:off x="762000" y="1079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Tree>
    <p:extLst>
      <p:ext uri="{BB962C8B-B14F-4D97-AF65-F5344CB8AC3E}">
        <p14:creationId xmlns:p14="http://schemas.microsoft.com/office/powerpoint/2010/main" val="167040759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23" name="Rectangle 7">
            <a:extLst>
              <a:ext uri="{FF2B5EF4-FFF2-40B4-BE49-F238E27FC236}">
                <a16:creationId xmlns:a16="http://schemas.microsoft.com/office/drawing/2014/main" id="{55A7BA54-3280-AB4D-A298-415C17E53788}"/>
              </a:ext>
            </a:extLst>
          </p:cNvPr>
          <p:cNvSpPr>
            <a:spLocks noGrp="1" noChangeArrowheads="1"/>
          </p:cNvSpPr>
          <p:nvPr>
            <p:ph type="title"/>
          </p:nvPr>
        </p:nvSpPr>
        <p:spPr>
          <a:xfrm>
            <a:off x="1079500" y="508000"/>
            <a:ext cx="7239000" cy="635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75407" tIns="37042" rIns="75407" bIns="37042" numCol="1" anchor="b" anchorCtr="0" compatLnSpc="1">
            <a:prstTxWarp prst="textNoShape">
              <a:avLst/>
            </a:prstTxWarp>
          </a:bodyPr>
          <a:lstStyle/>
          <a:p>
            <a:r>
              <a:rPr lang="en-US" altLang="en-US" sz="3333" b="1">
                <a:solidFill>
                  <a:schemeClr val="accent2"/>
                </a:solidFill>
                <a:latin typeface="Arial" panose="020B0604020202020204" pitchFamily="34" charset="0"/>
              </a:rPr>
              <a:t>Necessary Conditions for Lightning Formation</a:t>
            </a:r>
            <a:endParaRPr lang="en-US" altLang="en-US" b="1">
              <a:solidFill>
                <a:srgbClr val="3365FB"/>
              </a:solidFill>
              <a:latin typeface="Arial" panose="020B0604020202020204" pitchFamily="34" charset="0"/>
            </a:endParaRPr>
          </a:p>
        </p:txBody>
      </p:sp>
      <p:sp>
        <p:nvSpPr>
          <p:cNvPr id="9224" name="Rectangle 8">
            <a:extLst>
              <a:ext uri="{FF2B5EF4-FFF2-40B4-BE49-F238E27FC236}">
                <a16:creationId xmlns:a16="http://schemas.microsoft.com/office/drawing/2014/main" id="{83508CDA-267C-C146-A03E-B351E9961F78}"/>
              </a:ext>
            </a:extLst>
          </p:cNvPr>
          <p:cNvSpPr>
            <a:spLocks noGrp="1" noChangeArrowheads="1"/>
          </p:cNvSpPr>
          <p:nvPr>
            <p:ph type="body" idx="1"/>
          </p:nvPr>
        </p:nvSpPr>
        <p:spPr>
          <a:xfrm>
            <a:off x="1270000" y="1524000"/>
            <a:ext cx="6540500" cy="3429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75407" tIns="37042" rIns="75407" bIns="37042" numCol="1" anchor="t" anchorCtr="0" compatLnSpc="1">
            <a:prstTxWarp prst="textNoShape">
              <a:avLst/>
            </a:prstTxWarp>
          </a:bodyPr>
          <a:lstStyle/>
          <a:p>
            <a:pPr marL="281770" indent="-281770" defTabSz="861185"/>
            <a:r>
              <a:rPr lang="en-US" altLang="en-US" b="1" dirty="0">
                <a:latin typeface="Arial" panose="020B0604020202020204" pitchFamily="34" charset="0"/>
              </a:rPr>
              <a:t>Updraft in a cumulus cloud</a:t>
            </a:r>
            <a:endParaRPr lang="en-US" altLang="en-US" sz="1333" b="1" dirty="0">
              <a:latin typeface="Arial" panose="020B0604020202020204" pitchFamily="34" charset="0"/>
            </a:endParaRPr>
          </a:p>
          <a:p>
            <a:pPr marL="760647" lvl="1" indent="-41009" defTabSz="861185"/>
            <a:endParaRPr lang="en-US" altLang="en-US" sz="750" b="1" dirty="0">
              <a:latin typeface="Arial" panose="020B0604020202020204" pitchFamily="34" charset="0"/>
            </a:endParaRPr>
          </a:p>
          <a:p>
            <a:pPr marL="281770" indent="-281770" defTabSz="861185"/>
            <a:r>
              <a:rPr lang="en-US" altLang="en-US" b="1" dirty="0">
                <a:latin typeface="Arial" panose="020B0604020202020204" pitchFamily="34" charset="0"/>
              </a:rPr>
              <a:t>Below freezing at cloud top</a:t>
            </a:r>
            <a:endParaRPr lang="en-US" altLang="en-US" sz="1333" b="1" dirty="0">
              <a:latin typeface="Arial" panose="020B0604020202020204" pitchFamily="34" charset="0"/>
            </a:endParaRPr>
          </a:p>
          <a:p>
            <a:pPr marL="760647" lvl="1" indent="-41009" defTabSz="861185"/>
            <a:endParaRPr lang="en-US" altLang="en-US" sz="750" b="1" dirty="0">
              <a:latin typeface="Arial" panose="020B0604020202020204" pitchFamily="34" charset="0"/>
            </a:endParaRPr>
          </a:p>
          <a:p>
            <a:pPr marL="281770" indent="-281770" defTabSz="861185"/>
            <a:r>
              <a:rPr lang="en-US" altLang="en-US" b="1" dirty="0">
                <a:latin typeface="Arial" panose="020B0604020202020204" pitchFamily="34" charset="0"/>
              </a:rPr>
              <a:t>Mixed-phase cloud:</a:t>
            </a:r>
          </a:p>
          <a:p>
            <a:pPr marL="465138" indent="-227013" defTabSz="861185">
              <a:buFont typeface="Monotype Sorts" pitchFamily="2" charset="2"/>
              <a:buChar char="3"/>
            </a:pPr>
            <a:r>
              <a:rPr lang="en-US" altLang="en-US" sz="2333" b="1" dirty="0">
                <a:solidFill>
                  <a:schemeClr val="accent2"/>
                </a:solidFill>
                <a:latin typeface="Arial" panose="020B0604020202020204" pitchFamily="34" charset="0"/>
              </a:rPr>
              <a:t>  </a:t>
            </a:r>
            <a:r>
              <a:rPr lang="en-US" altLang="en-US" sz="2000" b="1" dirty="0">
                <a:solidFill>
                  <a:schemeClr val="accent2"/>
                </a:solidFill>
                <a:latin typeface="Arial" panose="020B0604020202020204" pitchFamily="34" charset="0"/>
              </a:rPr>
              <a:t> </a:t>
            </a:r>
            <a:r>
              <a:rPr lang="en-US" altLang="en-US" sz="2333" b="1" dirty="0">
                <a:latin typeface="Arial" panose="020B0604020202020204" pitchFamily="34" charset="0"/>
              </a:rPr>
              <a:t>Graupel–soft irregular hail particles</a:t>
            </a:r>
          </a:p>
          <a:p>
            <a:pPr marL="465138" indent="-227013" defTabSz="861185">
              <a:buClr>
                <a:schemeClr val="accent2"/>
              </a:buClr>
              <a:buFont typeface="Monotype Sorts" pitchFamily="2" charset="2"/>
              <a:buChar char="3"/>
            </a:pPr>
            <a:r>
              <a:rPr lang="en-US" altLang="en-US" sz="2333" b="1" dirty="0">
                <a:latin typeface="Arial" panose="020B0604020202020204" pitchFamily="34" charset="0"/>
              </a:rPr>
              <a:t>   Ice crystals</a:t>
            </a:r>
          </a:p>
          <a:p>
            <a:pPr marL="465138" indent="-227013" defTabSz="861185">
              <a:buClr>
                <a:schemeClr val="accent2"/>
              </a:buClr>
              <a:buFont typeface="Monotype Sorts" pitchFamily="2" charset="2"/>
              <a:buChar char="3"/>
            </a:pPr>
            <a:r>
              <a:rPr lang="en-US" altLang="en-US" sz="2333" b="1" dirty="0">
                <a:latin typeface="Arial" panose="020B0604020202020204" pitchFamily="34" charset="0"/>
              </a:rPr>
              <a:t>   Supercooled liquid water</a:t>
            </a:r>
            <a:r>
              <a:rPr lang="en-US" altLang="en-US" sz="2333" b="1" dirty="0">
                <a:solidFill>
                  <a:schemeClr val="accent2"/>
                </a:solidFill>
                <a:latin typeface="Arial" panose="020B0604020202020204" pitchFamily="34" charset="0"/>
              </a:rPr>
              <a:t> </a:t>
            </a:r>
          </a:p>
        </p:txBody>
      </p:sp>
      <p:sp>
        <p:nvSpPr>
          <p:cNvPr id="9226" name="Line 10">
            <a:extLst>
              <a:ext uri="{FF2B5EF4-FFF2-40B4-BE49-F238E27FC236}">
                <a16:creationId xmlns:a16="http://schemas.microsoft.com/office/drawing/2014/main" id="{67CF513E-464B-814E-A275-E575C81EC5AB}"/>
              </a:ext>
            </a:extLst>
          </p:cNvPr>
          <p:cNvSpPr>
            <a:spLocks noChangeShapeType="1"/>
          </p:cNvSpPr>
          <p:nvPr/>
        </p:nvSpPr>
        <p:spPr bwMode="auto">
          <a:xfrm>
            <a:off x="762000" y="1206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Tree>
    <p:extLst>
      <p:ext uri="{BB962C8B-B14F-4D97-AF65-F5344CB8AC3E}">
        <p14:creationId xmlns:p14="http://schemas.microsoft.com/office/powerpoint/2010/main" val="253969041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BE81645-F329-E840-8D34-FBAA636BD664}"/>
              </a:ext>
            </a:extLst>
          </p:cNvPr>
          <p:cNvSpPr>
            <a:spLocks noChangeArrowheads="1"/>
          </p:cNvSpPr>
          <p:nvPr/>
        </p:nvSpPr>
        <p:spPr bwMode="auto">
          <a:xfrm>
            <a:off x="1206500" y="127000"/>
            <a:ext cx="6794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000" b="1">
                <a:solidFill>
                  <a:schemeClr val="accent2"/>
                </a:solidFill>
                <a:latin typeface="Arial" panose="020B0604020202020204" pitchFamily="34" charset="0"/>
              </a:rPr>
              <a:t>When Lightning is Imminent</a:t>
            </a:r>
            <a:endParaRPr lang="en-US" altLang="en-US" sz="4000">
              <a:solidFill>
                <a:srgbClr val="3365FB"/>
              </a:solidFill>
            </a:endParaRPr>
          </a:p>
        </p:txBody>
      </p:sp>
      <p:sp>
        <p:nvSpPr>
          <p:cNvPr id="76803" name="Line 3">
            <a:extLst>
              <a:ext uri="{FF2B5EF4-FFF2-40B4-BE49-F238E27FC236}">
                <a16:creationId xmlns:a16="http://schemas.microsoft.com/office/drawing/2014/main" id="{D5EA9507-23EC-9945-884A-61CEF8266331}"/>
              </a:ext>
            </a:extLst>
          </p:cNvPr>
          <p:cNvSpPr>
            <a:spLocks noChangeShapeType="1"/>
          </p:cNvSpPr>
          <p:nvPr/>
        </p:nvSpPr>
        <p:spPr bwMode="auto">
          <a:xfrm>
            <a:off x="762000" y="825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pic>
        <p:nvPicPr>
          <p:cNvPr id="76804" name="Picture 4" descr="hair.gif                                                       0000C21DMacintosh HD                   ABA78158:">
            <a:extLst>
              <a:ext uri="{FF2B5EF4-FFF2-40B4-BE49-F238E27FC236}">
                <a16:creationId xmlns:a16="http://schemas.microsoft.com/office/drawing/2014/main" id="{B9998884-9193-EF49-BA93-B57268725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0" y="889000"/>
            <a:ext cx="2012157" cy="2476500"/>
          </a:xfrm>
          <a:prstGeom prst="rect">
            <a:avLst/>
          </a:prstGeom>
          <a:noFill/>
          <a:extLst>
            <a:ext uri="{909E8E84-426E-40DD-AFC4-6F175D3DCCD1}">
              <a14:hiddenFill xmlns:a14="http://schemas.microsoft.com/office/drawing/2010/main">
                <a:solidFill>
                  <a:srgbClr val="FFFFFF"/>
                </a:solidFill>
              </a14:hiddenFill>
            </a:ext>
          </a:extLst>
        </p:spPr>
      </p:pic>
      <p:sp>
        <p:nvSpPr>
          <p:cNvPr id="76807" name="Text Box 7">
            <a:extLst>
              <a:ext uri="{FF2B5EF4-FFF2-40B4-BE49-F238E27FC236}">
                <a16:creationId xmlns:a16="http://schemas.microsoft.com/office/drawing/2014/main" id="{CA0F9B2A-36CE-8840-B6C7-13C3D9B39FDD}"/>
              </a:ext>
            </a:extLst>
          </p:cNvPr>
          <p:cNvSpPr txBox="1">
            <a:spLocks noChangeArrowheads="1"/>
          </p:cNvSpPr>
          <p:nvPr/>
        </p:nvSpPr>
        <p:spPr bwMode="auto">
          <a:xfrm>
            <a:off x="4127501" y="1079501"/>
            <a:ext cx="4126451" cy="1528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333">
                <a:solidFill>
                  <a:schemeClr val="accent2"/>
                </a:solidFill>
              </a:rPr>
              <a:t>• hair stands on end</a:t>
            </a:r>
          </a:p>
          <a:p>
            <a:r>
              <a:rPr lang="en-US" altLang="en-US" sz="2333">
                <a:solidFill>
                  <a:schemeClr val="accent2"/>
                </a:solidFill>
              </a:rPr>
              <a:t>• sparks, electrical discharges</a:t>
            </a:r>
          </a:p>
          <a:p>
            <a:r>
              <a:rPr lang="en-US" altLang="en-US" sz="2333">
                <a:solidFill>
                  <a:schemeClr val="accent2"/>
                </a:solidFill>
              </a:rPr>
              <a:t>• St. Elmo’s fire</a:t>
            </a:r>
          </a:p>
          <a:p>
            <a:r>
              <a:rPr lang="en-US" altLang="en-US" sz="2333">
                <a:solidFill>
                  <a:schemeClr val="accent2"/>
                </a:solidFill>
              </a:rPr>
              <a:t>• hear static discharges</a:t>
            </a:r>
          </a:p>
        </p:txBody>
      </p:sp>
      <p:pic>
        <p:nvPicPr>
          <p:cNvPr id="76808" name="Picture 8" descr="hair-standingup.jpg                                            0000C21DMacintosh HD                   ABA78158:">
            <a:extLst>
              <a:ext uri="{FF2B5EF4-FFF2-40B4-BE49-F238E27FC236}">
                <a16:creationId xmlns:a16="http://schemas.microsoft.com/office/drawing/2014/main" id="{DCB17863-EDAD-1B4F-AC36-6D597D2F1D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500" y="2725208"/>
            <a:ext cx="4381500" cy="2989792"/>
          </a:xfrm>
          <a:prstGeom prst="rect">
            <a:avLst/>
          </a:prstGeom>
          <a:noFill/>
          <a:extLst>
            <a:ext uri="{909E8E84-426E-40DD-AFC4-6F175D3DCCD1}">
              <a14:hiddenFill xmlns:a14="http://schemas.microsoft.com/office/drawing/2010/main">
                <a:solidFill>
                  <a:srgbClr val="FFFFFF"/>
                </a:solidFill>
              </a14:hiddenFill>
            </a:ext>
          </a:extLst>
        </p:spPr>
      </p:pic>
      <p:sp>
        <p:nvSpPr>
          <p:cNvPr id="76809" name="Text Box 9">
            <a:extLst>
              <a:ext uri="{FF2B5EF4-FFF2-40B4-BE49-F238E27FC236}">
                <a16:creationId xmlns:a16="http://schemas.microsoft.com/office/drawing/2014/main" id="{9548362D-F28F-484E-B63E-37644B2A6CFC}"/>
              </a:ext>
            </a:extLst>
          </p:cNvPr>
          <p:cNvSpPr txBox="1">
            <a:spLocks noChangeArrowheads="1"/>
          </p:cNvSpPr>
          <p:nvPr/>
        </p:nvSpPr>
        <p:spPr bwMode="auto">
          <a:xfrm>
            <a:off x="762000" y="3492500"/>
            <a:ext cx="3302000" cy="2144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67">
                <a:solidFill>
                  <a:srgbClr val="333399"/>
                </a:solidFill>
              </a:rPr>
              <a:t>8/20/75:  Sequoia National Park at Moro Rock:  One person killed and 8 injured, the most seriously, the photographer.  All were from an extended family.  Hail was falling as they were at the top, 300 feet higher and 1/3 mile away from the parking lot.</a:t>
            </a:r>
          </a:p>
        </p:txBody>
      </p:sp>
    </p:spTree>
    <p:extLst>
      <p:ext uri="{BB962C8B-B14F-4D97-AF65-F5344CB8AC3E}">
        <p14:creationId xmlns:p14="http://schemas.microsoft.com/office/powerpoint/2010/main" val="37266049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8906C75D-D060-744A-9CA6-9BE777E6F445}"/>
              </a:ext>
            </a:extLst>
          </p:cNvPr>
          <p:cNvSpPr>
            <a:spLocks noChangeArrowheads="1"/>
          </p:cNvSpPr>
          <p:nvPr/>
        </p:nvSpPr>
        <p:spPr bwMode="auto">
          <a:xfrm>
            <a:off x="952500" y="190500"/>
            <a:ext cx="73025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333" b="1">
                <a:solidFill>
                  <a:schemeClr val="accent2"/>
                </a:solidFill>
                <a:latin typeface="Arial" panose="020B0604020202020204" pitchFamily="34" charset="0"/>
              </a:rPr>
              <a:t>The </a:t>
            </a:r>
            <a:r>
              <a:rPr lang="en-US" altLang="en-US" sz="3333" b="1">
                <a:solidFill>
                  <a:srgbClr val="FF0000"/>
                </a:solidFill>
                <a:latin typeface="Arial" panose="020B0604020202020204" pitchFamily="34" charset="0"/>
              </a:rPr>
              <a:t>30</a:t>
            </a:r>
            <a:r>
              <a:rPr lang="en-US" altLang="en-US" sz="3333" b="1">
                <a:solidFill>
                  <a:schemeClr val="accent2"/>
                </a:solidFill>
                <a:latin typeface="Arial" panose="020B0604020202020204" pitchFamily="34" charset="0"/>
              </a:rPr>
              <a:t>–</a:t>
            </a:r>
            <a:r>
              <a:rPr lang="en-US" altLang="en-US" sz="3333" b="1">
                <a:solidFill>
                  <a:srgbClr val="FF0000"/>
                </a:solidFill>
                <a:latin typeface="Arial" panose="020B0604020202020204" pitchFamily="34" charset="0"/>
              </a:rPr>
              <a:t>30</a:t>
            </a:r>
            <a:r>
              <a:rPr lang="en-US" altLang="en-US" sz="3333" b="1">
                <a:solidFill>
                  <a:schemeClr val="accent2"/>
                </a:solidFill>
                <a:latin typeface="Arial" panose="020B0604020202020204" pitchFamily="34" charset="0"/>
              </a:rPr>
              <a:t> Rule</a:t>
            </a:r>
            <a:br>
              <a:rPr lang="en-US" altLang="en-US" sz="3333" b="1">
                <a:solidFill>
                  <a:schemeClr val="accent2"/>
                </a:solidFill>
                <a:latin typeface="Arial" panose="020B0604020202020204" pitchFamily="34" charset="0"/>
              </a:rPr>
            </a:br>
            <a:endParaRPr lang="en-US" altLang="en-US" sz="2500" b="1">
              <a:solidFill>
                <a:schemeClr val="accent2"/>
              </a:solidFill>
              <a:latin typeface="Arial" panose="020B0604020202020204" pitchFamily="34" charset="0"/>
            </a:endParaRPr>
          </a:p>
        </p:txBody>
      </p:sp>
      <p:sp>
        <p:nvSpPr>
          <p:cNvPr id="81924" name="Line 4">
            <a:extLst>
              <a:ext uri="{FF2B5EF4-FFF2-40B4-BE49-F238E27FC236}">
                <a16:creationId xmlns:a16="http://schemas.microsoft.com/office/drawing/2014/main" id="{A18AA557-020E-9C4F-86E6-080827FE603A}"/>
              </a:ext>
            </a:extLst>
          </p:cNvPr>
          <p:cNvSpPr>
            <a:spLocks noChangeShapeType="1"/>
          </p:cNvSpPr>
          <p:nvPr/>
        </p:nvSpPr>
        <p:spPr bwMode="auto">
          <a:xfrm>
            <a:off x="762000" y="698500"/>
            <a:ext cx="7620000" cy="0"/>
          </a:xfrm>
          <a:prstGeom prst="line">
            <a:avLst/>
          </a:prstGeom>
          <a:noFill/>
          <a:ln w="762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81927" name="Text Box 7">
            <a:extLst>
              <a:ext uri="{FF2B5EF4-FFF2-40B4-BE49-F238E27FC236}">
                <a16:creationId xmlns:a16="http://schemas.microsoft.com/office/drawing/2014/main" id="{D44A795C-3E35-004C-B9E1-56EEED2BBB8F}"/>
              </a:ext>
            </a:extLst>
          </p:cNvPr>
          <p:cNvSpPr txBox="1">
            <a:spLocks noChangeArrowheads="1"/>
          </p:cNvSpPr>
          <p:nvPr/>
        </p:nvSpPr>
        <p:spPr bwMode="auto">
          <a:xfrm>
            <a:off x="0" y="1562100"/>
            <a:ext cx="8382000" cy="3015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r>
              <a:rPr lang="en-US" altLang="en-US" sz="2333" b="1" dirty="0">
                <a:solidFill>
                  <a:schemeClr val="accent2"/>
                </a:solidFill>
              </a:rPr>
              <a:t>Most people who die from lightning are struck early in the storm or near the end.</a:t>
            </a:r>
          </a:p>
          <a:p>
            <a:pPr lvl="3"/>
            <a:endParaRPr lang="en-US" altLang="en-US" sz="2333" b="1" dirty="0">
              <a:solidFill>
                <a:schemeClr val="accent2"/>
              </a:solidFill>
            </a:endParaRPr>
          </a:p>
          <a:p>
            <a:pPr lvl="3"/>
            <a:endParaRPr lang="en-US" altLang="en-US" sz="1333" b="1" dirty="0">
              <a:solidFill>
                <a:schemeClr val="accent2"/>
              </a:solidFill>
            </a:endParaRPr>
          </a:p>
          <a:p>
            <a:pPr lvl="3"/>
            <a:r>
              <a:rPr lang="en-US" altLang="en-US" sz="2333" dirty="0">
                <a:solidFill>
                  <a:schemeClr val="accent2"/>
                </a:solidFill>
              </a:rPr>
              <a:t>If the time between the lightning flash and the bang is </a:t>
            </a:r>
            <a:r>
              <a:rPr lang="en-US" altLang="en-US" sz="2333" dirty="0">
                <a:solidFill>
                  <a:srgbClr val="FF0000"/>
                </a:solidFill>
              </a:rPr>
              <a:t>30</a:t>
            </a:r>
            <a:r>
              <a:rPr lang="en-US" altLang="en-US" sz="2333" dirty="0">
                <a:solidFill>
                  <a:schemeClr val="accent2"/>
                </a:solidFill>
              </a:rPr>
              <a:t> seconds, take shelter.</a:t>
            </a:r>
          </a:p>
          <a:p>
            <a:pPr lvl="3"/>
            <a:endParaRPr lang="en-US" altLang="en-US" sz="1333" dirty="0">
              <a:solidFill>
                <a:schemeClr val="accent2"/>
              </a:solidFill>
            </a:endParaRPr>
          </a:p>
          <a:p>
            <a:pPr lvl="3"/>
            <a:r>
              <a:rPr lang="en-US" altLang="en-US" sz="2333" dirty="0">
                <a:solidFill>
                  <a:schemeClr val="accent2"/>
                </a:solidFill>
              </a:rPr>
              <a:t>Wait until </a:t>
            </a:r>
            <a:r>
              <a:rPr lang="en-US" altLang="en-US" sz="2333" dirty="0">
                <a:solidFill>
                  <a:srgbClr val="FF0000"/>
                </a:solidFill>
              </a:rPr>
              <a:t>30</a:t>
            </a:r>
            <a:r>
              <a:rPr lang="en-US" altLang="en-US" sz="2333" dirty="0">
                <a:solidFill>
                  <a:schemeClr val="accent2"/>
                </a:solidFill>
              </a:rPr>
              <a:t> minutes after the last stroke before continuing outdoor activities.</a:t>
            </a:r>
          </a:p>
        </p:txBody>
      </p:sp>
    </p:spTree>
    <p:extLst>
      <p:ext uri="{BB962C8B-B14F-4D97-AF65-F5344CB8AC3E}">
        <p14:creationId xmlns:p14="http://schemas.microsoft.com/office/powerpoint/2010/main" val="18915867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E650DBC-0E07-594D-946C-454B47BAEE97}"/>
              </a:ext>
            </a:extLst>
          </p:cNvPr>
          <p:cNvSpPr>
            <a:spLocks noChangeArrowheads="1"/>
          </p:cNvSpPr>
          <p:nvPr/>
        </p:nvSpPr>
        <p:spPr bwMode="auto">
          <a:xfrm>
            <a:off x="1266032" y="254000"/>
            <a:ext cx="6540500"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333" b="1">
                <a:solidFill>
                  <a:schemeClr val="accent2"/>
                </a:solidFill>
                <a:latin typeface="Arial" panose="020B0604020202020204" pitchFamily="34" charset="0"/>
              </a:rPr>
              <a:t>Lightning Safety Precautions</a:t>
            </a:r>
            <a:endParaRPr lang="en-US" altLang="en-US" sz="3667"/>
          </a:p>
        </p:txBody>
      </p:sp>
      <p:sp>
        <p:nvSpPr>
          <p:cNvPr id="53251" name="Rectangle 3">
            <a:extLst>
              <a:ext uri="{FF2B5EF4-FFF2-40B4-BE49-F238E27FC236}">
                <a16:creationId xmlns:a16="http://schemas.microsoft.com/office/drawing/2014/main" id="{5E256AFB-430E-7740-82B0-2901C17842E8}"/>
              </a:ext>
            </a:extLst>
          </p:cNvPr>
          <p:cNvSpPr>
            <a:spLocks noChangeArrowheads="1"/>
          </p:cNvSpPr>
          <p:nvPr/>
        </p:nvSpPr>
        <p:spPr bwMode="auto">
          <a:xfrm>
            <a:off x="762000" y="1460500"/>
            <a:ext cx="7493000" cy="375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lstStyle>
            <a:lvl1pPr marL="285750" indent="-285750">
              <a:spcBef>
                <a:spcPct val="20000"/>
              </a:spcBef>
              <a:buChar char="•"/>
              <a:defRPr sz="3200">
                <a:solidFill>
                  <a:schemeClr val="tx1"/>
                </a:solidFill>
                <a:latin typeface="Times New Roman" panose="02020603050405020304" pitchFamily="18" charset="0"/>
              </a:defRPr>
            </a:lvl1pPr>
            <a:lvl2pPr marL="685800" indent="-2286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543050" indent="-171450">
              <a:spcBef>
                <a:spcPct val="20000"/>
              </a:spcBef>
              <a:buChar char="–"/>
              <a:defRPr sz="2000">
                <a:solidFill>
                  <a:schemeClr val="tx1"/>
                </a:solidFill>
                <a:latin typeface="Times New Roman" panose="02020603050405020304" pitchFamily="18" charset="0"/>
              </a:defRPr>
            </a:lvl4pPr>
            <a:lvl5pPr marL="2000250" indent="-171450">
              <a:spcBef>
                <a:spcPct val="20000"/>
              </a:spcBef>
              <a:buChar char="»"/>
              <a:defRPr sz="2000">
                <a:solidFill>
                  <a:schemeClr val="tx1"/>
                </a:solidFill>
                <a:latin typeface="Times New Roman" panose="02020603050405020304" pitchFamily="18" charset="0"/>
              </a:defRPr>
            </a:lvl5pPr>
            <a:lvl6pPr marL="2457450" indent="-17145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14650" indent="-17145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371850" indent="-17145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29050" indent="-17145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3000" b="1" dirty="0">
                <a:solidFill>
                  <a:srgbClr val="FC0128"/>
                </a:solidFill>
                <a:latin typeface="Arial" panose="020B0604020202020204" pitchFamily="34" charset="0"/>
              </a:rPr>
              <a:t>1.  Avoid dangerous lightning situations</a:t>
            </a:r>
            <a:endParaRPr lang="en-US" altLang="en-US" sz="3333" b="1" dirty="0">
              <a:latin typeface="Arial" panose="020B0604020202020204" pitchFamily="34" charset="0"/>
            </a:endParaRPr>
          </a:p>
          <a:p>
            <a:pPr>
              <a:buFontTx/>
              <a:buNone/>
            </a:pPr>
            <a:endParaRPr lang="en-US" altLang="en-US" sz="750" b="1" dirty="0">
              <a:latin typeface="Arial" panose="020B0604020202020204" pitchFamily="34" charset="0"/>
            </a:endParaRPr>
          </a:p>
          <a:p>
            <a:r>
              <a:rPr lang="en-US" altLang="en-US" sz="2667" dirty="0">
                <a:solidFill>
                  <a:srgbClr val="4D4D4D"/>
                </a:solidFill>
                <a:latin typeface="Arial" panose="020B0604020202020204" pitchFamily="34" charset="0"/>
              </a:rPr>
              <a:t>Watch for signs of a thunderstorm that is starting to grow quickly</a:t>
            </a:r>
          </a:p>
          <a:p>
            <a:endParaRPr lang="en-US" altLang="en-US" sz="750" dirty="0">
              <a:solidFill>
                <a:srgbClr val="4D4D4D"/>
              </a:solidFill>
              <a:latin typeface="Arial" panose="020B0604020202020204" pitchFamily="34" charset="0"/>
            </a:endParaRPr>
          </a:p>
          <a:p>
            <a:r>
              <a:rPr lang="en-US" altLang="en-US" sz="2667" dirty="0">
                <a:solidFill>
                  <a:srgbClr val="4D4D4D"/>
                </a:solidFill>
                <a:latin typeface="Arial" panose="020B0604020202020204" pitchFamily="34" charset="0"/>
              </a:rPr>
              <a:t>Be aware of other storms in your area</a:t>
            </a:r>
          </a:p>
          <a:p>
            <a:endParaRPr lang="en-US" altLang="en-US" sz="750" dirty="0">
              <a:solidFill>
                <a:srgbClr val="4D4D4D"/>
              </a:solidFill>
              <a:latin typeface="Arial" panose="020B0604020202020204" pitchFamily="34" charset="0"/>
            </a:endParaRPr>
          </a:p>
          <a:p>
            <a:r>
              <a:rPr lang="en-US" altLang="en-US" sz="2667" dirty="0">
                <a:solidFill>
                  <a:srgbClr val="4D4D4D"/>
                </a:solidFill>
                <a:latin typeface="Arial" panose="020B0604020202020204" pitchFamily="34" charset="0"/>
              </a:rPr>
              <a:t>Give yourself time to reach a safe place</a:t>
            </a:r>
          </a:p>
          <a:p>
            <a:pPr>
              <a:buFont typeface="Monotype Sorts" pitchFamily="2" charset="2"/>
              <a:buNone/>
            </a:pPr>
            <a:r>
              <a:rPr lang="en-US" altLang="en-US" sz="2667" dirty="0">
                <a:solidFill>
                  <a:srgbClr val="4D4D4D"/>
                </a:solidFill>
                <a:latin typeface="Arial" panose="020B0604020202020204" pitchFamily="34" charset="0"/>
              </a:rPr>
              <a:t>   before lightning is an immediate threat</a:t>
            </a:r>
            <a:endParaRPr lang="en-US" altLang="en-US" sz="3000" dirty="0">
              <a:solidFill>
                <a:srgbClr val="4D4D4D"/>
              </a:solidFill>
              <a:latin typeface="Arial" panose="020B0604020202020204" pitchFamily="34" charset="0"/>
            </a:endParaRPr>
          </a:p>
          <a:p>
            <a:pPr>
              <a:buFontTx/>
              <a:buNone/>
            </a:pPr>
            <a:endParaRPr lang="en-US" altLang="en-US" sz="3000" b="1" dirty="0">
              <a:solidFill>
                <a:srgbClr val="4D4D4D"/>
              </a:solidFill>
              <a:latin typeface="Arial" panose="020B0604020202020204" pitchFamily="34" charset="0"/>
            </a:endParaRPr>
          </a:p>
        </p:txBody>
      </p:sp>
      <p:sp>
        <p:nvSpPr>
          <p:cNvPr id="53252" name="Line 4">
            <a:extLst>
              <a:ext uri="{FF2B5EF4-FFF2-40B4-BE49-F238E27FC236}">
                <a16:creationId xmlns:a16="http://schemas.microsoft.com/office/drawing/2014/main" id="{D49EC649-292F-A54E-B0D5-C3F0698EED6A}"/>
              </a:ext>
            </a:extLst>
          </p:cNvPr>
          <p:cNvSpPr>
            <a:spLocks noChangeShapeType="1"/>
          </p:cNvSpPr>
          <p:nvPr/>
        </p:nvSpPr>
        <p:spPr bwMode="auto">
          <a:xfrm>
            <a:off x="762000" y="1079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Tree>
    <p:extLst>
      <p:ext uri="{BB962C8B-B14F-4D97-AF65-F5344CB8AC3E}">
        <p14:creationId xmlns:p14="http://schemas.microsoft.com/office/powerpoint/2010/main" val="351891544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E61A3BC9-5E10-5D40-8205-BC374537F48A}"/>
              </a:ext>
            </a:extLst>
          </p:cNvPr>
          <p:cNvSpPr>
            <a:spLocks noChangeArrowheads="1"/>
          </p:cNvSpPr>
          <p:nvPr/>
        </p:nvSpPr>
        <p:spPr bwMode="auto">
          <a:xfrm>
            <a:off x="1266032" y="381000"/>
            <a:ext cx="6540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333" b="1">
                <a:solidFill>
                  <a:schemeClr val="accent2"/>
                </a:solidFill>
                <a:latin typeface="Arial" panose="020B0604020202020204" pitchFamily="34" charset="0"/>
              </a:rPr>
              <a:t>Lightning Safety Precautions</a:t>
            </a:r>
            <a:endParaRPr lang="en-US" altLang="en-US" sz="3667"/>
          </a:p>
        </p:txBody>
      </p:sp>
      <p:sp>
        <p:nvSpPr>
          <p:cNvPr id="55299" name="Rectangle 3">
            <a:extLst>
              <a:ext uri="{FF2B5EF4-FFF2-40B4-BE49-F238E27FC236}">
                <a16:creationId xmlns:a16="http://schemas.microsoft.com/office/drawing/2014/main" id="{1C3FE543-E66B-F44D-968A-E81DF533F830}"/>
              </a:ext>
            </a:extLst>
          </p:cNvPr>
          <p:cNvSpPr>
            <a:spLocks noChangeArrowheads="1"/>
          </p:cNvSpPr>
          <p:nvPr/>
        </p:nvSpPr>
        <p:spPr bwMode="auto">
          <a:xfrm>
            <a:off x="960438" y="1460500"/>
            <a:ext cx="7417594" cy="3944938"/>
          </a:xfrm>
          <a:prstGeom prst="rect">
            <a:avLst/>
          </a:prstGeom>
          <a:noFill/>
          <a:ln>
            <a:noFill/>
          </a:ln>
          <a:effectLst/>
          <a:extLst>
            <a:ext uri="{909E8E84-426E-40DD-AFC4-6F175D3DCCD1}">
              <a14:hiddenFill xmlns:a14="http://schemas.microsoft.com/office/drawing/2010/main">
                <a:gradFill rotWithShape="0">
                  <a:gsLst>
                    <a:gs pos="0">
                      <a:srgbClr val="000000"/>
                    </a:gs>
                    <a:gs pos="100000">
                      <a:srgbClr val="000000">
                        <a:gamma/>
                        <a:shade val="0"/>
                        <a:invGamma/>
                      </a:srgbClr>
                    </a:gs>
                  </a:gsLst>
                  <a:lin ang="5400000" scaled="1"/>
                </a:gra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17961" dir="2700000" algn="ctr" rotWithShape="0">
                    <a:srgbClr val="000000">
                      <a:gamma/>
                      <a:shade val="60000"/>
                      <a:invGamma/>
                    </a:srgbClr>
                  </a:outerShdw>
                </a:effectLst>
              </a14:hiddenEffects>
            </a:ext>
          </a:extLst>
        </p:spPr>
        <p:txBody>
          <a:bodyPr lIns="75407" tIns="37042" rIns="75407" bIns="37042"/>
          <a:lstStyle>
            <a:lvl1pPr marL="285750" indent="-285750">
              <a:defRPr sz="2400">
                <a:solidFill>
                  <a:schemeClr val="tx1"/>
                </a:solidFill>
                <a:latin typeface="Times New Roman" panose="02020603050405020304" pitchFamily="18" charset="0"/>
              </a:defRPr>
            </a:lvl1pPr>
            <a:lvl2pPr marL="68580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r>
              <a:rPr lang="en-US" altLang="en-US" sz="3000" b="1" dirty="0">
                <a:solidFill>
                  <a:srgbClr val="FC0128"/>
                </a:solidFill>
                <a:latin typeface="Arial" panose="020B0604020202020204" pitchFamily="34" charset="0"/>
              </a:rPr>
              <a:t>2. Safe places</a:t>
            </a:r>
          </a:p>
          <a:p>
            <a:pPr>
              <a:lnSpc>
                <a:spcPct val="90000"/>
              </a:lnSpc>
              <a:spcBef>
                <a:spcPct val="30000"/>
              </a:spcBef>
            </a:pPr>
            <a:r>
              <a:rPr lang="en-US" altLang="en-US" sz="750" b="1" dirty="0">
                <a:latin typeface="Arial" panose="020B0604020202020204" pitchFamily="34" charset="0"/>
              </a:rPr>
              <a:t>  </a:t>
            </a:r>
            <a:endParaRPr lang="en-US" altLang="en-US" sz="667" b="1" dirty="0">
              <a:latin typeface="Arial" panose="020B0604020202020204" pitchFamily="34" charset="0"/>
            </a:endParaRPr>
          </a:p>
          <a:p>
            <a:pPr>
              <a:lnSpc>
                <a:spcPct val="90000"/>
              </a:lnSpc>
              <a:spcBef>
                <a:spcPct val="30000"/>
              </a:spcBef>
              <a:buClr>
                <a:schemeClr val="tx1"/>
              </a:buClr>
              <a:buSzPct val="50000"/>
              <a:buFont typeface="Monotype Sorts" pitchFamily="2" charset="2"/>
              <a:buChar char="u"/>
            </a:pPr>
            <a:r>
              <a:rPr lang="en-US" altLang="en-US" sz="2667" b="1" u="sng" dirty="0">
                <a:solidFill>
                  <a:srgbClr val="414141"/>
                </a:solidFill>
                <a:latin typeface="Arial" panose="020B0604020202020204" pitchFamily="34" charset="0"/>
              </a:rPr>
              <a:t>Residence or frequently occupied building</a:t>
            </a:r>
            <a:endParaRPr lang="en-US" altLang="en-US" sz="2667" b="1" u="sng" dirty="0">
              <a:solidFill>
                <a:schemeClr val="tx2"/>
              </a:solidFill>
              <a:latin typeface="Arial" panose="020B0604020202020204" pitchFamily="34" charset="0"/>
            </a:endParaRPr>
          </a:p>
          <a:p>
            <a:pPr>
              <a:lnSpc>
                <a:spcPct val="90000"/>
              </a:lnSpc>
              <a:spcBef>
                <a:spcPct val="30000"/>
              </a:spcBef>
            </a:pPr>
            <a:r>
              <a:rPr lang="en-US" altLang="en-US" sz="2667" b="1" dirty="0">
                <a:solidFill>
                  <a:srgbClr val="414141"/>
                </a:solidFill>
                <a:latin typeface="Arial" panose="020B0604020202020204" pitchFamily="34" charset="0"/>
              </a:rPr>
              <a:t>   </a:t>
            </a:r>
            <a:r>
              <a:rPr lang="en-US" altLang="en-US" sz="2667" dirty="0">
                <a:solidFill>
                  <a:srgbClr val="414141"/>
                </a:solidFill>
                <a:latin typeface="Arial" panose="020B0604020202020204" pitchFamily="34" charset="0"/>
              </a:rPr>
              <a:t>Avoid contact with electric lines, phone lines, and plumbing.  </a:t>
            </a:r>
            <a:endParaRPr lang="en-US" altLang="en-US" sz="2667" dirty="0">
              <a:latin typeface="Arial" panose="020B0604020202020204" pitchFamily="34" charset="0"/>
            </a:endParaRPr>
          </a:p>
          <a:p>
            <a:pPr>
              <a:lnSpc>
                <a:spcPct val="90000"/>
              </a:lnSpc>
              <a:spcBef>
                <a:spcPct val="30000"/>
              </a:spcBef>
            </a:pPr>
            <a:r>
              <a:rPr lang="en-US" altLang="en-US" sz="750" b="1" dirty="0">
                <a:latin typeface="Arial" panose="020B0604020202020204" pitchFamily="34" charset="0"/>
              </a:rPr>
              <a:t> </a:t>
            </a:r>
            <a:endParaRPr lang="en-US" altLang="en-US" sz="667" b="1" dirty="0">
              <a:latin typeface="Arial" panose="020B0604020202020204" pitchFamily="34" charset="0"/>
            </a:endParaRPr>
          </a:p>
          <a:p>
            <a:pPr>
              <a:lnSpc>
                <a:spcPct val="90000"/>
              </a:lnSpc>
              <a:spcBef>
                <a:spcPct val="30000"/>
              </a:spcBef>
              <a:buClr>
                <a:schemeClr val="tx1"/>
              </a:buClr>
              <a:buSzPct val="50000"/>
              <a:buFont typeface="Monotype Sorts" pitchFamily="2" charset="2"/>
              <a:buChar char="u"/>
            </a:pPr>
            <a:r>
              <a:rPr lang="en-US" altLang="en-US" sz="2667" b="1" u="sng" dirty="0">
                <a:solidFill>
                  <a:srgbClr val="414141"/>
                </a:solidFill>
                <a:latin typeface="Arial" panose="020B0604020202020204" pitchFamily="34" charset="0"/>
              </a:rPr>
              <a:t> Vehicle with a metal top</a:t>
            </a:r>
          </a:p>
          <a:p>
            <a:pPr>
              <a:lnSpc>
                <a:spcPct val="90000"/>
              </a:lnSpc>
              <a:spcBef>
                <a:spcPct val="30000"/>
              </a:spcBef>
            </a:pPr>
            <a:r>
              <a:rPr lang="en-US" altLang="en-US" sz="2333" b="1" dirty="0">
                <a:latin typeface="Arial" panose="020B0604020202020204" pitchFamily="34" charset="0"/>
              </a:rPr>
              <a:t>   </a:t>
            </a:r>
            <a:r>
              <a:rPr lang="en-US" altLang="en-US" sz="2667" dirty="0">
                <a:solidFill>
                  <a:srgbClr val="414141"/>
                </a:solidFill>
                <a:latin typeface="Arial" panose="020B0604020202020204" pitchFamily="34" charset="0"/>
              </a:rPr>
              <a:t>Avoid contact with metal parts.</a:t>
            </a:r>
          </a:p>
        </p:txBody>
      </p:sp>
      <p:sp>
        <p:nvSpPr>
          <p:cNvPr id="55300" name="Line 4">
            <a:extLst>
              <a:ext uri="{FF2B5EF4-FFF2-40B4-BE49-F238E27FC236}">
                <a16:creationId xmlns:a16="http://schemas.microsoft.com/office/drawing/2014/main" id="{4FB50084-7409-7A45-B213-10C5B8033080}"/>
              </a:ext>
            </a:extLst>
          </p:cNvPr>
          <p:cNvSpPr>
            <a:spLocks noChangeShapeType="1"/>
          </p:cNvSpPr>
          <p:nvPr/>
        </p:nvSpPr>
        <p:spPr bwMode="auto">
          <a:xfrm>
            <a:off x="762000" y="1079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Tree>
    <p:extLst>
      <p:ext uri="{BB962C8B-B14F-4D97-AF65-F5344CB8AC3E}">
        <p14:creationId xmlns:p14="http://schemas.microsoft.com/office/powerpoint/2010/main" val="300549353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F66DF2D-C53D-CA43-B988-8D58A1CB14EA}"/>
              </a:ext>
            </a:extLst>
          </p:cNvPr>
          <p:cNvSpPr>
            <a:spLocks noChangeArrowheads="1"/>
          </p:cNvSpPr>
          <p:nvPr/>
        </p:nvSpPr>
        <p:spPr bwMode="auto">
          <a:xfrm>
            <a:off x="1345407" y="222250"/>
            <a:ext cx="6528593" cy="730250"/>
          </a:xfrm>
          <a:prstGeom prst="rect">
            <a:avLst/>
          </a:prstGeom>
          <a:noFill/>
          <a:ln>
            <a:noFill/>
          </a:ln>
          <a:effectLst/>
          <a:extLst>
            <a:ext uri="{909E8E84-426E-40DD-AFC4-6F175D3DCCD1}">
              <a14:hiddenFill xmlns:a14="http://schemas.microsoft.com/office/drawing/2010/main">
                <a:gradFill rotWithShape="0">
                  <a:gsLst>
                    <a:gs pos="0">
                      <a:srgbClr val="000000"/>
                    </a:gs>
                    <a:gs pos="100000">
                      <a:srgbClr val="000000">
                        <a:gamma/>
                        <a:shade val="0"/>
                        <a:invGamma/>
                      </a:srgbClr>
                    </a:gs>
                  </a:gsLst>
                  <a:lin ang="5400000" scaled="1"/>
                </a:gra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17961" dir="2700000" algn="ctr" rotWithShape="0">
                    <a:srgbClr val="000000">
                      <a:gamma/>
                      <a:shade val="60000"/>
                      <a:invGamma/>
                    </a:srgbClr>
                  </a:outerShdw>
                </a:effectLst>
              </a14:hiddenEffects>
            </a:ext>
          </a:extLst>
        </p:spPr>
        <p:txBody>
          <a:bodyPr lIns="75407" tIns="37042" rIns="75407" bIns="37042" anchor="b"/>
          <a:lstStyle/>
          <a:p>
            <a:pPr algn="ctr">
              <a:lnSpc>
                <a:spcPct val="90000"/>
              </a:lnSpc>
            </a:pPr>
            <a:r>
              <a:rPr lang="en-US" altLang="en-US" sz="3333" b="1">
                <a:solidFill>
                  <a:schemeClr val="accent2"/>
                </a:solidFill>
              </a:rPr>
              <a:t>Lightning Safety Precautions</a:t>
            </a:r>
          </a:p>
        </p:txBody>
      </p:sp>
      <p:sp>
        <p:nvSpPr>
          <p:cNvPr id="56323" name="Rectangle 3">
            <a:extLst>
              <a:ext uri="{FF2B5EF4-FFF2-40B4-BE49-F238E27FC236}">
                <a16:creationId xmlns:a16="http://schemas.microsoft.com/office/drawing/2014/main" id="{AFCF361E-12EE-7741-ADD5-4986522B782C}"/>
              </a:ext>
            </a:extLst>
          </p:cNvPr>
          <p:cNvSpPr>
            <a:spLocks noChangeArrowheads="1"/>
          </p:cNvSpPr>
          <p:nvPr/>
        </p:nvSpPr>
        <p:spPr bwMode="auto">
          <a:xfrm>
            <a:off x="1154907" y="1516063"/>
            <a:ext cx="7163593" cy="3944938"/>
          </a:xfrm>
          <a:prstGeom prst="rect">
            <a:avLst/>
          </a:prstGeom>
          <a:noFill/>
          <a:ln>
            <a:noFill/>
          </a:ln>
          <a:effectLst/>
          <a:extLst>
            <a:ext uri="{909E8E84-426E-40DD-AFC4-6F175D3DCCD1}">
              <a14:hiddenFill xmlns:a14="http://schemas.microsoft.com/office/drawing/2010/main">
                <a:gradFill rotWithShape="0">
                  <a:gsLst>
                    <a:gs pos="0">
                      <a:srgbClr val="000000"/>
                    </a:gs>
                    <a:gs pos="100000">
                      <a:srgbClr val="000000">
                        <a:gamma/>
                        <a:shade val="0"/>
                        <a:invGamma/>
                      </a:srgbClr>
                    </a:gs>
                  </a:gsLst>
                  <a:lin ang="5400000" scaled="1"/>
                </a:gra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17961" dir="2700000" algn="ctr" rotWithShape="0">
                    <a:srgbClr val="000000">
                      <a:gamma/>
                      <a:shade val="60000"/>
                      <a:invGamma/>
                    </a:srgbClr>
                  </a:outerShdw>
                </a:effectLst>
              </a14:hiddenEffects>
            </a:ext>
          </a:extLst>
        </p:spPr>
        <p:txBody>
          <a:bodyPr lIns="75407" tIns="37042" rIns="75407" bIns="37042"/>
          <a:lstStyle>
            <a:lvl1pPr marL="285750" indent="-285750">
              <a:defRPr sz="2400">
                <a:solidFill>
                  <a:schemeClr val="tx1"/>
                </a:solidFill>
                <a:latin typeface="Times New Roman" panose="02020603050405020304" pitchFamily="18" charset="0"/>
              </a:defRPr>
            </a:lvl1pPr>
            <a:lvl2pPr marL="68580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r>
              <a:rPr lang="en-US" altLang="en-US" sz="3000" b="1" dirty="0">
                <a:solidFill>
                  <a:srgbClr val="FC0128"/>
                </a:solidFill>
                <a:latin typeface="Arial" panose="020B0604020202020204" pitchFamily="34" charset="0"/>
              </a:rPr>
              <a:t>3. Unsafe places</a:t>
            </a:r>
          </a:p>
          <a:p>
            <a:pPr>
              <a:lnSpc>
                <a:spcPct val="90000"/>
              </a:lnSpc>
              <a:spcBef>
                <a:spcPct val="30000"/>
              </a:spcBef>
            </a:pPr>
            <a:r>
              <a:rPr lang="en-US" altLang="en-US" sz="750" b="1" dirty="0">
                <a:latin typeface="Arial" panose="020B0604020202020204" pitchFamily="34" charset="0"/>
              </a:rPr>
              <a:t>  </a:t>
            </a:r>
          </a:p>
          <a:p>
            <a:pPr>
              <a:lnSpc>
                <a:spcPct val="90000"/>
              </a:lnSpc>
              <a:spcBef>
                <a:spcPct val="30000"/>
              </a:spcBef>
              <a:buClr>
                <a:schemeClr val="tx1"/>
              </a:buClr>
              <a:buSzPct val="50000"/>
              <a:buFont typeface="Monotype Sorts" pitchFamily="2" charset="2"/>
              <a:buChar char="u"/>
            </a:pPr>
            <a:r>
              <a:rPr lang="en-US" altLang="en-US" sz="2333" b="1" dirty="0">
                <a:solidFill>
                  <a:schemeClr val="tx2"/>
                </a:solidFill>
                <a:latin typeface="Arial" panose="020B0604020202020204" pitchFamily="34" charset="0"/>
              </a:rPr>
              <a:t> </a:t>
            </a:r>
            <a:r>
              <a:rPr lang="en-US" altLang="en-US" sz="2667" u="sng" dirty="0">
                <a:solidFill>
                  <a:srgbClr val="414141"/>
                </a:solidFill>
                <a:latin typeface="Arial" panose="020B0604020202020204" pitchFamily="34" charset="0"/>
              </a:rPr>
              <a:t>Shelters</a:t>
            </a:r>
            <a:r>
              <a:rPr lang="en-US" altLang="en-US" sz="2333" dirty="0">
                <a:solidFill>
                  <a:schemeClr val="tx2"/>
                </a:solidFill>
                <a:latin typeface="Arial" panose="020B0604020202020204" pitchFamily="34" charset="0"/>
              </a:rPr>
              <a:t> </a:t>
            </a:r>
            <a:endParaRPr lang="en-US" altLang="en-US" sz="2333" dirty="0">
              <a:latin typeface="Arial" panose="020B0604020202020204" pitchFamily="34" charset="0"/>
            </a:endParaRPr>
          </a:p>
          <a:p>
            <a:pPr>
              <a:lnSpc>
                <a:spcPct val="90000"/>
              </a:lnSpc>
              <a:spcBef>
                <a:spcPct val="30000"/>
              </a:spcBef>
            </a:pPr>
            <a:r>
              <a:rPr lang="en-US" altLang="en-US" sz="2667" dirty="0">
                <a:solidFill>
                  <a:srgbClr val="414141"/>
                </a:solidFill>
                <a:latin typeface="Arial" panose="020B0604020202020204" pitchFamily="34" charset="0"/>
              </a:rPr>
              <a:t>    Rain, sun, beach, golf, or picnic shelters</a:t>
            </a:r>
          </a:p>
          <a:p>
            <a:pPr>
              <a:lnSpc>
                <a:spcPct val="90000"/>
              </a:lnSpc>
              <a:spcBef>
                <a:spcPct val="30000"/>
              </a:spcBef>
            </a:pPr>
            <a:endParaRPr lang="en-US" altLang="en-US" sz="667" dirty="0">
              <a:latin typeface="Arial" panose="020B0604020202020204" pitchFamily="34" charset="0"/>
            </a:endParaRPr>
          </a:p>
          <a:p>
            <a:pPr>
              <a:lnSpc>
                <a:spcPct val="90000"/>
              </a:lnSpc>
              <a:spcBef>
                <a:spcPct val="30000"/>
              </a:spcBef>
              <a:buClr>
                <a:schemeClr val="tx1"/>
              </a:buClr>
              <a:buSzPct val="50000"/>
              <a:buFont typeface="Monotype Sorts" pitchFamily="2" charset="2"/>
              <a:buChar char="u"/>
            </a:pPr>
            <a:r>
              <a:rPr lang="en-US" altLang="en-US" sz="2667" dirty="0">
                <a:solidFill>
                  <a:srgbClr val="414141"/>
                </a:solidFill>
                <a:latin typeface="Arial" panose="020B0604020202020204" pitchFamily="34" charset="0"/>
              </a:rPr>
              <a:t> Tents</a:t>
            </a:r>
            <a:endParaRPr lang="en-US" altLang="en-US" sz="2333" dirty="0">
              <a:latin typeface="Arial" panose="020B0604020202020204" pitchFamily="34" charset="0"/>
            </a:endParaRPr>
          </a:p>
          <a:p>
            <a:pPr>
              <a:lnSpc>
                <a:spcPct val="90000"/>
              </a:lnSpc>
              <a:spcBef>
                <a:spcPct val="30000"/>
              </a:spcBef>
            </a:pPr>
            <a:endParaRPr lang="en-US" altLang="en-US" sz="667" dirty="0">
              <a:latin typeface="Arial" panose="020B0604020202020204" pitchFamily="34" charset="0"/>
            </a:endParaRPr>
          </a:p>
          <a:p>
            <a:pPr>
              <a:lnSpc>
                <a:spcPct val="90000"/>
              </a:lnSpc>
              <a:spcBef>
                <a:spcPct val="30000"/>
              </a:spcBef>
              <a:buClr>
                <a:schemeClr val="tx1"/>
              </a:buClr>
              <a:buSzPct val="50000"/>
              <a:buFont typeface="Monotype Sorts" pitchFamily="2" charset="2"/>
              <a:buChar char="u"/>
            </a:pPr>
            <a:r>
              <a:rPr lang="en-US" altLang="en-US" sz="2667" dirty="0">
                <a:latin typeface="Arial" panose="020B0604020202020204" pitchFamily="34" charset="0"/>
              </a:rPr>
              <a:t> </a:t>
            </a:r>
            <a:r>
              <a:rPr lang="en-US" altLang="en-US" sz="2667" dirty="0">
                <a:solidFill>
                  <a:srgbClr val="414141"/>
                </a:solidFill>
                <a:latin typeface="Arial" panose="020B0604020202020204" pitchFamily="34" charset="0"/>
              </a:rPr>
              <a:t>Open areas more than 100 yards across</a:t>
            </a:r>
          </a:p>
          <a:p>
            <a:pPr>
              <a:lnSpc>
                <a:spcPct val="90000"/>
              </a:lnSpc>
              <a:spcBef>
                <a:spcPct val="30000"/>
              </a:spcBef>
            </a:pPr>
            <a:r>
              <a:rPr lang="en-US" altLang="en-US" sz="750" dirty="0">
                <a:solidFill>
                  <a:srgbClr val="414141"/>
                </a:solidFill>
                <a:latin typeface="Arial" panose="020B0604020202020204" pitchFamily="34" charset="0"/>
              </a:rPr>
              <a:t>  </a:t>
            </a:r>
            <a:endParaRPr lang="en-US" altLang="en-US" sz="667" dirty="0">
              <a:latin typeface="Arial" panose="020B0604020202020204" pitchFamily="34" charset="0"/>
            </a:endParaRPr>
          </a:p>
          <a:p>
            <a:pPr>
              <a:lnSpc>
                <a:spcPct val="90000"/>
              </a:lnSpc>
              <a:spcBef>
                <a:spcPct val="30000"/>
              </a:spcBef>
              <a:buClr>
                <a:schemeClr val="tx1"/>
              </a:buClr>
              <a:buSzPct val="50000"/>
              <a:buFont typeface="Monotype Sorts" pitchFamily="2" charset="2"/>
              <a:buChar char="u"/>
            </a:pPr>
            <a:r>
              <a:rPr lang="en-US" altLang="en-US" sz="2667" dirty="0">
                <a:solidFill>
                  <a:srgbClr val="414141"/>
                </a:solidFill>
                <a:latin typeface="Arial" panose="020B0604020202020204" pitchFamily="34" charset="0"/>
              </a:rPr>
              <a:t> Trees, poles, tall objects</a:t>
            </a:r>
          </a:p>
        </p:txBody>
      </p:sp>
      <p:sp>
        <p:nvSpPr>
          <p:cNvPr id="56324" name="Line 4">
            <a:extLst>
              <a:ext uri="{FF2B5EF4-FFF2-40B4-BE49-F238E27FC236}">
                <a16:creationId xmlns:a16="http://schemas.microsoft.com/office/drawing/2014/main" id="{4600A0DC-3913-6841-8BA3-9B64E36763BF}"/>
              </a:ext>
            </a:extLst>
          </p:cNvPr>
          <p:cNvSpPr>
            <a:spLocks noChangeShapeType="1"/>
          </p:cNvSpPr>
          <p:nvPr/>
        </p:nvSpPr>
        <p:spPr bwMode="auto">
          <a:xfrm>
            <a:off x="762000" y="1079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Tree>
    <p:extLst>
      <p:ext uri="{BB962C8B-B14F-4D97-AF65-F5344CB8AC3E}">
        <p14:creationId xmlns:p14="http://schemas.microsoft.com/office/powerpoint/2010/main" val="26486303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EE3FFDF9-D523-BA49-8171-51FA2E9B39E1}"/>
              </a:ext>
            </a:extLst>
          </p:cNvPr>
          <p:cNvSpPr>
            <a:spLocks noChangeArrowheads="1"/>
          </p:cNvSpPr>
          <p:nvPr/>
        </p:nvSpPr>
        <p:spPr bwMode="auto">
          <a:xfrm>
            <a:off x="1016000" y="889000"/>
            <a:ext cx="7366000" cy="4452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333" b="1" dirty="0">
                <a:solidFill>
                  <a:srgbClr val="FC0128"/>
                </a:solidFill>
              </a:rPr>
              <a:t>4.</a:t>
            </a:r>
            <a:r>
              <a:rPr lang="en-US" altLang="en-US" sz="2333" b="1" dirty="0">
                <a:solidFill>
                  <a:srgbClr val="FF0000"/>
                </a:solidFill>
              </a:rPr>
              <a:t> NO PLACE OUTSIDE IS SAFE DURING THUNDERSTORMS!</a:t>
            </a:r>
          </a:p>
          <a:p>
            <a:pPr>
              <a:buClr>
                <a:srgbClr val="FF0000"/>
              </a:buClr>
              <a:buFontTx/>
              <a:buChar char="•"/>
            </a:pPr>
            <a:endParaRPr lang="en-US" altLang="en-US" sz="667" dirty="0"/>
          </a:p>
          <a:p>
            <a:pPr>
              <a:buClr>
                <a:srgbClr val="FF0000"/>
              </a:buClr>
            </a:pPr>
            <a:endParaRPr lang="en-US" altLang="en-US" sz="2333" dirty="0"/>
          </a:p>
          <a:p>
            <a:pPr>
              <a:buClr>
                <a:srgbClr val="FF0000"/>
              </a:buClr>
              <a:buFontTx/>
              <a:buChar char="•"/>
            </a:pPr>
            <a:r>
              <a:rPr lang="en-US" altLang="en-US" sz="2333" dirty="0"/>
              <a:t> Be off the mountains by the time afternoon thunderstorms are expected.</a:t>
            </a:r>
          </a:p>
          <a:p>
            <a:pPr>
              <a:buClr>
                <a:srgbClr val="FF0000"/>
              </a:buClr>
              <a:buFontTx/>
              <a:buChar char="•"/>
            </a:pPr>
            <a:endParaRPr lang="en-US" altLang="en-US" sz="667" dirty="0"/>
          </a:p>
          <a:p>
            <a:pPr>
              <a:buClr>
                <a:srgbClr val="FF0000"/>
              </a:buClr>
              <a:buFontTx/>
              <a:buChar char="•"/>
            </a:pPr>
            <a:r>
              <a:rPr lang="en-US" altLang="en-US" sz="2333" dirty="0"/>
              <a:t> Trails within the forest are only marginally safer than exposed trails.</a:t>
            </a:r>
          </a:p>
          <a:p>
            <a:pPr>
              <a:buClr>
                <a:srgbClr val="FF0000"/>
              </a:buClr>
              <a:buFontTx/>
              <a:buChar char="•"/>
            </a:pPr>
            <a:endParaRPr lang="en-US" altLang="en-US" sz="667" dirty="0"/>
          </a:p>
          <a:p>
            <a:pPr>
              <a:buClr>
                <a:srgbClr val="FF0000"/>
              </a:buClr>
              <a:buFontTx/>
              <a:buChar char="•"/>
            </a:pPr>
            <a:r>
              <a:rPr lang="en-US" altLang="en-US" sz="2333" dirty="0"/>
              <a:t> Remove backpacks to expedite getting to safety.</a:t>
            </a:r>
          </a:p>
          <a:p>
            <a:pPr>
              <a:buClr>
                <a:srgbClr val="FF0000"/>
              </a:buClr>
              <a:buFontTx/>
              <a:buChar char="•"/>
            </a:pPr>
            <a:endParaRPr lang="en-US" altLang="en-US" sz="667" dirty="0"/>
          </a:p>
          <a:p>
            <a:pPr>
              <a:buClr>
                <a:srgbClr val="FF0000"/>
              </a:buClr>
              <a:buFontTx/>
              <a:buChar char="•"/>
            </a:pPr>
            <a:r>
              <a:rPr lang="en-US" altLang="en-US" sz="2333" dirty="0"/>
              <a:t> Caves, overhangs, and pavilions only protect you from the rain, not the lightning, which can travel from the strike point to you.</a:t>
            </a:r>
          </a:p>
        </p:txBody>
      </p:sp>
      <p:sp>
        <p:nvSpPr>
          <p:cNvPr id="59395" name="Rectangle 3">
            <a:extLst>
              <a:ext uri="{FF2B5EF4-FFF2-40B4-BE49-F238E27FC236}">
                <a16:creationId xmlns:a16="http://schemas.microsoft.com/office/drawing/2014/main" id="{380DA3B7-F6D7-8047-BB18-111070A46B26}"/>
              </a:ext>
            </a:extLst>
          </p:cNvPr>
          <p:cNvSpPr>
            <a:spLocks noChangeArrowheads="1"/>
          </p:cNvSpPr>
          <p:nvPr/>
        </p:nvSpPr>
        <p:spPr bwMode="auto">
          <a:xfrm>
            <a:off x="1333500" y="127000"/>
            <a:ext cx="6540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333" b="1">
                <a:solidFill>
                  <a:schemeClr val="accent2"/>
                </a:solidFill>
                <a:latin typeface="Arial" panose="020B0604020202020204" pitchFamily="34" charset="0"/>
              </a:rPr>
              <a:t>Lightning Safety Precautions</a:t>
            </a:r>
            <a:endParaRPr lang="en-US" altLang="en-US" sz="3667"/>
          </a:p>
        </p:txBody>
      </p:sp>
      <p:sp>
        <p:nvSpPr>
          <p:cNvPr id="59396" name="Line 4">
            <a:extLst>
              <a:ext uri="{FF2B5EF4-FFF2-40B4-BE49-F238E27FC236}">
                <a16:creationId xmlns:a16="http://schemas.microsoft.com/office/drawing/2014/main" id="{F929C230-FB06-EA45-89F2-EEA26544049E}"/>
              </a:ext>
            </a:extLst>
          </p:cNvPr>
          <p:cNvSpPr>
            <a:spLocks noChangeShapeType="1"/>
          </p:cNvSpPr>
          <p:nvPr/>
        </p:nvSpPr>
        <p:spPr bwMode="auto">
          <a:xfrm>
            <a:off x="762000" y="7620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Tree>
    <p:extLst>
      <p:ext uri="{BB962C8B-B14F-4D97-AF65-F5344CB8AC3E}">
        <p14:creationId xmlns:p14="http://schemas.microsoft.com/office/powerpoint/2010/main" val="40527970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CC175D8-3910-3741-8A0B-5EF67789C09D}"/>
              </a:ext>
            </a:extLst>
          </p:cNvPr>
          <p:cNvSpPr>
            <a:spLocks noChangeArrowheads="1"/>
          </p:cNvSpPr>
          <p:nvPr/>
        </p:nvSpPr>
        <p:spPr bwMode="auto">
          <a:xfrm>
            <a:off x="152400" y="127000"/>
            <a:ext cx="88392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000" b="1" dirty="0">
                <a:solidFill>
                  <a:schemeClr val="accent2"/>
                </a:solidFill>
                <a:latin typeface="Arial" panose="020B0604020202020204" pitchFamily="34" charset="0"/>
              </a:rPr>
              <a:t>When on the water, get to land immediately.</a:t>
            </a:r>
            <a:endParaRPr lang="en-US" altLang="en-US" sz="4000" dirty="0">
              <a:solidFill>
                <a:srgbClr val="3365FB"/>
              </a:solidFill>
            </a:endParaRPr>
          </a:p>
        </p:txBody>
      </p:sp>
      <p:sp>
        <p:nvSpPr>
          <p:cNvPr id="77827" name="Line 3">
            <a:extLst>
              <a:ext uri="{FF2B5EF4-FFF2-40B4-BE49-F238E27FC236}">
                <a16:creationId xmlns:a16="http://schemas.microsoft.com/office/drawing/2014/main" id="{072EF0BA-6DFA-2A4C-B6BA-45F28858BE62}"/>
              </a:ext>
            </a:extLst>
          </p:cNvPr>
          <p:cNvSpPr>
            <a:spLocks noChangeShapeType="1"/>
          </p:cNvSpPr>
          <p:nvPr/>
        </p:nvSpPr>
        <p:spPr bwMode="auto">
          <a:xfrm>
            <a:off x="762000" y="825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77829" name="Text Box 5">
            <a:extLst>
              <a:ext uri="{FF2B5EF4-FFF2-40B4-BE49-F238E27FC236}">
                <a16:creationId xmlns:a16="http://schemas.microsoft.com/office/drawing/2014/main" id="{6978D09A-1E21-EE4A-9974-11D18930037C}"/>
              </a:ext>
            </a:extLst>
          </p:cNvPr>
          <p:cNvSpPr txBox="1">
            <a:spLocks noChangeArrowheads="1"/>
          </p:cNvSpPr>
          <p:nvPr/>
        </p:nvSpPr>
        <p:spPr bwMode="auto">
          <a:xfrm>
            <a:off x="1333500" y="1016000"/>
            <a:ext cx="6237605" cy="81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333" dirty="0">
                <a:solidFill>
                  <a:schemeClr val="accent2"/>
                </a:solidFill>
              </a:rPr>
              <a:t>Lightning strikes have killed or injured people </a:t>
            </a:r>
          </a:p>
          <a:p>
            <a:r>
              <a:rPr lang="en-US" altLang="en-US" sz="2333" dirty="0">
                <a:solidFill>
                  <a:schemeClr val="accent2"/>
                </a:solidFill>
              </a:rPr>
              <a:t>	more than 30 yards away on water.</a:t>
            </a:r>
          </a:p>
        </p:txBody>
      </p:sp>
      <p:pic>
        <p:nvPicPr>
          <p:cNvPr id="77831" name="Picture 7" descr="Awesome.jpg                                                    0000C21DMacintosh HD                   ABA78158:">
            <a:extLst>
              <a:ext uri="{FF2B5EF4-FFF2-40B4-BE49-F238E27FC236}">
                <a16:creationId xmlns:a16="http://schemas.microsoft.com/office/drawing/2014/main" id="{B315CECD-369D-7B42-A56B-2EF9D063CC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894417"/>
            <a:ext cx="5791200" cy="3860800"/>
          </a:xfrm>
          <a:prstGeom prst="rect">
            <a:avLst/>
          </a:prstGeom>
          <a:noFill/>
          <a:extLst>
            <a:ext uri="{909E8E84-426E-40DD-AFC4-6F175D3DCCD1}">
              <a14:hiddenFill xmlns:a14="http://schemas.microsoft.com/office/drawing/2010/main">
                <a:solidFill>
                  <a:srgbClr val="FFFFFF"/>
                </a:solidFill>
              </a14:hiddenFill>
            </a:ext>
          </a:extLst>
        </p:spPr>
      </p:pic>
      <p:sp>
        <p:nvSpPr>
          <p:cNvPr id="77832" name="Text Box 8">
            <a:extLst>
              <a:ext uri="{FF2B5EF4-FFF2-40B4-BE49-F238E27FC236}">
                <a16:creationId xmlns:a16="http://schemas.microsoft.com/office/drawing/2014/main" id="{F146287D-03A2-B048-9921-65F48BC002A4}"/>
              </a:ext>
            </a:extLst>
          </p:cNvPr>
          <p:cNvSpPr txBox="1">
            <a:spLocks noChangeArrowheads="1"/>
          </p:cNvSpPr>
          <p:nvPr/>
        </p:nvSpPr>
        <p:spPr bwMode="auto">
          <a:xfrm>
            <a:off x="2095500" y="5461000"/>
            <a:ext cx="1300356" cy="271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167">
                <a:solidFill>
                  <a:srgbClr val="CCECFF"/>
                </a:solidFill>
              </a:rPr>
              <a:t>wildweather.com</a:t>
            </a:r>
            <a:endParaRPr lang="en-US" altLang="en-US" sz="1167"/>
          </a:p>
        </p:txBody>
      </p:sp>
    </p:spTree>
    <p:extLst>
      <p:ext uri="{BB962C8B-B14F-4D97-AF65-F5344CB8AC3E}">
        <p14:creationId xmlns:p14="http://schemas.microsoft.com/office/powerpoint/2010/main" val="32503133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a:extLst>
              <a:ext uri="{FF2B5EF4-FFF2-40B4-BE49-F238E27FC236}">
                <a16:creationId xmlns:a16="http://schemas.microsoft.com/office/drawing/2014/main" id="{A23960D5-E668-074E-8616-8DAB92122622}"/>
              </a:ext>
            </a:extLst>
          </p:cNvPr>
          <p:cNvSpPr>
            <a:spLocks noChangeArrowheads="1"/>
          </p:cNvSpPr>
          <p:nvPr/>
        </p:nvSpPr>
        <p:spPr bwMode="auto">
          <a:xfrm>
            <a:off x="1206500" y="127000"/>
            <a:ext cx="67945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nchor="b"/>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r>
              <a:rPr lang="en-US" altLang="en-US" sz="3000" b="1">
                <a:solidFill>
                  <a:schemeClr val="accent2"/>
                </a:solidFill>
                <a:latin typeface="Arial" panose="020B0604020202020204" pitchFamily="34" charset="0"/>
              </a:rPr>
              <a:t>First Aid for Lightning Victims</a:t>
            </a:r>
            <a:endParaRPr lang="en-US" altLang="en-US" sz="4000">
              <a:solidFill>
                <a:srgbClr val="3365FB"/>
              </a:solidFill>
            </a:endParaRPr>
          </a:p>
        </p:txBody>
      </p:sp>
      <p:sp>
        <p:nvSpPr>
          <p:cNvPr id="75780" name="Line 1028">
            <a:extLst>
              <a:ext uri="{FF2B5EF4-FFF2-40B4-BE49-F238E27FC236}">
                <a16:creationId xmlns:a16="http://schemas.microsoft.com/office/drawing/2014/main" id="{14D87C8F-4D8F-124E-8376-8588336E3A70}"/>
              </a:ext>
            </a:extLst>
          </p:cNvPr>
          <p:cNvSpPr>
            <a:spLocks noChangeShapeType="1"/>
          </p:cNvSpPr>
          <p:nvPr/>
        </p:nvSpPr>
        <p:spPr bwMode="auto">
          <a:xfrm>
            <a:off x="762000" y="825500"/>
            <a:ext cx="7620000"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75789" name="Rectangle 1037">
            <a:extLst>
              <a:ext uri="{FF2B5EF4-FFF2-40B4-BE49-F238E27FC236}">
                <a16:creationId xmlns:a16="http://schemas.microsoft.com/office/drawing/2014/main" id="{20A5108F-E787-6C49-A91D-CB772276FE8F}"/>
              </a:ext>
            </a:extLst>
          </p:cNvPr>
          <p:cNvSpPr>
            <a:spLocks noChangeArrowheads="1"/>
          </p:cNvSpPr>
          <p:nvPr/>
        </p:nvSpPr>
        <p:spPr bwMode="auto">
          <a:xfrm>
            <a:off x="952500" y="1016000"/>
            <a:ext cx="73025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407" tIns="37042" rIns="75407" bIns="37042"/>
          <a:lstStyle>
            <a:lvl1pPr marL="285750" indent="-285750">
              <a:spcBef>
                <a:spcPct val="20000"/>
              </a:spcBef>
              <a:buChar char="•"/>
              <a:defRPr sz="3200">
                <a:solidFill>
                  <a:schemeClr val="tx1"/>
                </a:solidFill>
                <a:latin typeface="Times New Roman" panose="02020603050405020304" pitchFamily="18" charset="0"/>
              </a:defRPr>
            </a:lvl1pPr>
            <a:lvl2pPr marL="685800" indent="-2286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543050" indent="-171450">
              <a:spcBef>
                <a:spcPct val="20000"/>
              </a:spcBef>
              <a:buChar char="–"/>
              <a:defRPr sz="2000">
                <a:solidFill>
                  <a:schemeClr val="tx1"/>
                </a:solidFill>
                <a:latin typeface="Times New Roman" panose="02020603050405020304" pitchFamily="18" charset="0"/>
              </a:defRPr>
            </a:lvl4pPr>
            <a:lvl5pPr marL="2000250" indent="-171450">
              <a:spcBef>
                <a:spcPct val="20000"/>
              </a:spcBef>
              <a:buChar char="»"/>
              <a:defRPr sz="2000">
                <a:solidFill>
                  <a:schemeClr val="tx1"/>
                </a:solidFill>
                <a:latin typeface="Times New Roman" panose="02020603050405020304" pitchFamily="18" charset="0"/>
              </a:defRPr>
            </a:lvl5pPr>
            <a:lvl6pPr marL="2457450" indent="-17145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14650" indent="-17145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371850" indent="-17145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29050" indent="-17145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dirty="0">
                <a:latin typeface="Arial" panose="020B0604020202020204" pitchFamily="34" charset="0"/>
              </a:rPr>
              <a:t>• Call for help.</a:t>
            </a:r>
          </a:p>
          <a:p>
            <a:pPr>
              <a:buFontTx/>
              <a:buNone/>
            </a:pPr>
            <a:r>
              <a:rPr lang="en-US" altLang="en-US" sz="2000" dirty="0">
                <a:latin typeface="Arial" panose="020B0604020202020204" pitchFamily="34" charset="0"/>
              </a:rPr>
              <a:t>• Make no more casualties by exposing rescuers to continuing lightning danger.</a:t>
            </a:r>
          </a:p>
          <a:p>
            <a:pPr>
              <a:buFontTx/>
              <a:buNone/>
            </a:pPr>
            <a:r>
              <a:rPr lang="en-US" altLang="en-US" sz="2000" dirty="0">
                <a:latin typeface="Arial" panose="020B0604020202020204" pitchFamily="34" charset="0"/>
              </a:rPr>
              <a:t>• </a:t>
            </a:r>
            <a:r>
              <a:rPr lang="en-US" altLang="en-US" sz="2000" dirty="0">
                <a:solidFill>
                  <a:srgbClr val="FF0000"/>
                </a:solidFill>
                <a:latin typeface="Arial" panose="020B0604020202020204" pitchFamily="34" charset="0"/>
              </a:rPr>
              <a:t>It is safe to handle a lightning victim.</a:t>
            </a:r>
          </a:p>
          <a:p>
            <a:pPr>
              <a:buFontTx/>
              <a:buNone/>
            </a:pPr>
            <a:r>
              <a:rPr lang="en-US" altLang="en-US" sz="2000" dirty="0">
                <a:latin typeface="Arial" panose="020B0604020202020204" pitchFamily="34" charset="0"/>
              </a:rPr>
              <a:t>• Check for breathing and pulse–administer CPR and/or mouth-to-mouth resuscitation, if necessary.</a:t>
            </a:r>
          </a:p>
          <a:p>
            <a:pPr>
              <a:buFontTx/>
              <a:buNone/>
            </a:pPr>
            <a:r>
              <a:rPr lang="en-US" altLang="en-US" sz="2000" dirty="0">
                <a:latin typeface="Arial" panose="020B0604020202020204" pitchFamily="34" charset="0"/>
              </a:rPr>
              <a:t>• Check for other injuries:  fractures, lightning entry and exit points (e.g., fingers, toes, belt buckles, jewelry).</a:t>
            </a:r>
          </a:p>
          <a:p>
            <a:pPr>
              <a:buFontTx/>
              <a:buNone/>
            </a:pPr>
            <a:r>
              <a:rPr lang="en-US" altLang="en-US" sz="2000" dirty="0">
                <a:latin typeface="Arial" panose="020B0604020202020204" pitchFamily="34" charset="0"/>
              </a:rPr>
              <a:t>• Do not move victims with suspected spinal injuries.</a:t>
            </a:r>
          </a:p>
          <a:p>
            <a:pPr>
              <a:buFontTx/>
              <a:buNone/>
            </a:pPr>
            <a:r>
              <a:rPr lang="en-US" altLang="en-US" sz="2000" dirty="0">
                <a:latin typeface="Arial" panose="020B0604020202020204" pitchFamily="34" charset="0"/>
              </a:rPr>
              <a:t>• Prevent patient from going into shock (cover with blanket, keep dry, do not let victim walk around).</a:t>
            </a:r>
          </a:p>
          <a:p>
            <a:pPr>
              <a:buFontTx/>
              <a:buNone/>
            </a:pPr>
            <a:r>
              <a:rPr lang="en-US" altLang="en-US" sz="2000" dirty="0">
                <a:latin typeface="Arial" panose="020B0604020202020204" pitchFamily="34" charset="0"/>
              </a:rPr>
              <a:t>• Take even stunned or otherwise unhurt victims to hospital for proper medical attention.</a:t>
            </a:r>
          </a:p>
        </p:txBody>
      </p:sp>
    </p:spTree>
    <p:extLst>
      <p:ext uri="{BB962C8B-B14F-4D97-AF65-F5344CB8AC3E}">
        <p14:creationId xmlns:p14="http://schemas.microsoft.com/office/powerpoint/2010/main" val="16021889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E45BB8A-F332-044C-AE4F-CEA3649B2192}"/>
              </a:ext>
            </a:extLst>
          </p:cNvPr>
          <p:cNvPicPr>
            <a:picLocks noChangeAspect="1"/>
          </p:cNvPicPr>
          <p:nvPr/>
        </p:nvPicPr>
        <p:blipFill>
          <a:blip r:embed="rId3"/>
          <a:stretch>
            <a:fillRect/>
          </a:stretch>
        </p:blipFill>
        <p:spPr>
          <a:xfrm>
            <a:off x="1554627" y="0"/>
            <a:ext cx="7589373" cy="5715000"/>
          </a:xfrm>
          <a:prstGeom prst="rect">
            <a:avLst/>
          </a:prstGeom>
        </p:spPr>
      </p:pic>
      <p:pic>
        <p:nvPicPr>
          <p:cNvPr id="3" name="Picture 2">
            <a:extLst>
              <a:ext uri="{FF2B5EF4-FFF2-40B4-BE49-F238E27FC236}">
                <a16:creationId xmlns:a16="http://schemas.microsoft.com/office/drawing/2014/main" id="{17DF2505-1CD6-4341-84FF-F6D1A3E610C6}"/>
              </a:ext>
            </a:extLst>
          </p:cNvPr>
          <p:cNvPicPr>
            <a:picLocks noChangeAspect="1"/>
          </p:cNvPicPr>
          <p:nvPr/>
        </p:nvPicPr>
        <p:blipFill>
          <a:blip r:embed="rId4"/>
          <a:stretch>
            <a:fillRect/>
          </a:stretch>
        </p:blipFill>
        <p:spPr>
          <a:xfrm>
            <a:off x="-2590800" y="0"/>
            <a:ext cx="7188554" cy="5715000"/>
          </a:xfrm>
          <a:prstGeom prst="rect">
            <a:avLst/>
          </a:prstGeom>
        </p:spPr>
      </p:pic>
      <p:sp>
        <p:nvSpPr>
          <p:cNvPr id="10" name="TextBox 9">
            <a:extLst>
              <a:ext uri="{FF2B5EF4-FFF2-40B4-BE49-F238E27FC236}">
                <a16:creationId xmlns:a16="http://schemas.microsoft.com/office/drawing/2014/main" id="{C95F297A-8C2D-D548-8EBB-987322902EAF}"/>
              </a:ext>
            </a:extLst>
          </p:cNvPr>
          <p:cNvSpPr txBox="1"/>
          <p:nvPr/>
        </p:nvSpPr>
        <p:spPr>
          <a:xfrm>
            <a:off x="2806879" y="0"/>
            <a:ext cx="3801041" cy="923330"/>
          </a:xfrm>
          <a:prstGeom prst="rect">
            <a:avLst/>
          </a:prstGeom>
          <a:noFill/>
        </p:spPr>
        <p:txBody>
          <a:bodyPr wrap="none" rtlCol="0">
            <a:spAutoFit/>
          </a:bodyPr>
          <a:lstStyle/>
          <a:p>
            <a:r>
              <a:rPr lang="en-US" sz="5400" dirty="0">
                <a:solidFill>
                  <a:srgbClr val="FFFF00"/>
                </a:solidFill>
              </a:rPr>
              <a:t>FLOODING</a:t>
            </a:r>
          </a:p>
        </p:txBody>
      </p:sp>
    </p:spTree>
    <p:extLst>
      <p:ext uri="{BB962C8B-B14F-4D97-AF65-F5344CB8AC3E}">
        <p14:creationId xmlns:p14="http://schemas.microsoft.com/office/powerpoint/2010/main" val="416543269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7F8C23-7973-B84B-86C6-D9050E0284D5}"/>
              </a:ext>
            </a:extLst>
          </p:cNvPr>
          <p:cNvPicPr>
            <a:picLocks noChangeAspect="1"/>
          </p:cNvPicPr>
          <p:nvPr/>
        </p:nvPicPr>
        <p:blipFill>
          <a:blip r:embed="rId2"/>
          <a:stretch>
            <a:fillRect/>
          </a:stretch>
        </p:blipFill>
        <p:spPr>
          <a:xfrm>
            <a:off x="-14278" y="419100"/>
            <a:ext cx="9161591" cy="4779296"/>
          </a:xfrm>
          <a:prstGeom prst="rect">
            <a:avLst/>
          </a:prstGeom>
        </p:spPr>
      </p:pic>
      <p:sp>
        <p:nvSpPr>
          <p:cNvPr id="5" name="TextBox 4">
            <a:extLst>
              <a:ext uri="{FF2B5EF4-FFF2-40B4-BE49-F238E27FC236}">
                <a16:creationId xmlns:a16="http://schemas.microsoft.com/office/drawing/2014/main" id="{AC6302FF-9F2F-204F-88F8-7BF5EC3D69C5}"/>
              </a:ext>
            </a:extLst>
          </p:cNvPr>
          <p:cNvSpPr txBox="1"/>
          <p:nvPr/>
        </p:nvSpPr>
        <p:spPr>
          <a:xfrm>
            <a:off x="990600" y="4610100"/>
            <a:ext cx="1023037" cy="461665"/>
          </a:xfrm>
          <a:prstGeom prst="rect">
            <a:avLst/>
          </a:prstGeom>
          <a:noFill/>
        </p:spPr>
        <p:txBody>
          <a:bodyPr wrap="none" rtlCol="0">
            <a:spAutoFit/>
          </a:bodyPr>
          <a:lstStyle/>
          <a:p>
            <a:r>
              <a:rPr lang="en-US" dirty="0">
                <a:solidFill>
                  <a:schemeClr val="bg1"/>
                </a:solidFill>
              </a:rPr>
              <a:t>15 cm</a:t>
            </a:r>
          </a:p>
        </p:txBody>
      </p:sp>
      <p:sp>
        <p:nvSpPr>
          <p:cNvPr id="7" name="TextBox 6">
            <a:extLst>
              <a:ext uri="{FF2B5EF4-FFF2-40B4-BE49-F238E27FC236}">
                <a16:creationId xmlns:a16="http://schemas.microsoft.com/office/drawing/2014/main" id="{500EE13A-3749-DF44-9922-95AB34E9EA78}"/>
              </a:ext>
            </a:extLst>
          </p:cNvPr>
          <p:cNvSpPr txBox="1"/>
          <p:nvPr/>
        </p:nvSpPr>
        <p:spPr>
          <a:xfrm>
            <a:off x="76200" y="876300"/>
            <a:ext cx="1023037" cy="461665"/>
          </a:xfrm>
          <a:prstGeom prst="rect">
            <a:avLst/>
          </a:prstGeom>
          <a:noFill/>
        </p:spPr>
        <p:txBody>
          <a:bodyPr wrap="none" rtlCol="0">
            <a:spAutoFit/>
          </a:bodyPr>
          <a:lstStyle/>
          <a:p>
            <a:r>
              <a:rPr lang="en-US" dirty="0">
                <a:solidFill>
                  <a:schemeClr val="bg1"/>
                </a:solidFill>
              </a:rPr>
              <a:t>30 cm</a:t>
            </a:r>
          </a:p>
        </p:txBody>
      </p:sp>
      <p:sp>
        <p:nvSpPr>
          <p:cNvPr id="8" name="TextBox 7">
            <a:extLst>
              <a:ext uri="{FF2B5EF4-FFF2-40B4-BE49-F238E27FC236}">
                <a16:creationId xmlns:a16="http://schemas.microsoft.com/office/drawing/2014/main" id="{6FAE632F-B8EC-244B-A171-D50398CEEC8E}"/>
              </a:ext>
            </a:extLst>
          </p:cNvPr>
          <p:cNvSpPr txBox="1"/>
          <p:nvPr/>
        </p:nvSpPr>
        <p:spPr>
          <a:xfrm>
            <a:off x="5029200" y="3314700"/>
            <a:ext cx="1537600" cy="461665"/>
          </a:xfrm>
          <a:prstGeom prst="rect">
            <a:avLst/>
          </a:prstGeom>
          <a:noFill/>
        </p:spPr>
        <p:txBody>
          <a:bodyPr wrap="none" rtlCol="0">
            <a:spAutoFit/>
          </a:bodyPr>
          <a:lstStyle/>
          <a:p>
            <a:r>
              <a:rPr lang="en-US" dirty="0">
                <a:solidFill>
                  <a:schemeClr val="bg1"/>
                </a:solidFill>
              </a:rPr>
              <a:t>45–60 cm</a:t>
            </a:r>
          </a:p>
        </p:txBody>
      </p:sp>
    </p:spTree>
    <p:extLst>
      <p:ext uri="{BB962C8B-B14F-4D97-AF65-F5344CB8AC3E}">
        <p14:creationId xmlns:p14="http://schemas.microsoft.com/office/powerpoint/2010/main" val="379791725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2" name="Turn Around, Don't Drown PSA Music Video featuring Matt Hawk">
            <a:hlinkClick r:id="" action="ppaction://media"/>
            <a:extLst>
              <a:ext uri="{FF2B5EF4-FFF2-40B4-BE49-F238E27FC236}">
                <a16:creationId xmlns:a16="http://schemas.microsoft.com/office/drawing/2014/main" id="{59A43D97-04D2-524C-BAE7-B5E0B31DAFE8}"/>
              </a:ext>
            </a:extLst>
          </p:cNvPr>
          <p:cNvPicPr>
            <a:picLocks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0" y="14909"/>
            <a:ext cx="9144000" cy="5143500"/>
          </a:xfrm>
          <a:prstGeom prst="rect">
            <a:avLst/>
          </a:prstGeom>
        </p:spPr>
      </p:pic>
    </p:spTree>
    <p:extLst>
      <p:ext uri="{BB962C8B-B14F-4D97-AF65-F5344CB8AC3E}">
        <p14:creationId xmlns:p14="http://schemas.microsoft.com/office/powerpoint/2010/main" val="121629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9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4C36A756-5200-014A-ABC9-288F296D26A0}"/>
              </a:ext>
            </a:extLst>
          </p:cNvPr>
          <p:cNvSpPr txBox="1"/>
          <p:nvPr/>
        </p:nvSpPr>
        <p:spPr>
          <a:xfrm>
            <a:off x="228600" y="342900"/>
            <a:ext cx="8610600" cy="4338752"/>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10000"/>
              </a:lnSpc>
              <a:defRPr/>
            </a:pPr>
            <a:endParaRPr lang="en-US" altLang="en-US" sz="2800" dirty="0">
              <a:solidFill>
                <a:schemeClr val="bg1"/>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chemeClr val="bg1"/>
                </a:solidFill>
                <a:effectLst>
                  <a:outerShdw blurRad="38100" dist="38100" dir="2700000" algn="tl">
                    <a:srgbClr val="000000"/>
                  </a:outerShdw>
                </a:effectLst>
                <a:latin typeface="Helvetica" pitchFamily="2" charset="0"/>
              </a:rPr>
              <a:t>Be aware of the forecast before you go.</a:t>
            </a:r>
          </a:p>
          <a:p>
            <a:pPr eaLnBrk="1" hangingPunct="1">
              <a:lnSpc>
                <a:spcPct val="110000"/>
              </a:lnSpc>
              <a:defRPr/>
            </a:pPr>
            <a:endParaRPr lang="en-US" altLang="en-US" sz="2800" dirty="0">
              <a:solidFill>
                <a:schemeClr val="bg1"/>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chemeClr val="bg1"/>
                </a:solidFill>
                <a:effectLst>
                  <a:outerShdw blurRad="38100" dist="38100" dir="2700000" algn="tl">
                    <a:srgbClr val="000000"/>
                  </a:outerShdw>
                </a:effectLst>
                <a:latin typeface="Helvetica" pitchFamily="2" charset="0"/>
              </a:rPr>
              <a:t>If in cell-phone range, have appropriate apps and bookmarks to radar and lightning web pages.</a:t>
            </a:r>
          </a:p>
          <a:p>
            <a:pPr eaLnBrk="1" hangingPunct="1">
              <a:lnSpc>
                <a:spcPct val="110000"/>
              </a:lnSpc>
              <a:defRPr/>
            </a:pPr>
            <a:endParaRPr lang="en-US" altLang="en-US" sz="2800" dirty="0">
              <a:solidFill>
                <a:schemeClr val="bg1"/>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chemeClr val="bg1"/>
                </a:solidFill>
                <a:effectLst>
                  <a:outerShdw blurRad="38100" dist="38100" dir="2700000" algn="tl">
                    <a:srgbClr val="000000"/>
                  </a:outerShdw>
                </a:effectLst>
                <a:latin typeface="Helvetica" pitchFamily="2" charset="0"/>
              </a:rPr>
              <a:t>Be aware of specific weather-related safety rules.</a:t>
            </a:r>
          </a:p>
          <a:p>
            <a:pPr eaLnBrk="1" hangingPunct="1">
              <a:lnSpc>
                <a:spcPct val="110000"/>
              </a:lnSpc>
              <a:defRPr/>
            </a:pPr>
            <a:endParaRPr lang="en-US" altLang="en-US" sz="2800" dirty="0">
              <a:solidFill>
                <a:schemeClr val="bg1"/>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chemeClr val="bg1"/>
                </a:solidFill>
                <a:effectLst>
                  <a:outerShdw blurRad="38100" dist="38100" dir="2700000" algn="tl">
                    <a:srgbClr val="000000"/>
                  </a:outerShdw>
                </a:effectLst>
                <a:latin typeface="Helvetica" pitchFamily="2" charset="0"/>
              </a:rPr>
              <a:t>Have a safety plan in case of bad weather.</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063D09"/>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4C36A756-5200-014A-ABC9-288F296D26A0}"/>
              </a:ext>
            </a:extLst>
          </p:cNvPr>
          <p:cNvSpPr txBox="1"/>
          <p:nvPr/>
        </p:nvSpPr>
        <p:spPr>
          <a:xfrm>
            <a:off x="657225" y="1238250"/>
            <a:ext cx="8610600" cy="2773067"/>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10000"/>
              </a:lnSpc>
              <a:defRPr/>
            </a:pPr>
            <a:r>
              <a:rPr lang="en-US" altLang="en-US" sz="4000" dirty="0">
                <a:solidFill>
                  <a:srgbClr val="FFFF00"/>
                </a:solidFill>
                <a:effectLst>
                  <a:outerShdw blurRad="38100" dist="38100" dir="2700000" algn="tl">
                    <a:srgbClr val="000000"/>
                  </a:outerShdw>
                </a:effectLst>
                <a:latin typeface="Helvetica" pitchFamily="2" charset="0"/>
              </a:rPr>
              <a:t>When thunder roars, go indoors.</a:t>
            </a:r>
          </a:p>
          <a:p>
            <a:pPr eaLnBrk="1" hangingPunct="1">
              <a:lnSpc>
                <a:spcPct val="110000"/>
              </a:lnSpc>
              <a:defRPr/>
            </a:pPr>
            <a:endParaRPr lang="en-US" altLang="en-US" sz="4000" dirty="0">
              <a:solidFill>
                <a:srgbClr val="FFFF00"/>
              </a:solidFill>
              <a:effectLst>
                <a:outerShdw blurRad="38100" dist="38100" dir="2700000" algn="tl">
                  <a:srgbClr val="000000"/>
                </a:outerShdw>
              </a:effectLst>
              <a:latin typeface="Helvetica" pitchFamily="2" charset="0"/>
            </a:endParaRPr>
          </a:p>
          <a:p>
            <a:pPr eaLnBrk="1" hangingPunct="1">
              <a:lnSpc>
                <a:spcPct val="110000"/>
              </a:lnSpc>
              <a:defRPr/>
            </a:pPr>
            <a:endParaRPr lang="en-US" altLang="en-US" sz="4000" dirty="0">
              <a:solidFill>
                <a:srgbClr val="FFFF00"/>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4000" dirty="0">
                <a:solidFill>
                  <a:srgbClr val="FFFF00"/>
                </a:solidFill>
                <a:effectLst>
                  <a:outerShdw blurRad="38100" dist="38100" dir="2700000" algn="tl">
                    <a:srgbClr val="000000"/>
                  </a:outerShdw>
                </a:effectLst>
                <a:latin typeface="Helvetica" pitchFamily="2" charset="0"/>
              </a:rPr>
              <a:t>Turn around. Don’t drown.</a:t>
            </a:r>
          </a:p>
        </p:txBody>
      </p:sp>
    </p:spTree>
    <p:extLst>
      <p:ext uri="{BB962C8B-B14F-4D97-AF65-F5344CB8AC3E}">
        <p14:creationId xmlns:p14="http://schemas.microsoft.com/office/powerpoint/2010/main" val="28222062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bg>
      <p:bgPr>
        <a:solidFill>
          <a:srgbClr val="4E0F6A"/>
        </a:solidFill>
        <a:effectLst/>
      </p:bgPr>
    </p:bg>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id="{DAB33945-D1D7-5C45-8B04-933467DE51D1}"/>
              </a:ext>
            </a:extLst>
          </p:cNvPr>
          <p:cNvSpPr>
            <a:spLocks noGrp="1" noChangeArrowheads="1"/>
          </p:cNvSpPr>
          <p:nvPr>
            <p:ph type="title"/>
          </p:nvPr>
        </p:nvSpPr>
        <p:spPr>
          <a:xfrm>
            <a:off x="457200" y="73025"/>
            <a:ext cx="8229600" cy="952500"/>
          </a:xfrm>
        </p:spPr>
        <p:txBody>
          <a:bodyPr/>
          <a:lstStyle/>
          <a:p>
            <a:r>
              <a:rPr lang="en-US" altLang="en-US">
                <a:solidFill>
                  <a:srgbClr val="FFFF00"/>
                </a:solidFill>
                <a:ea typeface="ＭＳ Ｐゴシック" panose="020B0600070205080204" pitchFamily="34" charset="-128"/>
              </a:rPr>
              <a:t>Thought-Provoking Questions</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457200" y="800100"/>
            <a:ext cx="8229600" cy="4076700"/>
          </a:xfrm>
        </p:spPr>
        <p:txBody>
          <a:bodyPr/>
          <a:lstStyle/>
          <a:p>
            <a:pPr marL="0" indent="0">
              <a:buFontTx/>
              <a:buNone/>
              <a:defRPr/>
            </a:pPr>
            <a:endParaRPr lang="en-US" altLang="en-US" sz="2333" dirty="0">
              <a:solidFill>
                <a:srgbClr val="FFFF00"/>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What are some of the ways that the atmosphere interacts with the geosphere?</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What are the factors that determine the atmospheric circulation and climate on exoplanets and exomoons?  </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Are there cyclones and anticyclones on other planets in our solar system?</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301518014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4E0F6A"/>
        </a:solidFill>
        <a:effectLst/>
      </p:bgPr>
    </p:bg>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8C4BF5D5-6013-7643-BB6E-23B662AA551B}"/>
              </a:ext>
            </a:extLst>
          </p:cNvPr>
          <p:cNvSpPr>
            <a:spLocks noGrp="1" noChangeArrowheads="1"/>
          </p:cNvSpPr>
          <p:nvPr>
            <p:ph type="title"/>
          </p:nvPr>
        </p:nvSpPr>
        <p:spPr/>
        <p:txBody>
          <a:bodyPr/>
          <a:lstStyle/>
          <a:p>
            <a:r>
              <a:rPr lang="en-US" altLang="en-US">
                <a:solidFill>
                  <a:srgbClr val="FFFF00"/>
                </a:solidFill>
                <a:ea typeface="ＭＳ Ｐゴシック" panose="020B0600070205080204" pitchFamily="34" charset="-128"/>
              </a:rPr>
              <a:t>Reading Around the Topic</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p:txBody>
          <a:bodyPr/>
          <a:lstStyle/>
          <a:p>
            <a:pPr marL="0" indent="0">
              <a:buFontTx/>
              <a:buNone/>
              <a:defRPr/>
            </a:pPr>
            <a:endParaRPr lang="en-US" altLang="en-US" sz="2333" dirty="0">
              <a:solidFill>
                <a:srgbClr val="FFFF00"/>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Exercise: What happened on 25 November 2020?</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Schultz and Vaughan (2011) : Occluded fronts and the occlusion process: A fresh look at conventional wisdom</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Wilson et al. (2010): What controls storm tracks?</a:t>
            </a:r>
          </a:p>
        </p:txBody>
      </p:sp>
    </p:spTree>
    <p:extLst>
      <p:ext uri="{BB962C8B-B14F-4D97-AF65-F5344CB8AC3E}">
        <p14:creationId xmlns:p14="http://schemas.microsoft.com/office/powerpoint/2010/main" val="3981358943"/>
      </p:ext>
    </p:extLst>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8C4BF5D5-6013-7643-BB6E-23B662AA551B}"/>
              </a:ext>
            </a:extLst>
          </p:cNvPr>
          <p:cNvSpPr>
            <a:spLocks noGrp="1" noChangeArrowheads="1"/>
          </p:cNvSpPr>
          <p:nvPr>
            <p:ph type="title"/>
          </p:nvPr>
        </p:nvSpPr>
        <p:spPr>
          <a:xfrm>
            <a:off x="447207" y="0"/>
            <a:ext cx="8229600" cy="952500"/>
          </a:xfrm>
        </p:spPr>
        <p:txBody>
          <a:bodyPr/>
          <a:lstStyle/>
          <a:p>
            <a:r>
              <a:rPr lang="en-US" altLang="en-US" dirty="0">
                <a:solidFill>
                  <a:srgbClr val="FFFF00"/>
                </a:solidFill>
                <a:ea typeface="ＭＳ Ｐゴシック" panose="020B0600070205080204" pitchFamily="34" charset="-128"/>
              </a:rPr>
              <a:t>For Week 6...</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447207" y="1104900"/>
            <a:ext cx="8229600" cy="3771900"/>
          </a:xfrm>
        </p:spPr>
        <p:txBody>
          <a:bodyPr/>
          <a:lstStyle/>
          <a:p>
            <a:pPr>
              <a:buFontTx/>
              <a:buNone/>
              <a:defRPr/>
            </a:pPr>
            <a:r>
              <a:rPr lang="en-US" sz="2400" b="1" dirty="0">
                <a:solidFill>
                  <a:srgbClr val="FFFF00"/>
                </a:solidFill>
                <a:effectLst>
                  <a:outerShdw blurRad="50800" dist="38100" dir="2700000" algn="tl" rotWithShape="0">
                    <a:prstClr val="black">
                      <a:alpha val="40000"/>
                    </a:prstClr>
                  </a:outerShdw>
                </a:effectLst>
              </a:rPr>
              <a:t>Required Videos to Watch:</a:t>
            </a:r>
          </a:p>
          <a:p>
            <a:pPr>
              <a:buFontTx/>
              <a:buNone/>
              <a:defRPr/>
            </a:pPr>
            <a:r>
              <a:rPr lang="en-US" sz="2400" dirty="0">
                <a:solidFill>
                  <a:schemeClr val="bg1"/>
                </a:solidFill>
                <a:effectLst>
                  <a:outerShdw blurRad="50800" dist="38100" dir="2700000" algn="tl" rotWithShape="0">
                    <a:prstClr val="black">
                      <a:alpha val="40000"/>
                    </a:prstClr>
                  </a:outerShdw>
                </a:effectLst>
              </a:rPr>
              <a:t>Stratospheric chemistry</a:t>
            </a:r>
          </a:p>
          <a:p>
            <a:pPr>
              <a:buFontTx/>
              <a:buNone/>
              <a:defRPr/>
            </a:pPr>
            <a:r>
              <a:rPr lang="en-US" sz="2400" dirty="0">
                <a:solidFill>
                  <a:schemeClr val="bg1"/>
                </a:solidFill>
                <a:effectLst>
                  <a:outerShdw blurRad="50800" dist="38100" dir="2700000" algn="tl" rotWithShape="0">
                    <a:prstClr val="black">
                      <a:alpha val="40000"/>
                    </a:prstClr>
                  </a:outerShdw>
                </a:effectLst>
              </a:rPr>
              <a:t>Tropospheric chemistry</a:t>
            </a:r>
          </a:p>
          <a:p>
            <a:pPr>
              <a:buFontTx/>
              <a:buNone/>
              <a:defRPr/>
            </a:pPr>
            <a:r>
              <a:rPr lang="en-US" sz="2400" dirty="0">
                <a:solidFill>
                  <a:schemeClr val="bg1"/>
                </a:solidFill>
                <a:effectLst>
                  <a:outerShdw blurRad="50800" dist="38100" dir="2700000" algn="tl" rotWithShape="0">
                    <a:prstClr val="black">
                      <a:alpha val="40000"/>
                    </a:prstClr>
                  </a:outerShdw>
                </a:effectLst>
              </a:rPr>
              <a:t>The hydrosphere: Where did the oceans come from?</a:t>
            </a:r>
          </a:p>
          <a:p>
            <a:pPr>
              <a:buFontTx/>
              <a:buNone/>
              <a:defRPr/>
            </a:pPr>
            <a:r>
              <a:rPr lang="en-US" sz="2400" dirty="0">
                <a:solidFill>
                  <a:schemeClr val="bg1"/>
                </a:solidFill>
                <a:effectLst>
                  <a:outerShdw blurRad="50800" dist="38100" dir="2700000" algn="tl" rotWithShape="0">
                    <a:prstClr val="black">
                      <a:alpha val="40000"/>
                    </a:prstClr>
                  </a:outerShdw>
                </a:effectLst>
              </a:rPr>
              <a:t>How do the oceans work? </a:t>
            </a:r>
            <a:r>
              <a:rPr lang="en-US" sz="2400">
                <a:solidFill>
                  <a:schemeClr val="bg1"/>
                </a:solidFill>
                <a:effectLst>
                  <a:outerShdw blurRad="50800" dist="38100" dir="2700000" algn="tl" rotWithShape="0">
                    <a:prstClr val="black">
                      <a:alpha val="40000"/>
                    </a:prstClr>
                  </a:outerShdw>
                </a:effectLst>
              </a:rPr>
              <a:t>Parts </a:t>
            </a:r>
            <a:r>
              <a:rPr lang="en-US" sz="2400" dirty="0">
                <a:solidFill>
                  <a:schemeClr val="bg1"/>
                </a:solidFill>
                <a:effectLst>
                  <a:outerShdw blurRad="50800" dist="38100" dir="2700000" algn="tl" rotWithShape="0">
                    <a:prstClr val="black">
                      <a:alpha val="40000"/>
                    </a:prstClr>
                  </a:outerShdw>
                </a:effectLst>
              </a:rPr>
              <a:t>1 and 2</a:t>
            </a:r>
          </a:p>
          <a:p>
            <a:pPr>
              <a:buFontTx/>
              <a:buNone/>
              <a:defRPr/>
            </a:pPr>
            <a:r>
              <a:rPr lang="en-US" sz="2400" dirty="0">
                <a:solidFill>
                  <a:schemeClr val="bg1"/>
                </a:solidFill>
                <a:effectLst>
                  <a:outerShdw blurRad="50800" dist="38100" dir="2700000" algn="tl" rotWithShape="0">
                    <a:prstClr val="black">
                      <a:alpha val="40000"/>
                    </a:prstClr>
                  </a:outerShdw>
                </a:effectLst>
              </a:rPr>
              <a:t>Does the Gulf Stream make Europe temperate?</a:t>
            </a:r>
          </a:p>
          <a:p>
            <a:pPr>
              <a:buFontTx/>
              <a:buNone/>
              <a:defRPr/>
            </a:pPr>
            <a:endParaRPr lang="en-US" sz="2400" dirty="0">
              <a:solidFill>
                <a:schemeClr val="bg1"/>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800240221"/>
      </p:ext>
    </p:extLst>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1079500" y="825500"/>
            <a:ext cx="6794500" cy="2413000"/>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3667" b="1">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On your computer’s or phone’s web browser, go to </a:t>
            </a:r>
          </a:p>
          <a:p>
            <a:pPr algn="ctr" eaLnBrk="1" hangingPunct="1">
              <a:defRPr/>
            </a:pPr>
            <a:endParaRPr lang="en-US" altLang="en-US" sz="3667" b="1">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a:p>
            <a:pPr algn="ctr" eaLnBrk="1" hangingPunct="1">
              <a:defRPr/>
            </a:pPr>
            <a:r>
              <a:rPr lang="en-US" altLang="en-US" sz="6000" b="1">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kahoot.it</a:t>
            </a:r>
          </a:p>
        </p:txBody>
      </p:sp>
      <p:sp>
        <p:nvSpPr>
          <p:cNvPr id="37891" name="TextBox 1">
            <a:extLst>
              <a:ext uri="{FF2B5EF4-FFF2-40B4-BE49-F238E27FC236}">
                <a16:creationId xmlns:a16="http://schemas.microsoft.com/office/drawing/2014/main" id="{3E2A5460-C734-7547-B4F9-7E73EDB5A7CB}"/>
              </a:ext>
            </a:extLst>
          </p:cNvPr>
          <p:cNvSpPr txBox="1">
            <a:spLocks noChangeArrowheads="1"/>
          </p:cNvSpPr>
          <p:nvPr/>
        </p:nvSpPr>
        <p:spPr bwMode="auto">
          <a:xfrm>
            <a:off x="1479550" y="41973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
        <p:nvSpPr>
          <p:cNvPr id="118788" name="Rectangle 4">
            <a:extLst>
              <a:ext uri="{FF2B5EF4-FFF2-40B4-BE49-F238E27FC236}">
                <a16:creationId xmlns:a16="http://schemas.microsoft.com/office/drawing/2014/main" id="{08045F53-1F48-9F40-9B81-6C5AE465975D}"/>
              </a:ext>
            </a:extLst>
          </p:cNvPr>
          <p:cNvSpPr>
            <a:spLocks noChangeArrowheads="1"/>
          </p:cNvSpPr>
          <p:nvPr/>
        </p:nvSpPr>
        <p:spPr bwMode="auto">
          <a:xfrm>
            <a:off x="1397000" y="4318000"/>
            <a:ext cx="6540500" cy="1477963"/>
          </a:xfrm>
          <a:prstGeom prst="rect">
            <a:avLst/>
          </a:prstGeom>
          <a:noFill/>
          <a:ln>
            <a:noFill/>
          </a:ln>
          <a:extLst>
            <a:ext uri="{909E8E84-426E-40dd-AFC4-6F175D3DCCD1}"/>
            <a:ext uri="{91240B29-F687-4f45-9708-019B960494DF}"/>
          </a:extLst>
        </p:spPr>
        <p:txBody>
          <a:bodyPr>
            <a:spAutoFit/>
          </a:bodyPr>
          <a:lstStyle/>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You can download the </a:t>
            </a:r>
            <a:r>
              <a:rPr lang="en-US" sz="3000" b="1" dirty="0" err="1">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kahoot</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app</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or </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bookmark </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the website for future lectures.</a:t>
            </a:r>
            <a:endParaRPr lang="en-US" sz="5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6A7BC2-A85E-F348-B57F-E393DB034E37}"/>
              </a:ext>
            </a:extLst>
          </p:cNvPr>
          <p:cNvPicPr>
            <a:picLocks noChangeAspect="1"/>
          </p:cNvPicPr>
          <p:nvPr/>
        </p:nvPicPr>
        <p:blipFill>
          <a:blip r:embed="rId2"/>
          <a:stretch>
            <a:fillRect/>
          </a:stretch>
        </p:blipFill>
        <p:spPr>
          <a:xfrm>
            <a:off x="-975" y="0"/>
            <a:ext cx="5589269" cy="5715000"/>
          </a:xfrm>
          <a:prstGeom prst="rect">
            <a:avLst/>
          </a:prstGeom>
        </p:spPr>
      </p:pic>
      <p:sp>
        <p:nvSpPr>
          <p:cNvPr id="3" name="TextBox 2">
            <a:extLst>
              <a:ext uri="{FF2B5EF4-FFF2-40B4-BE49-F238E27FC236}">
                <a16:creationId xmlns:a16="http://schemas.microsoft.com/office/drawing/2014/main" id="{D094F193-358F-C947-A62D-F53DECFE60DD}"/>
              </a:ext>
            </a:extLst>
          </p:cNvPr>
          <p:cNvSpPr txBox="1"/>
          <p:nvPr/>
        </p:nvSpPr>
        <p:spPr>
          <a:xfrm>
            <a:off x="6477000" y="2472779"/>
            <a:ext cx="2069797" cy="769441"/>
          </a:xfrm>
          <a:prstGeom prst="rect">
            <a:avLst/>
          </a:prstGeom>
          <a:noFill/>
        </p:spPr>
        <p:txBody>
          <a:bodyPr wrap="none" rtlCol="0">
            <a:spAutoFit/>
          </a:bodyPr>
          <a:lstStyle/>
          <a:p>
            <a:r>
              <a:rPr lang="en-US" sz="4400" dirty="0">
                <a:solidFill>
                  <a:srgbClr val="FFFF00"/>
                </a:solidFill>
              </a:rPr>
              <a:t>387439</a:t>
            </a:r>
          </a:p>
        </p:txBody>
      </p:sp>
    </p:spTree>
    <p:extLst>
      <p:ext uri="{BB962C8B-B14F-4D97-AF65-F5344CB8AC3E}">
        <p14:creationId xmlns:p14="http://schemas.microsoft.com/office/powerpoint/2010/main" val="194813989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FD4496-663B-E74E-931F-619FBFE93582}"/>
              </a:ext>
            </a:extLst>
          </p:cNvPr>
          <p:cNvSpPr txBox="1"/>
          <p:nvPr/>
        </p:nvSpPr>
        <p:spPr>
          <a:xfrm>
            <a:off x="0" y="5405920"/>
            <a:ext cx="6172200" cy="338554"/>
          </a:xfrm>
          <a:prstGeom prst="rect">
            <a:avLst/>
          </a:prstGeom>
          <a:noFill/>
        </p:spPr>
        <p:txBody>
          <a:bodyPr wrap="square" rtlCol="0">
            <a:spAutoFit/>
          </a:bodyPr>
          <a:lstStyle/>
          <a:p>
            <a:r>
              <a:rPr lang="en-US" sz="1600" dirty="0"/>
              <a:t>http://</a:t>
            </a:r>
            <a:r>
              <a:rPr lang="en-US" sz="1600" dirty="0" err="1"/>
              <a:t>whitworth.cas.manchester.ac.uk</a:t>
            </a:r>
            <a:r>
              <a:rPr lang="en-US" sz="1600" dirty="0"/>
              <a:t>/2024/02/19/</a:t>
            </a:r>
          </a:p>
        </p:txBody>
      </p:sp>
      <p:pic>
        <p:nvPicPr>
          <p:cNvPr id="36866" name="Picture 2" descr="http://whitworth.cas.manchester.ac.uk/2024/02/19/1AtmosPressure.png">
            <a:extLst>
              <a:ext uri="{FF2B5EF4-FFF2-40B4-BE49-F238E27FC236}">
                <a16:creationId xmlns:a16="http://schemas.microsoft.com/office/drawing/2014/main" id="{A9806429-3B2D-3C4E-A6D2-47E1B8372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5827957" cy="2324100"/>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whitworth.cas.manchester.ac.uk/2024/02/19/2Temperature.png">
            <a:extLst>
              <a:ext uri="{FF2B5EF4-FFF2-40B4-BE49-F238E27FC236}">
                <a16:creationId xmlns:a16="http://schemas.microsoft.com/office/drawing/2014/main" id="{5187551A-94DC-894C-B93C-BBE4AC0F3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242169"/>
            <a:ext cx="5751757" cy="285529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F4260B75-EA0F-9B4E-81B6-1236B46785A2}"/>
              </a:ext>
            </a:extLst>
          </p:cNvPr>
          <p:cNvCxnSpPr/>
          <p:nvPr/>
        </p:nvCxnSpPr>
        <p:spPr>
          <a:xfrm>
            <a:off x="609600" y="190500"/>
            <a:ext cx="0" cy="4648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E93E1F8-F172-AF43-8187-1BA367C51582}"/>
              </a:ext>
            </a:extLst>
          </p:cNvPr>
          <p:cNvCxnSpPr/>
          <p:nvPr/>
        </p:nvCxnSpPr>
        <p:spPr>
          <a:xfrm>
            <a:off x="5638800" y="190500"/>
            <a:ext cx="0" cy="4648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C004330-2F47-5146-8A56-7A79D2F325BC}"/>
              </a:ext>
            </a:extLst>
          </p:cNvPr>
          <p:cNvCxnSpPr/>
          <p:nvPr/>
        </p:nvCxnSpPr>
        <p:spPr>
          <a:xfrm>
            <a:off x="1676400" y="190500"/>
            <a:ext cx="0" cy="46482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28195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lank Presentation">
  <a:themeElements>
    <a:clrScheme name="">
      <a:dk1>
        <a:srgbClr val="003366"/>
      </a:dk1>
      <a:lt1>
        <a:srgbClr val="FFFFFF"/>
      </a:lt1>
      <a:dk2>
        <a:srgbClr val="000099"/>
      </a:dk2>
      <a:lt2>
        <a:srgbClr val="FFFF00"/>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10"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Sky">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Sky">
      <a:majorFont>
        <a:latin typeface="Arial Rounded MT Bold"/>
        <a:ea typeface=""/>
        <a:cs typeface=""/>
        <a:font script="Jpan" typeface="ＭＳ Ｐゴシック"/>
        <a:font script="Hans" typeface="宋体"/>
        <a:font script="Hant" typeface="新細明體"/>
      </a:majorFont>
      <a:minorFont>
        <a:latin typeface="Arial Rounded MT Bold"/>
        <a:ea typeface=""/>
        <a:cs typeface=""/>
        <a:font script="Jpan" typeface="ＭＳ Ｐゴシック"/>
        <a:font script="Hans" typeface="宋体"/>
        <a:font script="Hant" typeface="新細明體"/>
      </a:minorFont>
    </a:fontScheme>
    <a:fmtScheme name="Sky">
      <a:fillStyleLst>
        <a:solidFill>
          <a:schemeClr val="phClr"/>
        </a:solidFill>
        <a:solidFill>
          <a:schemeClr val="phClr">
            <a:alpha val="50000"/>
          </a:schemeClr>
        </a:solidFill>
        <a:gradFill rotWithShape="1">
          <a:gsLst>
            <a:gs pos="0">
              <a:schemeClr val="phClr">
                <a:shade val="30000"/>
                <a:satMod val="130000"/>
              </a:schemeClr>
            </a:gs>
            <a:gs pos="80000">
              <a:schemeClr val="phClr">
                <a:shade val="93000"/>
                <a:satMod val="130000"/>
              </a:schemeClr>
            </a:gs>
            <a:gs pos="100000">
              <a:schemeClr val="phClr">
                <a:shade val="94000"/>
                <a:satMod val="135000"/>
              </a:schemeClr>
            </a:gs>
          </a:gsLst>
          <a:lin ang="14400000" scaled="1"/>
        </a:grad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63500" cap="flat" cmpd="sng" algn="ctr">
          <a:solidFill>
            <a:schemeClr val="phClr"/>
          </a:solidFill>
          <a:prstDash val="solid"/>
        </a:ln>
      </a:lnStyleLst>
      <a:effectStyleLst>
        <a:effectStyle>
          <a:effectLst/>
        </a:effectStyle>
        <a:effectStyle>
          <a:effectLst>
            <a:outerShdw blurRad="88900" dist="63500" dir="3000000" algn="br" rotWithShape="0">
              <a:srgbClr val="000000">
                <a:alpha val="35000"/>
              </a:srgbClr>
            </a:outerShdw>
          </a:effectLst>
        </a:effectStyle>
        <a:effectStyle>
          <a:effectLst>
            <a:innerShdw blurRad="50800" dist="25400" dir="6600000">
              <a:srgbClr val="000000">
                <a:alpha val="50000"/>
              </a:srgbClr>
            </a:innerShdw>
            <a:reflection blurRad="12700" stA="26000" endPos="28000" dist="38100" dir="5400000" sy="-100000" rotWithShape="0"/>
          </a:effectLst>
        </a:effectStyle>
      </a:effectStyleLst>
      <a:bgFillStyleLst>
        <a:solidFill>
          <a:schemeClr val="phClr"/>
        </a:solidFill>
        <a:gradFill rotWithShape="1">
          <a:gsLst>
            <a:gs pos="0">
              <a:schemeClr val="phClr">
                <a:tint val="100000"/>
                <a:satMod val="140000"/>
                <a:lumMod val="105000"/>
              </a:schemeClr>
            </a:gs>
            <a:gs pos="100000">
              <a:schemeClr val="phClr">
                <a:shade val="20000"/>
                <a:satMod val="250000"/>
                <a:lumMod val="110000"/>
              </a:schemeClr>
            </a:gs>
          </a:gsLst>
          <a:path path="circle">
            <a:fillToRect l="50000" t="50000" r="50000" b="50000"/>
          </a:path>
        </a:gradFill>
        <a:gradFill rotWithShape="1">
          <a:gsLst>
            <a:gs pos="0">
              <a:schemeClr val="phClr">
                <a:tint val="80000"/>
                <a:satMod val="300000"/>
              </a:schemeClr>
            </a:gs>
            <a:gs pos="100000">
              <a:schemeClr val="phClr">
                <a:shade val="30000"/>
                <a:satMod val="200000"/>
              </a:schemeClr>
            </a:gs>
          </a:gsLst>
          <a:lin ang="5400000" scaled="0"/>
        </a:gradFill>
      </a:bgFillStyleLst>
    </a:fmtScheme>
  </a:themeElements>
  <a:objectDefaults/>
  <a:extraClrSchemeLst/>
</a:theme>
</file>

<file path=ppt/theme/theme5.xml><?xml version="1.0" encoding="utf-8"?>
<a:theme xmlns:a="http://schemas.openxmlformats.org/drawingml/2006/main" name="2_Blank Presentation">
  <a:themeElements>
    <a:clrScheme name="">
      <a:dk1>
        <a:srgbClr val="003366"/>
      </a:dk1>
      <a:lt1>
        <a:srgbClr val="FFFFFF"/>
      </a:lt1>
      <a:dk2>
        <a:srgbClr val="000099"/>
      </a:dk2>
      <a:lt2>
        <a:srgbClr val="FFFF00"/>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Blank Presentation">
  <a:themeElements>
    <a:clrScheme name="">
      <a:dk1>
        <a:srgbClr val="003366"/>
      </a:dk1>
      <a:lt1>
        <a:srgbClr val="FFFFFF"/>
      </a:lt1>
      <a:dk2>
        <a:srgbClr val="000099"/>
      </a:dk2>
      <a:lt2>
        <a:srgbClr val="FFFF00"/>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10"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14433</TotalTime>
  <Words>5001</Words>
  <Application>Microsoft Macintosh PowerPoint</Application>
  <PresentationFormat>On-screen Show (16:10)</PresentationFormat>
  <Paragraphs>894</Paragraphs>
  <Slides>155</Slides>
  <Notes>94</Notes>
  <HiddenSlides>30</HiddenSlides>
  <MMClips>2</MMClips>
  <ScaleCrop>false</ScaleCrop>
  <HeadingPairs>
    <vt:vector size="8" baseType="variant">
      <vt:variant>
        <vt:lpstr>Fonts Used</vt:lpstr>
      </vt:variant>
      <vt:variant>
        <vt:i4>16</vt:i4>
      </vt:variant>
      <vt:variant>
        <vt:lpstr>Theme</vt:lpstr>
      </vt:variant>
      <vt:variant>
        <vt:i4>6</vt:i4>
      </vt:variant>
      <vt:variant>
        <vt:lpstr>Embedded OLE Servers</vt:lpstr>
      </vt:variant>
      <vt:variant>
        <vt:i4>1</vt:i4>
      </vt:variant>
      <vt:variant>
        <vt:lpstr>Slide Titles</vt:lpstr>
      </vt:variant>
      <vt:variant>
        <vt:i4>155</vt:i4>
      </vt:variant>
    </vt:vector>
  </HeadingPairs>
  <TitlesOfParts>
    <vt:vector size="178" baseType="lpstr">
      <vt:lpstr>Arial Unicode MS</vt:lpstr>
      <vt:lpstr>ＭＳ Ｐゴシック</vt:lpstr>
      <vt:lpstr>Arial</vt:lpstr>
      <vt:lpstr>Arial Rounded MT Bold</vt:lpstr>
      <vt:lpstr>Back to the future 2002</vt:lpstr>
      <vt:lpstr>BoardMarker</vt:lpstr>
      <vt:lpstr>Calibri</vt:lpstr>
      <vt:lpstr>Goudy Old Style</vt:lpstr>
      <vt:lpstr>Helvetica</vt:lpstr>
      <vt:lpstr>Monotype Corsiva</vt:lpstr>
      <vt:lpstr>Monotype Sorts</vt:lpstr>
      <vt:lpstr>Stone Sans ITC TT</vt:lpstr>
      <vt:lpstr>Symbol</vt:lpstr>
      <vt:lpstr>Times</vt:lpstr>
      <vt:lpstr>Times New Roman</vt:lpstr>
      <vt:lpstr>Wingdings</vt:lpstr>
      <vt:lpstr>Default Design</vt:lpstr>
      <vt:lpstr>1_Default Design</vt:lpstr>
      <vt:lpstr>Blank Presentation</vt:lpstr>
      <vt:lpstr>Sky</vt:lpstr>
      <vt:lpstr>2_Blank Presentation</vt:lpstr>
      <vt:lpstr>3_Blank Presentation</vt:lpstr>
      <vt:lpstr>Equation</vt:lpstr>
      <vt:lpstr>PowerPoint Presentation</vt:lpstr>
      <vt:lpstr>PowerPoint Presentation</vt:lpstr>
      <vt:lpstr>For Week 4...</vt:lpstr>
      <vt:lpstr>Why Do Good Weather Forecasts Go Bad?</vt:lpstr>
      <vt:lpstr>Early meteorology was not a science. </vt:lpstr>
      <vt:lpstr>Modern meteorology began in Norway. </vt:lpstr>
      <vt:lpstr>Modern meteorology began in Norway. </vt:lpstr>
      <vt:lpstr>How to make a weather forecast:</vt:lpstr>
      <vt:lpstr>Lewis Fry Richardson devised such an approach in 1922. </vt:lpstr>
      <vt:lpstr>Richardson’s “Dream”: The Forecast Factory</vt:lpstr>
      <vt:lpstr>PowerPoint Presentation</vt:lpstr>
      <vt:lpstr>Richardson failed spectacularly.  </vt:lpstr>
      <vt:lpstr>PowerPoint Presentation</vt:lpstr>
      <vt:lpstr>PowerPoint Presentation</vt:lpstr>
      <vt:lpstr>European Centre for Medium-Range Weather Forecasts (Reading, UK)</vt:lpstr>
      <vt:lpstr>European Centre for Medium-Range Weather Forecasts (Reading, UK)</vt:lpstr>
      <vt:lpstr>How to make a modern weather forecast</vt:lpstr>
      <vt:lpstr>“1. A sufficiently accurate knowledge of the state of the atmosphere at the initial time.”</vt:lpstr>
      <vt:lpstr>PowerPoint Presentation</vt:lpstr>
      <vt:lpstr>PowerPoint Presentation</vt:lpstr>
      <vt:lpstr>PowerPoint Presentation</vt:lpstr>
      <vt:lpstr>PowerPoint Presentation</vt:lpstr>
      <vt:lpstr>PowerPoint Presentation</vt:lpstr>
      <vt:lpstr>Data is interpolated onto a global grid. </vt:lpstr>
      <vt:lpstr>“2.  A sufficiently accurate knowledge of the laws according to which one state of the atmosphere develops from another.”  </vt:lpstr>
      <vt:lpstr>Laws of the Atmosphere</vt:lpstr>
      <vt:lpstr>Laws of the Atmosphere</vt:lpstr>
      <vt:lpstr>Laws of the Atmosphere</vt:lpstr>
      <vt:lpstr>Laws of the Atmosphere</vt:lpstr>
      <vt:lpstr>Laws of the Atmosphere</vt:lpstr>
      <vt:lpstr>Laws of the Atmosphere</vt:lpstr>
      <vt:lpstr>Laws of the Atmosphere</vt:lpstr>
      <vt:lpstr>Laws of the Atmosphere</vt:lpstr>
      <vt:lpstr>Laws of the Atmosphere</vt:lpstr>
      <vt:lpstr>Laws of the Atmosphere</vt:lpstr>
      <vt:lpstr>Laws of the Atmosphere</vt:lpstr>
      <vt:lpstr>Laws of the Atmosphere</vt:lpstr>
      <vt:lpstr>These laws are written in a form that computers can understand.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good forecasts  go bad…</vt:lpstr>
      <vt:lpstr>Reason #1: Imperfect Knowledge About Current State of Atmosphere</vt:lpstr>
      <vt:lpstr>Reason #1: Imperfect Knowledge About Current State of Atmosphere</vt:lpstr>
      <vt:lpstr>PowerPoint Presentation</vt:lpstr>
      <vt:lpstr>PowerPoint Presentation</vt:lpstr>
      <vt:lpstr>PowerPoint Presentation</vt:lpstr>
      <vt:lpstr>Reason #2: Imperfect Computer Model</vt:lpstr>
      <vt:lpstr>Reason #2: Imperfect Computer Model</vt:lpstr>
      <vt:lpstr>Many processes in models are parameterized. </vt:lpstr>
      <vt:lpstr>Reason #3: Chaos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Given all these limitations,  we have no right to do so well in forecasting the weather!</vt:lpstr>
      <vt:lpstr>ManUniCast.com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Themes for Today</vt:lpstr>
      <vt:lpstr>Themes for Today</vt:lpstr>
      <vt:lpstr>Themes for Today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Necessary Conditions for Lightning 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Thought-Provoking Questions</vt:lpstr>
      <vt:lpstr>Reading Around the Topic</vt:lpstr>
      <vt:lpstr>For Week 6...</vt:lpstr>
      <vt:lpstr>PowerPoint Presentation</vt:lpstr>
      <vt:lpstr>PowerPoint Presentation</vt:lpstr>
      <vt:lpstr>PowerPoint Presentation</vt:lpstr>
    </vt:vector>
  </TitlesOfParts>
  <Company>Auburn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Geology and Geography</dc:creator>
  <cp:lastModifiedBy>David Schultz</cp:lastModifiedBy>
  <cp:revision>615</cp:revision>
  <dcterms:created xsi:type="dcterms:W3CDTF">2012-10-31T08:06:21Z</dcterms:created>
  <dcterms:modified xsi:type="dcterms:W3CDTF">2025-02-17T09:40:39Z</dcterms:modified>
</cp:coreProperties>
</file>